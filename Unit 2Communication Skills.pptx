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5" r:id="rId3"/>
    <p:sldId id="257" r:id="rId4"/>
    <p:sldId id="259" r:id="rId5"/>
    <p:sldId id="261" r:id="rId6"/>
    <p:sldId id="306" r:id="rId7"/>
    <p:sldId id="308" r:id="rId8"/>
    <p:sldId id="265" r:id="rId9"/>
    <p:sldId id="309" r:id="rId10"/>
    <p:sldId id="31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660"/>
  </p:normalViewPr>
  <p:slideViewPr>
    <p:cSldViewPr>
      <p:cViewPr varScale="1">
        <p:scale>
          <a:sx n="72" d="100"/>
          <a:sy n="72" d="100"/>
        </p:scale>
        <p:origin x="126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C4D678-FBDA-484B-8BA1-BE04FF8AB5EE}" type="doc">
      <dgm:prSet loTypeId="urn:microsoft.com/office/officeart/2005/8/layout/vList2" loCatId="list" qsTypeId="urn:microsoft.com/office/officeart/2005/8/quickstyle/simple1" qsCatId="simple" csTypeId="urn:microsoft.com/office/officeart/2005/8/colors/colorful1#3" csCatId="colorful" phldr="1"/>
      <dgm:spPr/>
      <dgm:t>
        <a:bodyPr/>
        <a:lstStyle/>
        <a:p>
          <a:endParaRPr lang="en-US"/>
        </a:p>
      </dgm:t>
    </dgm:pt>
    <dgm:pt modelId="{82792896-B987-4631-B03F-55811C786178}">
      <dgm:prSet phldrT="[Text]" custT="1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pPr algn="ctr"/>
          <a:r>
            <a:rPr lang="en-US" sz="2800" b="1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rPr>
            <a:t>Verbal Communication</a:t>
          </a:r>
        </a:p>
      </dgm:t>
    </dgm:pt>
    <dgm:pt modelId="{07616ED9-203C-4A6D-AB78-995DE5D35F03}" type="sibTrans" cxnId="{F787F1CC-1F8A-48C7-B3A8-5BA2CE355046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F234D57-A4AB-49AA-8CDF-43FDEDE2D591}" type="parTrans" cxnId="{F787F1CC-1F8A-48C7-B3A8-5BA2CE355046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EF53CD2-1A8B-4E10-A455-585F7A6DA65E}">
      <dgm:prSet phldrT="[Text]" custT="1"/>
      <dgm:spPr/>
      <dgm:t>
        <a:bodyPr/>
        <a:lstStyle/>
        <a:p>
          <a:r>
            <a:rPr lang="en-US" sz="1800" b="1" i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Elements of verbal communication:</a:t>
          </a:r>
        </a:p>
      </dgm:t>
    </dgm:pt>
    <dgm:pt modelId="{93FE06FF-1EFF-4863-A109-6E8909599E48}" type="parTrans" cxnId="{8DA529DC-1CD0-4ED1-ADB2-CD3B20589F99}">
      <dgm:prSet/>
      <dgm:spPr/>
      <dgm:t>
        <a:bodyPr/>
        <a:lstStyle/>
        <a:p>
          <a:endParaRPr lang="en-IN"/>
        </a:p>
      </dgm:t>
    </dgm:pt>
    <dgm:pt modelId="{DDC0DCAF-7DC1-4F13-8DEA-873B1B2E6576}" type="sibTrans" cxnId="{8DA529DC-1CD0-4ED1-ADB2-CD3B20589F99}">
      <dgm:prSet/>
      <dgm:spPr/>
      <dgm:t>
        <a:bodyPr/>
        <a:lstStyle/>
        <a:p>
          <a:endParaRPr lang="en-IN"/>
        </a:p>
      </dgm:t>
    </dgm:pt>
    <dgm:pt modelId="{EFEBFEFE-D152-4CA5-8710-F7A2CF54C48B}">
      <dgm:prSet custT="1"/>
      <dgm:spPr/>
      <dgm:t>
        <a:bodyPr/>
        <a:lstStyle/>
        <a:p>
          <a:r>
            <a:rPr lang="en-US" sz="1800" b="1" i="1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Vocabulary: Choice of words and language proficiency.</a:t>
          </a:r>
          <a:endParaRPr lang="en-IN" sz="1800" b="1" i="1" dirty="0">
            <a:solidFill>
              <a:schemeClr val="bg1"/>
            </a:solidFill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E565B94A-3B90-46F8-95E1-B05AAE4A8934}" type="parTrans" cxnId="{F461CB67-5DF2-4FEC-A0C4-4D92EC6A44EB}">
      <dgm:prSet/>
      <dgm:spPr/>
      <dgm:t>
        <a:bodyPr/>
        <a:lstStyle/>
        <a:p>
          <a:endParaRPr lang="en-IN"/>
        </a:p>
      </dgm:t>
    </dgm:pt>
    <dgm:pt modelId="{8C2A67F3-508B-4B7B-927F-0C637C616838}" type="sibTrans" cxnId="{F461CB67-5DF2-4FEC-A0C4-4D92EC6A44EB}">
      <dgm:prSet/>
      <dgm:spPr/>
      <dgm:t>
        <a:bodyPr/>
        <a:lstStyle/>
        <a:p>
          <a:endParaRPr lang="en-IN"/>
        </a:p>
      </dgm:t>
    </dgm:pt>
    <dgm:pt modelId="{416483E1-5FF3-4375-AE73-3A68D27B812B}">
      <dgm:prSet phldrT="[Text]" custT="1"/>
      <dgm:spPr/>
      <dgm:t>
        <a:bodyPr/>
        <a:lstStyle/>
        <a:p>
          <a:endParaRPr lang="en-US" sz="1800" b="1" dirty="0">
            <a:solidFill>
              <a:schemeClr val="bg1"/>
            </a:solidFill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D4615B92-F863-4E0D-90DB-8929E912BA94}" type="sibTrans" cxnId="{BCCDB479-5A9B-40A8-884A-F70D7531491A}">
      <dgm:prSet/>
      <dgm:spPr/>
      <dgm:t>
        <a:bodyPr/>
        <a:lstStyle/>
        <a:p>
          <a:endParaRPr lang="en-IN"/>
        </a:p>
      </dgm:t>
    </dgm:pt>
    <dgm:pt modelId="{E0CF1DAF-3491-4FA9-816B-499CEDC5124E}" type="parTrans" cxnId="{BCCDB479-5A9B-40A8-884A-F70D7531491A}">
      <dgm:prSet/>
      <dgm:spPr/>
      <dgm:t>
        <a:bodyPr/>
        <a:lstStyle/>
        <a:p>
          <a:endParaRPr lang="en-IN"/>
        </a:p>
      </dgm:t>
    </dgm:pt>
    <dgm:pt modelId="{C339D88D-175E-4BCA-BB4B-DC98EE76681C}">
      <dgm:prSet custT="1"/>
      <dgm:spPr/>
      <dgm:t>
        <a:bodyPr/>
        <a:lstStyle/>
        <a:p>
          <a:r>
            <a:rPr lang="en-US" sz="1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Verbal communication involves the use of words, spoken or written, to convey messages.</a:t>
          </a:r>
        </a:p>
      </dgm:t>
    </dgm:pt>
    <dgm:pt modelId="{4EC7470A-987C-4F70-91DA-C96FAD7760DA}" type="parTrans" cxnId="{2AE6C0E4-583F-4D7C-AADE-C1C72D9D1FAC}">
      <dgm:prSet/>
      <dgm:spPr/>
      <dgm:t>
        <a:bodyPr/>
        <a:lstStyle/>
        <a:p>
          <a:endParaRPr lang="en-US"/>
        </a:p>
      </dgm:t>
    </dgm:pt>
    <dgm:pt modelId="{EE7EC642-F329-445B-89D8-FD57B914564C}" type="sibTrans" cxnId="{2AE6C0E4-583F-4D7C-AADE-C1C72D9D1FAC}">
      <dgm:prSet/>
      <dgm:spPr/>
      <dgm:t>
        <a:bodyPr/>
        <a:lstStyle/>
        <a:p>
          <a:endParaRPr lang="en-US"/>
        </a:p>
      </dgm:t>
    </dgm:pt>
    <dgm:pt modelId="{16DBC5CA-6F56-4819-9121-AE33C676D3A1}">
      <dgm:prSet custT="1"/>
      <dgm:spPr/>
      <dgm:t>
        <a:bodyPr/>
        <a:lstStyle/>
        <a:p>
          <a:r>
            <a:rPr lang="en-US" sz="1800" b="1" i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Tone: The way words are spoken, which can indicate emotion or intent.</a:t>
          </a:r>
        </a:p>
      </dgm:t>
    </dgm:pt>
    <dgm:pt modelId="{770F3E65-3B23-477A-98D0-7ADD2DB54262}" type="parTrans" cxnId="{5C63F6AC-4FB1-4C41-8A38-EE6DD47C21FB}">
      <dgm:prSet/>
      <dgm:spPr/>
      <dgm:t>
        <a:bodyPr/>
        <a:lstStyle/>
        <a:p>
          <a:endParaRPr lang="en-US"/>
        </a:p>
      </dgm:t>
    </dgm:pt>
    <dgm:pt modelId="{0C38C452-FC34-4B77-95C0-40369A37EF46}" type="sibTrans" cxnId="{5C63F6AC-4FB1-4C41-8A38-EE6DD47C21FB}">
      <dgm:prSet/>
      <dgm:spPr/>
      <dgm:t>
        <a:bodyPr/>
        <a:lstStyle/>
        <a:p>
          <a:endParaRPr lang="en-US"/>
        </a:p>
      </dgm:t>
    </dgm:pt>
    <dgm:pt modelId="{6A6727E4-FF38-4339-A6E7-5109A0AAC04B}">
      <dgm:prSet custT="1"/>
      <dgm:spPr/>
      <dgm:t>
        <a:bodyPr/>
        <a:lstStyle/>
        <a:p>
          <a:r>
            <a:rPr lang="en-US" sz="1800" b="1" i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Clarity: Ensuring messages are easily understood by using concise and appropriate language.</a:t>
          </a:r>
        </a:p>
      </dgm:t>
    </dgm:pt>
    <dgm:pt modelId="{78E33CC9-8ABA-4881-9756-192ACFC26184}" type="parTrans" cxnId="{3CADBC79-ECF1-43B3-BA2F-94AA4C3B1F2B}">
      <dgm:prSet/>
      <dgm:spPr/>
      <dgm:t>
        <a:bodyPr/>
        <a:lstStyle/>
        <a:p>
          <a:endParaRPr lang="en-US"/>
        </a:p>
      </dgm:t>
    </dgm:pt>
    <dgm:pt modelId="{81C9D0D6-A396-4E35-91B5-1C4DC1F91025}" type="sibTrans" cxnId="{3CADBC79-ECF1-43B3-BA2F-94AA4C3B1F2B}">
      <dgm:prSet/>
      <dgm:spPr/>
      <dgm:t>
        <a:bodyPr/>
        <a:lstStyle/>
        <a:p>
          <a:endParaRPr lang="en-US"/>
        </a:p>
      </dgm:t>
    </dgm:pt>
    <dgm:pt modelId="{1CF76B1B-38E5-4D08-B30F-28CF04359820}">
      <dgm:prSet custT="1"/>
      <dgm:spPr/>
      <dgm:t>
        <a:bodyPr/>
        <a:lstStyle/>
        <a:p>
          <a:r>
            <a:rPr lang="en-US" sz="1800" b="1" i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Listening: An important component of effective verbal communication.</a:t>
          </a:r>
        </a:p>
      </dgm:t>
    </dgm:pt>
    <dgm:pt modelId="{A9A6AE3A-D104-47F9-9784-32EC58773576}" type="parTrans" cxnId="{BF1F537E-D469-4801-BFF1-8333AB6CF836}">
      <dgm:prSet/>
      <dgm:spPr/>
      <dgm:t>
        <a:bodyPr/>
        <a:lstStyle/>
        <a:p>
          <a:endParaRPr lang="en-US"/>
        </a:p>
      </dgm:t>
    </dgm:pt>
    <dgm:pt modelId="{566AF04E-0678-4A60-B8EC-D64D54ED3274}" type="sibTrans" cxnId="{BF1F537E-D469-4801-BFF1-8333AB6CF836}">
      <dgm:prSet/>
      <dgm:spPr/>
      <dgm:t>
        <a:bodyPr/>
        <a:lstStyle/>
        <a:p>
          <a:endParaRPr lang="en-US"/>
        </a:p>
      </dgm:t>
    </dgm:pt>
    <dgm:pt modelId="{EC4AD21A-9C38-4BD8-BA10-8318EC43FF7A}" type="pres">
      <dgm:prSet presAssocID="{A2C4D678-FBDA-484B-8BA1-BE04FF8AB5EE}" presName="linear" presStyleCnt="0">
        <dgm:presLayoutVars>
          <dgm:animLvl val="lvl"/>
          <dgm:resizeHandles val="exact"/>
        </dgm:presLayoutVars>
      </dgm:prSet>
      <dgm:spPr/>
    </dgm:pt>
    <dgm:pt modelId="{F464B5BC-6733-4644-A603-557AC25D6CC6}" type="pres">
      <dgm:prSet presAssocID="{82792896-B987-4631-B03F-55811C786178}" presName="parentText" presStyleLbl="node1" presStyleIdx="0" presStyleCnt="1" custScaleY="157851" custLinFactNeighborY="-5380">
        <dgm:presLayoutVars>
          <dgm:chMax val="0"/>
          <dgm:bulletEnabled val="1"/>
        </dgm:presLayoutVars>
      </dgm:prSet>
      <dgm:spPr/>
    </dgm:pt>
    <dgm:pt modelId="{F6F2558E-021E-46FA-B368-C04C526EE510}" type="pres">
      <dgm:prSet presAssocID="{82792896-B987-4631-B03F-55811C786178}" presName="childText" presStyleLbl="revTx" presStyleIdx="0" presStyleCnt="1" custLinFactNeighborY="25562">
        <dgm:presLayoutVars>
          <dgm:bulletEnabled val="1"/>
        </dgm:presLayoutVars>
      </dgm:prSet>
      <dgm:spPr/>
    </dgm:pt>
  </dgm:ptLst>
  <dgm:cxnLst>
    <dgm:cxn modelId="{073E0A38-FFB6-4CB0-98D1-1EF018C5BEF3}" type="presOf" srcId="{416483E1-5FF3-4375-AE73-3A68D27B812B}" destId="{F6F2558E-021E-46FA-B368-C04C526EE510}" srcOrd="0" destOrd="0" presId="urn:microsoft.com/office/officeart/2005/8/layout/vList2"/>
    <dgm:cxn modelId="{F461CB67-5DF2-4FEC-A0C4-4D92EC6A44EB}" srcId="{82792896-B987-4631-B03F-55811C786178}" destId="{EFEBFEFE-D152-4CA5-8710-F7A2CF54C48B}" srcOrd="3" destOrd="0" parTransId="{E565B94A-3B90-46F8-95E1-B05AAE4A8934}" sibTransId="{8C2A67F3-508B-4B7B-927F-0C637C616838}"/>
    <dgm:cxn modelId="{7D59DB71-0A95-4F35-8B08-9483EF1CBD52}" type="presOf" srcId="{9EF53CD2-1A8B-4E10-A455-585F7A6DA65E}" destId="{F6F2558E-021E-46FA-B368-C04C526EE510}" srcOrd="0" destOrd="2" presId="urn:microsoft.com/office/officeart/2005/8/layout/vList2"/>
    <dgm:cxn modelId="{A06ACE73-C045-4B5E-8DB8-364EDA8A6A5D}" type="presOf" srcId="{1CF76B1B-38E5-4D08-B30F-28CF04359820}" destId="{F6F2558E-021E-46FA-B368-C04C526EE510}" srcOrd="0" destOrd="6" presId="urn:microsoft.com/office/officeart/2005/8/layout/vList2"/>
    <dgm:cxn modelId="{A08F4B55-4FE2-44EC-80E7-5FD42A43B3FF}" type="presOf" srcId="{16DBC5CA-6F56-4819-9121-AE33C676D3A1}" destId="{F6F2558E-021E-46FA-B368-C04C526EE510}" srcOrd="0" destOrd="4" presId="urn:microsoft.com/office/officeart/2005/8/layout/vList2"/>
    <dgm:cxn modelId="{BCCDB479-5A9B-40A8-884A-F70D7531491A}" srcId="{82792896-B987-4631-B03F-55811C786178}" destId="{416483E1-5FF3-4375-AE73-3A68D27B812B}" srcOrd="0" destOrd="0" parTransId="{E0CF1DAF-3491-4FA9-816B-499CEDC5124E}" sibTransId="{D4615B92-F863-4E0D-90DB-8929E912BA94}"/>
    <dgm:cxn modelId="{3CADBC79-ECF1-43B3-BA2F-94AA4C3B1F2B}" srcId="{82792896-B987-4631-B03F-55811C786178}" destId="{6A6727E4-FF38-4339-A6E7-5109A0AAC04B}" srcOrd="5" destOrd="0" parTransId="{78E33CC9-8ABA-4881-9756-192ACFC26184}" sibTransId="{81C9D0D6-A396-4E35-91B5-1C4DC1F91025}"/>
    <dgm:cxn modelId="{BF1F537E-D469-4801-BFF1-8333AB6CF836}" srcId="{82792896-B987-4631-B03F-55811C786178}" destId="{1CF76B1B-38E5-4D08-B30F-28CF04359820}" srcOrd="6" destOrd="0" parTransId="{A9A6AE3A-D104-47F9-9784-32EC58773576}" sibTransId="{566AF04E-0678-4A60-B8EC-D64D54ED3274}"/>
    <dgm:cxn modelId="{5C63F6AC-4FB1-4C41-8A38-EE6DD47C21FB}" srcId="{82792896-B987-4631-B03F-55811C786178}" destId="{16DBC5CA-6F56-4819-9121-AE33C676D3A1}" srcOrd="4" destOrd="0" parTransId="{770F3E65-3B23-477A-98D0-7ADD2DB54262}" sibTransId="{0C38C452-FC34-4B77-95C0-40369A37EF46}"/>
    <dgm:cxn modelId="{81421CAD-9B2A-4CA0-B6F8-E46BD78C8504}" type="presOf" srcId="{C339D88D-175E-4BCA-BB4B-DC98EE76681C}" destId="{F6F2558E-021E-46FA-B368-C04C526EE510}" srcOrd="0" destOrd="1" presId="urn:microsoft.com/office/officeart/2005/8/layout/vList2"/>
    <dgm:cxn modelId="{F787F1CC-1F8A-48C7-B3A8-5BA2CE355046}" srcId="{A2C4D678-FBDA-484B-8BA1-BE04FF8AB5EE}" destId="{82792896-B987-4631-B03F-55811C786178}" srcOrd="0" destOrd="0" parTransId="{1F234D57-A4AB-49AA-8CDF-43FDEDE2D591}" sibTransId="{07616ED9-203C-4A6D-AB78-995DE5D35F03}"/>
    <dgm:cxn modelId="{8BB3CED2-DD69-4D04-8D51-AB7943FFA41E}" type="presOf" srcId="{EFEBFEFE-D152-4CA5-8710-F7A2CF54C48B}" destId="{F6F2558E-021E-46FA-B368-C04C526EE510}" srcOrd="0" destOrd="3" presId="urn:microsoft.com/office/officeart/2005/8/layout/vList2"/>
    <dgm:cxn modelId="{377606D7-AB4C-489F-B9FE-0B90298343BF}" type="presOf" srcId="{A2C4D678-FBDA-484B-8BA1-BE04FF8AB5EE}" destId="{EC4AD21A-9C38-4BD8-BA10-8318EC43FF7A}" srcOrd="0" destOrd="0" presId="urn:microsoft.com/office/officeart/2005/8/layout/vList2"/>
    <dgm:cxn modelId="{8DA529DC-1CD0-4ED1-ADB2-CD3B20589F99}" srcId="{82792896-B987-4631-B03F-55811C786178}" destId="{9EF53CD2-1A8B-4E10-A455-585F7A6DA65E}" srcOrd="2" destOrd="0" parTransId="{93FE06FF-1EFF-4863-A109-6E8909599E48}" sibTransId="{DDC0DCAF-7DC1-4F13-8DEA-873B1B2E6576}"/>
    <dgm:cxn modelId="{2AE6C0E4-583F-4D7C-AADE-C1C72D9D1FAC}" srcId="{82792896-B987-4631-B03F-55811C786178}" destId="{C339D88D-175E-4BCA-BB4B-DC98EE76681C}" srcOrd="1" destOrd="0" parTransId="{4EC7470A-987C-4F70-91DA-C96FAD7760DA}" sibTransId="{EE7EC642-F329-445B-89D8-FD57B914564C}"/>
    <dgm:cxn modelId="{58300AEE-A5B7-4579-BC56-ADDDD1DC3541}" type="presOf" srcId="{82792896-B987-4631-B03F-55811C786178}" destId="{F464B5BC-6733-4644-A603-557AC25D6CC6}" srcOrd="0" destOrd="0" presId="urn:microsoft.com/office/officeart/2005/8/layout/vList2"/>
    <dgm:cxn modelId="{58FD5BFC-602D-47B7-82B8-7744FED6F196}" type="presOf" srcId="{6A6727E4-FF38-4339-A6E7-5109A0AAC04B}" destId="{F6F2558E-021E-46FA-B368-C04C526EE510}" srcOrd="0" destOrd="5" presId="urn:microsoft.com/office/officeart/2005/8/layout/vList2"/>
    <dgm:cxn modelId="{799E43BB-BF8E-46EB-9143-AB66C331A94E}" type="presParOf" srcId="{EC4AD21A-9C38-4BD8-BA10-8318EC43FF7A}" destId="{F464B5BC-6733-4644-A603-557AC25D6CC6}" srcOrd="0" destOrd="0" presId="urn:microsoft.com/office/officeart/2005/8/layout/vList2"/>
    <dgm:cxn modelId="{58D5D18F-753A-49AB-8C75-38C2C020EE98}" type="presParOf" srcId="{EC4AD21A-9C38-4BD8-BA10-8318EC43FF7A}" destId="{F6F2558E-021E-46FA-B368-C04C526EE51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C4D678-FBDA-484B-8BA1-BE04FF8AB5EE}" type="doc">
      <dgm:prSet loTypeId="urn:microsoft.com/office/officeart/2005/8/layout/vList2" loCatId="list" qsTypeId="urn:microsoft.com/office/officeart/2005/8/quickstyle/simple1" qsCatId="simple" csTypeId="urn:microsoft.com/office/officeart/2005/8/colors/colorful1#3" csCatId="colorful" phldr="1"/>
      <dgm:spPr/>
      <dgm:t>
        <a:bodyPr/>
        <a:lstStyle/>
        <a:p>
          <a:endParaRPr lang="en-US"/>
        </a:p>
      </dgm:t>
    </dgm:pt>
    <dgm:pt modelId="{82792896-B987-4631-B03F-55811C786178}">
      <dgm:prSet phldrT="[Text]" custT="1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pPr algn="ctr"/>
          <a:r>
            <a:rPr lang="en-US" sz="2800" b="1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rPr>
            <a:t>Non-Verbal Communication</a:t>
          </a:r>
        </a:p>
      </dgm:t>
    </dgm:pt>
    <dgm:pt modelId="{07616ED9-203C-4A6D-AB78-995DE5D35F03}" type="sibTrans" cxnId="{F787F1CC-1F8A-48C7-B3A8-5BA2CE355046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F234D57-A4AB-49AA-8CDF-43FDEDE2D591}" type="parTrans" cxnId="{F787F1CC-1F8A-48C7-B3A8-5BA2CE355046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EF53CD2-1A8B-4E10-A455-585F7A6DA65E}">
      <dgm:prSet phldrT="[Text]" custT="1"/>
      <dgm:spPr/>
      <dgm:t>
        <a:bodyPr/>
        <a:lstStyle/>
        <a:p>
          <a:r>
            <a:rPr lang="en-US" sz="1800" b="1" i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Types of non-verbal communication:</a:t>
          </a:r>
        </a:p>
      </dgm:t>
    </dgm:pt>
    <dgm:pt modelId="{93FE06FF-1EFF-4863-A109-6E8909599E48}" type="parTrans" cxnId="{8DA529DC-1CD0-4ED1-ADB2-CD3B20589F99}">
      <dgm:prSet/>
      <dgm:spPr/>
      <dgm:t>
        <a:bodyPr/>
        <a:lstStyle/>
        <a:p>
          <a:endParaRPr lang="en-IN"/>
        </a:p>
      </dgm:t>
    </dgm:pt>
    <dgm:pt modelId="{DDC0DCAF-7DC1-4F13-8DEA-873B1B2E6576}" type="sibTrans" cxnId="{8DA529DC-1CD0-4ED1-ADB2-CD3B20589F99}">
      <dgm:prSet/>
      <dgm:spPr/>
      <dgm:t>
        <a:bodyPr/>
        <a:lstStyle/>
        <a:p>
          <a:endParaRPr lang="en-IN"/>
        </a:p>
      </dgm:t>
    </dgm:pt>
    <dgm:pt modelId="{EFEBFEFE-D152-4CA5-8710-F7A2CF54C48B}">
      <dgm:prSet custT="1"/>
      <dgm:spPr/>
      <dgm:t>
        <a:bodyPr/>
        <a:lstStyle/>
        <a:p>
          <a:r>
            <a:rPr lang="en-US" sz="1800" b="1" i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Body Language: Gestures, facial expressions, posture, and eye contact.</a:t>
          </a:r>
          <a:endParaRPr lang="en-IN" sz="1800" b="1" i="1" dirty="0">
            <a:solidFill>
              <a:schemeClr val="bg1"/>
            </a:solidFill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E565B94A-3B90-46F8-95E1-B05AAE4A8934}" type="parTrans" cxnId="{F461CB67-5DF2-4FEC-A0C4-4D92EC6A44EB}">
      <dgm:prSet/>
      <dgm:spPr/>
      <dgm:t>
        <a:bodyPr/>
        <a:lstStyle/>
        <a:p>
          <a:endParaRPr lang="en-IN"/>
        </a:p>
      </dgm:t>
    </dgm:pt>
    <dgm:pt modelId="{8C2A67F3-508B-4B7B-927F-0C637C616838}" type="sibTrans" cxnId="{F461CB67-5DF2-4FEC-A0C4-4D92EC6A44EB}">
      <dgm:prSet/>
      <dgm:spPr/>
      <dgm:t>
        <a:bodyPr/>
        <a:lstStyle/>
        <a:p>
          <a:endParaRPr lang="en-IN"/>
        </a:p>
      </dgm:t>
    </dgm:pt>
    <dgm:pt modelId="{416483E1-5FF3-4375-AE73-3A68D27B812B}">
      <dgm:prSet phldrT="[Text]" custT="1"/>
      <dgm:spPr/>
      <dgm:t>
        <a:bodyPr/>
        <a:lstStyle/>
        <a:p>
          <a:endParaRPr lang="en-US" sz="1800" b="1" dirty="0">
            <a:solidFill>
              <a:schemeClr val="bg1"/>
            </a:solidFill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D4615B92-F863-4E0D-90DB-8929E912BA94}" type="sibTrans" cxnId="{BCCDB479-5A9B-40A8-884A-F70D7531491A}">
      <dgm:prSet/>
      <dgm:spPr/>
      <dgm:t>
        <a:bodyPr/>
        <a:lstStyle/>
        <a:p>
          <a:endParaRPr lang="en-IN"/>
        </a:p>
      </dgm:t>
    </dgm:pt>
    <dgm:pt modelId="{E0CF1DAF-3491-4FA9-816B-499CEDC5124E}" type="parTrans" cxnId="{BCCDB479-5A9B-40A8-884A-F70D7531491A}">
      <dgm:prSet/>
      <dgm:spPr/>
      <dgm:t>
        <a:bodyPr/>
        <a:lstStyle/>
        <a:p>
          <a:endParaRPr lang="en-IN"/>
        </a:p>
      </dgm:t>
    </dgm:pt>
    <dgm:pt modelId="{C339D88D-175E-4BCA-BB4B-DC98EE76681C}">
      <dgm:prSet custT="1"/>
      <dgm:spPr/>
      <dgm:t>
        <a:bodyPr/>
        <a:lstStyle/>
        <a:p>
          <a:r>
            <a:rPr lang="en-US" sz="1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Non-verbal communication is the transmission of information without using words.</a:t>
          </a:r>
        </a:p>
      </dgm:t>
    </dgm:pt>
    <dgm:pt modelId="{4EC7470A-987C-4F70-91DA-C96FAD7760DA}" type="parTrans" cxnId="{2AE6C0E4-583F-4D7C-AADE-C1C72D9D1FAC}">
      <dgm:prSet/>
      <dgm:spPr/>
      <dgm:t>
        <a:bodyPr/>
        <a:lstStyle/>
        <a:p>
          <a:endParaRPr lang="en-US"/>
        </a:p>
      </dgm:t>
    </dgm:pt>
    <dgm:pt modelId="{EE7EC642-F329-445B-89D8-FD57B914564C}" type="sibTrans" cxnId="{2AE6C0E4-583F-4D7C-AADE-C1C72D9D1FAC}">
      <dgm:prSet/>
      <dgm:spPr/>
      <dgm:t>
        <a:bodyPr/>
        <a:lstStyle/>
        <a:p>
          <a:endParaRPr lang="en-US"/>
        </a:p>
      </dgm:t>
    </dgm:pt>
    <dgm:pt modelId="{16DBC5CA-6F56-4819-9121-AE33C676D3A1}">
      <dgm:prSet custT="1"/>
      <dgm:spPr/>
      <dgm:t>
        <a:bodyPr/>
        <a:lstStyle/>
        <a:p>
          <a:r>
            <a:rPr lang="en-US" sz="1800" b="1" i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Proxemics: Use of personal space to convey comfort, authority, or intimacy.</a:t>
          </a:r>
        </a:p>
      </dgm:t>
    </dgm:pt>
    <dgm:pt modelId="{770F3E65-3B23-477A-98D0-7ADD2DB54262}" type="parTrans" cxnId="{5C63F6AC-4FB1-4C41-8A38-EE6DD47C21FB}">
      <dgm:prSet/>
      <dgm:spPr/>
      <dgm:t>
        <a:bodyPr/>
        <a:lstStyle/>
        <a:p>
          <a:endParaRPr lang="en-US"/>
        </a:p>
      </dgm:t>
    </dgm:pt>
    <dgm:pt modelId="{0C38C452-FC34-4B77-95C0-40369A37EF46}" type="sibTrans" cxnId="{5C63F6AC-4FB1-4C41-8A38-EE6DD47C21FB}">
      <dgm:prSet/>
      <dgm:spPr/>
      <dgm:t>
        <a:bodyPr/>
        <a:lstStyle/>
        <a:p>
          <a:endParaRPr lang="en-US"/>
        </a:p>
      </dgm:t>
    </dgm:pt>
    <dgm:pt modelId="{6A6727E4-FF38-4339-A6E7-5109A0AAC04B}">
      <dgm:prSet custT="1"/>
      <dgm:spPr/>
      <dgm:t>
        <a:bodyPr/>
        <a:lstStyle/>
        <a:p>
          <a:r>
            <a:rPr lang="en-US" sz="1800" b="1" i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Touch: Conveys emotions, comfort, or connection.</a:t>
          </a:r>
        </a:p>
      </dgm:t>
    </dgm:pt>
    <dgm:pt modelId="{78E33CC9-8ABA-4881-9756-192ACFC26184}" type="parTrans" cxnId="{3CADBC79-ECF1-43B3-BA2F-94AA4C3B1F2B}">
      <dgm:prSet/>
      <dgm:spPr/>
      <dgm:t>
        <a:bodyPr/>
        <a:lstStyle/>
        <a:p>
          <a:endParaRPr lang="en-US"/>
        </a:p>
      </dgm:t>
    </dgm:pt>
    <dgm:pt modelId="{81C9D0D6-A396-4E35-91B5-1C4DC1F91025}" type="sibTrans" cxnId="{3CADBC79-ECF1-43B3-BA2F-94AA4C3B1F2B}">
      <dgm:prSet/>
      <dgm:spPr/>
      <dgm:t>
        <a:bodyPr/>
        <a:lstStyle/>
        <a:p>
          <a:endParaRPr lang="en-US"/>
        </a:p>
      </dgm:t>
    </dgm:pt>
    <dgm:pt modelId="{1CF76B1B-38E5-4D08-B30F-28CF04359820}">
      <dgm:prSet custT="1"/>
      <dgm:spPr/>
      <dgm:t>
        <a:bodyPr/>
        <a:lstStyle/>
        <a:p>
          <a:r>
            <a:rPr lang="en-US" sz="1800" b="1" i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Appearance: Clothing, grooming, and personal style.</a:t>
          </a:r>
        </a:p>
      </dgm:t>
    </dgm:pt>
    <dgm:pt modelId="{A9A6AE3A-D104-47F9-9784-32EC58773576}" type="parTrans" cxnId="{BF1F537E-D469-4801-BFF1-8333AB6CF836}">
      <dgm:prSet/>
      <dgm:spPr/>
      <dgm:t>
        <a:bodyPr/>
        <a:lstStyle/>
        <a:p>
          <a:endParaRPr lang="en-US"/>
        </a:p>
      </dgm:t>
    </dgm:pt>
    <dgm:pt modelId="{566AF04E-0678-4A60-B8EC-D64D54ED3274}" type="sibTrans" cxnId="{BF1F537E-D469-4801-BFF1-8333AB6CF836}">
      <dgm:prSet/>
      <dgm:spPr/>
      <dgm:t>
        <a:bodyPr/>
        <a:lstStyle/>
        <a:p>
          <a:endParaRPr lang="en-US"/>
        </a:p>
      </dgm:t>
    </dgm:pt>
    <dgm:pt modelId="{8A7A1FB7-CF6B-4F9A-BC21-E9E0B20880BF}">
      <dgm:prSet custT="1"/>
      <dgm:spPr/>
      <dgm:t>
        <a:bodyPr/>
        <a:lstStyle/>
        <a:p>
          <a:r>
            <a:rPr lang="en-US" sz="1800" b="1" i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Visual Symbols: Signs, symbols, and visual cues.</a:t>
          </a:r>
        </a:p>
      </dgm:t>
    </dgm:pt>
    <dgm:pt modelId="{CA495A4C-CEC9-450E-8BDA-B40E77400954}" type="parTrans" cxnId="{02CB10E2-5CD3-4C34-9D3A-6D615E067BF1}">
      <dgm:prSet/>
      <dgm:spPr/>
      <dgm:t>
        <a:bodyPr/>
        <a:lstStyle/>
        <a:p>
          <a:endParaRPr lang="en-US"/>
        </a:p>
      </dgm:t>
    </dgm:pt>
    <dgm:pt modelId="{5FF0F3F2-3B75-44E3-9DEC-1F6C6257EC1D}" type="sibTrans" cxnId="{02CB10E2-5CD3-4C34-9D3A-6D615E067BF1}">
      <dgm:prSet/>
      <dgm:spPr/>
      <dgm:t>
        <a:bodyPr/>
        <a:lstStyle/>
        <a:p>
          <a:endParaRPr lang="en-US"/>
        </a:p>
      </dgm:t>
    </dgm:pt>
    <dgm:pt modelId="{9E891749-8FE0-4658-ABFE-06D2E5465AFB}">
      <dgm:prSet phldrT="[Text]" custT="1"/>
      <dgm:spPr/>
      <dgm:t>
        <a:bodyPr/>
        <a:lstStyle/>
        <a:p>
          <a:endParaRPr lang="en-US" sz="1800" b="1" i="1" dirty="0">
            <a:solidFill>
              <a:schemeClr val="bg1"/>
            </a:solidFill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F3CCA1B9-52F4-4001-95B3-970FA070AEF6}" type="parTrans" cxnId="{D6DDE96E-90B3-404D-AA7E-47577AC32D0F}">
      <dgm:prSet/>
      <dgm:spPr/>
      <dgm:t>
        <a:bodyPr/>
        <a:lstStyle/>
        <a:p>
          <a:endParaRPr lang="en-US"/>
        </a:p>
      </dgm:t>
    </dgm:pt>
    <dgm:pt modelId="{E82B6D36-E672-4623-A603-7C23E76A26A0}" type="sibTrans" cxnId="{D6DDE96E-90B3-404D-AA7E-47577AC32D0F}">
      <dgm:prSet/>
      <dgm:spPr/>
      <dgm:t>
        <a:bodyPr/>
        <a:lstStyle/>
        <a:p>
          <a:endParaRPr lang="en-US"/>
        </a:p>
      </dgm:t>
    </dgm:pt>
    <dgm:pt modelId="{EC4AD21A-9C38-4BD8-BA10-8318EC43FF7A}" type="pres">
      <dgm:prSet presAssocID="{A2C4D678-FBDA-484B-8BA1-BE04FF8AB5EE}" presName="linear" presStyleCnt="0">
        <dgm:presLayoutVars>
          <dgm:animLvl val="lvl"/>
          <dgm:resizeHandles val="exact"/>
        </dgm:presLayoutVars>
      </dgm:prSet>
      <dgm:spPr/>
    </dgm:pt>
    <dgm:pt modelId="{F464B5BC-6733-4644-A603-557AC25D6CC6}" type="pres">
      <dgm:prSet presAssocID="{82792896-B987-4631-B03F-55811C786178}" presName="parentText" presStyleLbl="node1" presStyleIdx="0" presStyleCnt="1" custScaleY="157851" custLinFactNeighborY="-5380">
        <dgm:presLayoutVars>
          <dgm:chMax val="0"/>
          <dgm:bulletEnabled val="1"/>
        </dgm:presLayoutVars>
      </dgm:prSet>
      <dgm:spPr/>
    </dgm:pt>
    <dgm:pt modelId="{F6F2558E-021E-46FA-B368-C04C526EE510}" type="pres">
      <dgm:prSet presAssocID="{82792896-B987-4631-B03F-55811C786178}" presName="childText" presStyleLbl="revTx" presStyleIdx="0" presStyleCnt="1" custLinFactNeighborY="25562">
        <dgm:presLayoutVars>
          <dgm:bulletEnabled val="1"/>
        </dgm:presLayoutVars>
      </dgm:prSet>
      <dgm:spPr/>
    </dgm:pt>
  </dgm:ptLst>
  <dgm:cxnLst>
    <dgm:cxn modelId="{073E0A38-FFB6-4CB0-98D1-1EF018C5BEF3}" type="presOf" srcId="{416483E1-5FF3-4375-AE73-3A68D27B812B}" destId="{F6F2558E-021E-46FA-B368-C04C526EE510}" srcOrd="0" destOrd="0" presId="urn:microsoft.com/office/officeart/2005/8/layout/vList2"/>
    <dgm:cxn modelId="{F461CB67-5DF2-4FEC-A0C4-4D92EC6A44EB}" srcId="{82792896-B987-4631-B03F-55811C786178}" destId="{EFEBFEFE-D152-4CA5-8710-F7A2CF54C48B}" srcOrd="4" destOrd="0" parTransId="{E565B94A-3B90-46F8-95E1-B05AAE4A8934}" sibTransId="{8C2A67F3-508B-4B7B-927F-0C637C616838}"/>
    <dgm:cxn modelId="{D6DDE96E-90B3-404D-AA7E-47577AC32D0F}" srcId="{82792896-B987-4631-B03F-55811C786178}" destId="{9E891749-8FE0-4658-ABFE-06D2E5465AFB}" srcOrd="2" destOrd="0" parTransId="{F3CCA1B9-52F4-4001-95B3-970FA070AEF6}" sibTransId="{E82B6D36-E672-4623-A603-7C23E76A26A0}"/>
    <dgm:cxn modelId="{7D59DB71-0A95-4F35-8B08-9483EF1CBD52}" type="presOf" srcId="{9EF53CD2-1A8B-4E10-A455-585F7A6DA65E}" destId="{F6F2558E-021E-46FA-B368-C04C526EE510}" srcOrd="0" destOrd="3" presId="urn:microsoft.com/office/officeart/2005/8/layout/vList2"/>
    <dgm:cxn modelId="{A06ACE73-C045-4B5E-8DB8-364EDA8A6A5D}" type="presOf" srcId="{1CF76B1B-38E5-4D08-B30F-28CF04359820}" destId="{F6F2558E-021E-46FA-B368-C04C526EE510}" srcOrd="0" destOrd="7" presId="urn:microsoft.com/office/officeart/2005/8/layout/vList2"/>
    <dgm:cxn modelId="{A08F4B55-4FE2-44EC-80E7-5FD42A43B3FF}" type="presOf" srcId="{16DBC5CA-6F56-4819-9121-AE33C676D3A1}" destId="{F6F2558E-021E-46FA-B368-C04C526EE510}" srcOrd="0" destOrd="5" presId="urn:microsoft.com/office/officeart/2005/8/layout/vList2"/>
    <dgm:cxn modelId="{BCCDB479-5A9B-40A8-884A-F70D7531491A}" srcId="{82792896-B987-4631-B03F-55811C786178}" destId="{416483E1-5FF3-4375-AE73-3A68D27B812B}" srcOrd="0" destOrd="0" parTransId="{E0CF1DAF-3491-4FA9-816B-499CEDC5124E}" sibTransId="{D4615B92-F863-4E0D-90DB-8929E912BA94}"/>
    <dgm:cxn modelId="{3CADBC79-ECF1-43B3-BA2F-94AA4C3B1F2B}" srcId="{82792896-B987-4631-B03F-55811C786178}" destId="{6A6727E4-FF38-4339-A6E7-5109A0AAC04B}" srcOrd="6" destOrd="0" parTransId="{78E33CC9-8ABA-4881-9756-192ACFC26184}" sibTransId="{81C9D0D6-A396-4E35-91B5-1C4DC1F91025}"/>
    <dgm:cxn modelId="{BF1F537E-D469-4801-BFF1-8333AB6CF836}" srcId="{82792896-B987-4631-B03F-55811C786178}" destId="{1CF76B1B-38E5-4D08-B30F-28CF04359820}" srcOrd="7" destOrd="0" parTransId="{A9A6AE3A-D104-47F9-9784-32EC58773576}" sibTransId="{566AF04E-0678-4A60-B8EC-D64D54ED3274}"/>
    <dgm:cxn modelId="{5C63F6AC-4FB1-4C41-8A38-EE6DD47C21FB}" srcId="{82792896-B987-4631-B03F-55811C786178}" destId="{16DBC5CA-6F56-4819-9121-AE33C676D3A1}" srcOrd="5" destOrd="0" parTransId="{770F3E65-3B23-477A-98D0-7ADD2DB54262}" sibTransId="{0C38C452-FC34-4B77-95C0-40369A37EF46}"/>
    <dgm:cxn modelId="{81421CAD-9B2A-4CA0-B6F8-E46BD78C8504}" type="presOf" srcId="{C339D88D-175E-4BCA-BB4B-DC98EE76681C}" destId="{F6F2558E-021E-46FA-B368-C04C526EE510}" srcOrd="0" destOrd="1" presId="urn:microsoft.com/office/officeart/2005/8/layout/vList2"/>
    <dgm:cxn modelId="{416542BF-9F2D-40B3-A565-84359D413623}" type="presOf" srcId="{8A7A1FB7-CF6B-4F9A-BC21-E9E0B20880BF}" destId="{F6F2558E-021E-46FA-B368-C04C526EE510}" srcOrd="0" destOrd="8" presId="urn:microsoft.com/office/officeart/2005/8/layout/vList2"/>
    <dgm:cxn modelId="{F787F1CC-1F8A-48C7-B3A8-5BA2CE355046}" srcId="{A2C4D678-FBDA-484B-8BA1-BE04FF8AB5EE}" destId="{82792896-B987-4631-B03F-55811C786178}" srcOrd="0" destOrd="0" parTransId="{1F234D57-A4AB-49AA-8CDF-43FDEDE2D591}" sibTransId="{07616ED9-203C-4A6D-AB78-995DE5D35F03}"/>
    <dgm:cxn modelId="{8BB3CED2-DD69-4D04-8D51-AB7943FFA41E}" type="presOf" srcId="{EFEBFEFE-D152-4CA5-8710-F7A2CF54C48B}" destId="{F6F2558E-021E-46FA-B368-C04C526EE510}" srcOrd="0" destOrd="4" presId="urn:microsoft.com/office/officeart/2005/8/layout/vList2"/>
    <dgm:cxn modelId="{71258ED4-B99B-4762-8661-0D175810076A}" type="presOf" srcId="{9E891749-8FE0-4658-ABFE-06D2E5465AFB}" destId="{F6F2558E-021E-46FA-B368-C04C526EE510}" srcOrd="0" destOrd="2" presId="urn:microsoft.com/office/officeart/2005/8/layout/vList2"/>
    <dgm:cxn modelId="{377606D7-AB4C-489F-B9FE-0B90298343BF}" type="presOf" srcId="{A2C4D678-FBDA-484B-8BA1-BE04FF8AB5EE}" destId="{EC4AD21A-9C38-4BD8-BA10-8318EC43FF7A}" srcOrd="0" destOrd="0" presId="urn:microsoft.com/office/officeart/2005/8/layout/vList2"/>
    <dgm:cxn modelId="{8DA529DC-1CD0-4ED1-ADB2-CD3B20589F99}" srcId="{82792896-B987-4631-B03F-55811C786178}" destId="{9EF53CD2-1A8B-4E10-A455-585F7A6DA65E}" srcOrd="3" destOrd="0" parTransId="{93FE06FF-1EFF-4863-A109-6E8909599E48}" sibTransId="{DDC0DCAF-7DC1-4F13-8DEA-873B1B2E6576}"/>
    <dgm:cxn modelId="{02CB10E2-5CD3-4C34-9D3A-6D615E067BF1}" srcId="{82792896-B987-4631-B03F-55811C786178}" destId="{8A7A1FB7-CF6B-4F9A-BC21-E9E0B20880BF}" srcOrd="8" destOrd="0" parTransId="{CA495A4C-CEC9-450E-8BDA-B40E77400954}" sibTransId="{5FF0F3F2-3B75-44E3-9DEC-1F6C6257EC1D}"/>
    <dgm:cxn modelId="{2AE6C0E4-583F-4D7C-AADE-C1C72D9D1FAC}" srcId="{82792896-B987-4631-B03F-55811C786178}" destId="{C339D88D-175E-4BCA-BB4B-DC98EE76681C}" srcOrd="1" destOrd="0" parTransId="{4EC7470A-987C-4F70-91DA-C96FAD7760DA}" sibTransId="{EE7EC642-F329-445B-89D8-FD57B914564C}"/>
    <dgm:cxn modelId="{58300AEE-A5B7-4579-BC56-ADDDD1DC3541}" type="presOf" srcId="{82792896-B987-4631-B03F-55811C786178}" destId="{F464B5BC-6733-4644-A603-557AC25D6CC6}" srcOrd="0" destOrd="0" presId="urn:microsoft.com/office/officeart/2005/8/layout/vList2"/>
    <dgm:cxn modelId="{58FD5BFC-602D-47B7-82B8-7744FED6F196}" type="presOf" srcId="{6A6727E4-FF38-4339-A6E7-5109A0AAC04B}" destId="{F6F2558E-021E-46FA-B368-C04C526EE510}" srcOrd="0" destOrd="6" presId="urn:microsoft.com/office/officeart/2005/8/layout/vList2"/>
    <dgm:cxn modelId="{799E43BB-BF8E-46EB-9143-AB66C331A94E}" type="presParOf" srcId="{EC4AD21A-9C38-4BD8-BA10-8318EC43FF7A}" destId="{F464B5BC-6733-4644-A603-557AC25D6CC6}" srcOrd="0" destOrd="0" presId="urn:microsoft.com/office/officeart/2005/8/layout/vList2"/>
    <dgm:cxn modelId="{58D5D18F-753A-49AB-8C75-38C2C020EE98}" type="presParOf" srcId="{EC4AD21A-9C38-4BD8-BA10-8318EC43FF7A}" destId="{F6F2558E-021E-46FA-B368-C04C526EE51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2C4D678-FBDA-484B-8BA1-BE04FF8AB5EE}" type="doc">
      <dgm:prSet loTypeId="urn:microsoft.com/office/officeart/2005/8/layout/vList2" loCatId="list" qsTypeId="urn:microsoft.com/office/officeart/2005/8/quickstyle/simple1" qsCatId="simple" csTypeId="urn:microsoft.com/office/officeart/2005/8/colors/colorful1#3" csCatId="colorful" phldr="1"/>
      <dgm:spPr/>
      <dgm:t>
        <a:bodyPr/>
        <a:lstStyle/>
        <a:p>
          <a:endParaRPr lang="en-US"/>
        </a:p>
      </dgm:t>
    </dgm:pt>
    <dgm:pt modelId="{82792896-B987-4631-B03F-55811C786178}">
      <dgm:prSet phldrT="[Text]" custT="1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pPr algn="ctr"/>
          <a:r>
            <a:rPr lang="en-US" sz="2800" b="1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rPr>
            <a:t>Paraverbal Communication</a:t>
          </a:r>
        </a:p>
      </dgm:t>
    </dgm:pt>
    <dgm:pt modelId="{07616ED9-203C-4A6D-AB78-995DE5D35F03}" type="sibTrans" cxnId="{F787F1CC-1F8A-48C7-B3A8-5BA2CE355046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F234D57-A4AB-49AA-8CDF-43FDEDE2D591}" type="parTrans" cxnId="{F787F1CC-1F8A-48C7-B3A8-5BA2CE355046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16483E1-5FF3-4375-AE73-3A68D27B812B}">
      <dgm:prSet phldrT="[Text]" custT="1"/>
      <dgm:spPr/>
      <dgm:t>
        <a:bodyPr/>
        <a:lstStyle/>
        <a:p>
          <a:r>
            <a:rPr lang="en-US" sz="1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Paraverbal communication refers to how something is said rather than the actual words used.</a:t>
          </a:r>
        </a:p>
      </dgm:t>
    </dgm:pt>
    <dgm:pt modelId="{D4615B92-F863-4E0D-90DB-8929E912BA94}" type="sibTrans" cxnId="{BCCDB479-5A9B-40A8-884A-F70D7531491A}">
      <dgm:prSet/>
      <dgm:spPr/>
      <dgm:t>
        <a:bodyPr/>
        <a:lstStyle/>
        <a:p>
          <a:endParaRPr lang="en-IN"/>
        </a:p>
      </dgm:t>
    </dgm:pt>
    <dgm:pt modelId="{E0CF1DAF-3491-4FA9-816B-499CEDC5124E}" type="parTrans" cxnId="{BCCDB479-5A9B-40A8-884A-F70D7531491A}">
      <dgm:prSet/>
      <dgm:spPr/>
      <dgm:t>
        <a:bodyPr/>
        <a:lstStyle/>
        <a:p>
          <a:endParaRPr lang="en-IN"/>
        </a:p>
      </dgm:t>
    </dgm:pt>
    <dgm:pt modelId="{A3AEE266-1E59-4598-90F3-592A4B37CE4E}">
      <dgm:prSet custT="1"/>
      <dgm:spPr/>
      <dgm:t>
        <a:bodyPr/>
        <a:lstStyle/>
        <a:p>
          <a:r>
            <a:rPr lang="en-US" sz="1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Elements of paraverbal communication:</a:t>
          </a:r>
        </a:p>
      </dgm:t>
    </dgm:pt>
    <dgm:pt modelId="{29EB1AFD-39A1-48B8-8812-E78B02602F5D}" type="parTrans" cxnId="{9DD86B50-ABDE-42ED-A249-77F39A19207B}">
      <dgm:prSet/>
      <dgm:spPr/>
      <dgm:t>
        <a:bodyPr/>
        <a:lstStyle/>
        <a:p>
          <a:endParaRPr lang="en-US"/>
        </a:p>
      </dgm:t>
    </dgm:pt>
    <dgm:pt modelId="{A391BF0E-6485-4C1B-A80B-8E17793E7B31}" type="sibTrans" cxnId="{9DD86B50-ABDE-42ED-A249-77F39A19207B}">
      <dgm:prSet/>
      <dgm:spPr/>
      <dgm:t>
        <a:bodyPr/>
        <a:lstStyle/>
        <a:p>
          <a:endParaRPr lang="en-US"/>
        </a:p>
      </dgm:t>
    </dgm:pt>
    <dgm:pt modelId="{0778DF64-B262-4BA2-9762-E1F6A3004B93}">
      <dgm:prSet custT="1"/>
      <dgm:spPr/>
      <dgm:t>
        <a:bodyPr/>
        <a:lstStyle/>
        <a:p>
          <a:r>
            <a:rPr lang="en-US" sz="1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Pitch: High or low tone of voice.</a:t>
          </a:r>
        </a:p>
      </dgm:t>
    </dgm:pt>
    <dgm:pt modelId="{E4C08BA0-6F21-44D0-8BF4-BEAF6649046B}" type="parTrans" cxnId="{68AC2729-9D1D-4C3B-B447-0961E13A5308}">
      <dgm:prSet/>
      <dgm:spPr/>
      <dgm:t>
        <a:bodyPr/>
        <a:lstStyle/>
        <a:p>
          <a:endParaRPr lang="en-US"/>
        </a:p>
      </dgm:t>
    </dgm:pt>
    <dgm:pt modelId="{184AE1C0-F129-49F0-8B42-E92D03901B3C}" type="sibTrans" cxnId="{68AC2729-9D1D-4C3B-B447-0961E13A5308}">
      <dgm:prSet/>
      <dgm:spPr/>
      <dgm:t>
        <a:bodyPr/>
        <a:lstStyle/>
        <a:p>
          <a:endParaRPr lang="en-US"/>
        </a:p>
      </dgm:t>
    </dgm:pt>
    <dgm:pt modelId="{ED596198-B487-417D-97F8-AC849B6D90E8}">
      <dgm:prSet custT="1"/>
      <dgm:spPr/>
      <dgm:t>
        <a:bodyPr/>
        <a:lstStyle/>
        <a:p>
          <a:r>
            <a:rPr lang="en-US" sz="1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Pace: Speed at which speech is delivered.</a:t>
          </a:r>
        </a:p>
      </dgm:t>
    </dgm:pt>
    <dgm:pt modelId="{A86B9D4B-63A9-4780-BE49-362E4A25E971}" type="parTrans" cxnId="{D013B1CB-9CD1-42CD-8167-F11DCE057B58}">
      <dgm:prSet/>
      <dgm:spPr/>
      <dgm:t>
        <a:bodyPr/>
        <a:lstStyle/>
        <a:p>
          <a:endParaRPr lang="en-US"/>
        </a:p>
      </dgm:t>
    </dgm:pt>
    <dgm:pt modelId="{57DA6374-CF42-4956-91ED-0E73AF05A84E}" type="sibTrans" cxnId="{D013B1CB-9CD1-42CD-8167-F11DCE057B58}">
      <dgm:prSet/>
      <dgm:spPr/>
      <dgm:t>
        <a:bodyPr/>
        <a:lstStyle/>
        <a:p>
          <a:endParaRPr lang="en-US"/>
        </a:p>
      </dgm:t>
    </dgm:pt>
    <dgm:pt modelId="{B3D03318-8F24-453A-B743-40421F3AB0BD}">
      <dgm:prSet custT="1"/>
      <dgm:spPr/>
      <dgm:t>
        <a:bodyPr/>
        <a:lstStyle/>
        <a:p>
          <a:r>
            <a:rPr lang="en-US" sz="1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Volume: Loudness or softness of speech.</a:t>
          </a:r>
        </a:p>
      </dgm:t>
    </dgm:pt>
    <dgm:pt modelId="{1182CC8F-66BC-4484-8BDD-44162B18E8CB}" type="parTrans" cxnId="{6F76C438-AF13-490A-99B5-E7B7C104EAF0}">
      <dgm:prSet/>
      <dgm:spPr/>
      <dgm:t>
        <a:bodyPr/>
        <a:lstStyle/>
        <a:p>
          <a:endParaRPr lang="en-US"/>
        </a:p>
      </dgm:t>
    </dgm:pt>
    <dgm:pt modelId="{7E232B98-41D5-4F48-B01F-86A0C49D9B33}" type="sibTrans" cxnId="{6F76C438-AF13-490A-99B5-E7B7C104EAF0}">
      <dgm:prSet/>
      <dgm:spPr/>
      <dgm:t>
        <a:bodyPr/>
        <a:lstStyle/>
        <a:p>
          <a:endParaRPr lang="en-US"/>
        </a:p>
      </dgm:t>
    </dgm:pt>
    <dgm:pt modelId="{2E0E3079-D439-4BF2-AE93-25CED3C1F731}">
      <dgm:prSet custT="1"/>
      <dgm:spPr/>
      <dgm:t>
        <a:bodyPr/>
        <a:lstStyle/>
        <a:p>
          <a:r>
            <a:rPr lang="en-US" sz="1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Intonation: Patterns of pitch and tone that add meaning to words.</a:t>
          </a:r>
        </a:p>
      </dgm:t>
    </dgm:pt>
    <dgm:pt modelId="{998DEB2E-F4A6-41A8-B9B0-950F672C15AE}" type="parTrans" cxnId="{64E8F8D5-F201-4490-A99D-04391A73CA12}">
      <dgm:prSet/>
      <dgm:spPr/>
      <dgm:t>
        <a:bodyPr/>
        <a:lstStyle/>
        <a:p>
          <a:endParaRPr lang="en-US"/>
        </a:p>
      </dgm:t>
    </dgm:pt>
    <dgm:pt modelId="{CF190DFF-9403-4582-88AB-B3BD22FBBB93}" type="sibTrans" cxnId="{64E8F8D5-F201-4490-A99D-04391A73CA12}">
      <dgm:prSet/>
      <dgm:spPr/>
      <dgm:t>
        <a:bodyPr/>
        <a:lstStyle/>
        <a:p>
          <a:endParaRPr lang="en-US"/>
        </a:p>
      </dgm:t>
    </dgm:pt>
    <dgm:pt modelId="{6F3E4A04-E68C-4041-ABED-9E6388D4454D}">
      <dgm:prSet custT="1"/>
      <dgm:spPr/>
      <dgm:t>
        <a:bodyPr/>
        <a:lstStyle/>
        <a:p>
          <a:r>
            <a:rPr lang="en-US" sz="1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Pauses: Strategic pauses for emphasis or clarification.</a:t>
          </a:r>
        </a:p>
      </dgm:t>
    </dgm:pt>
    <dgm:pt modelId="{BDB7BB8D-D69F-4A9A-8D70-C23C1594E00E}" type="parTrans" cxnId="{C414E852-48D4-425D-BE37-B198E89D3C03}">
      <dgm:prSet/>
      <dgm:spPr/>
      <dgm:t>
        <a:bodyPr/>
        <a:lstStyle/>
        <a:p>
          <a:endParaRPr lang="en-US"/>
        </a:p>
      </dgm:t>
    </dgm:pt>
    <dgm:pt modelId="{4655B10F-C87B-4D44-809E-60FFDE450AD7}" type="sibTrans" cxnId="{C414E852-48D4-425D-BE37-B198E89D3C03}">
      <dgm:prSet/>
      <dgm:spPr/>
      <dgm:t>
        <a:bodyPr/>
        <a:lstStyle/>
        <a:p>
          <a:endParaRPr lang="en-US"/>
        </a:p>
      </dgm:t>
    </dgm:pt>
    <dgm:pt modelId="{ACB39185-5491-41E2-8CDE-CDA761500B20}">
      <dgm:prSet phldrT="[Text]" custT="1"/>
      <dgm:spPr/>
      <dgm:t>
        <a:bodyPr/>
        <a:lstStyle/>
        <a:p>
          <a:endParaRPr lang="en-US" sz="1800" b="1" dirty="0">
            <a:solidFill>
              <a:schemeClr val="bg1"/>
            </a:solidFill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03D77067-F933-4429-8706-7D88B0711AE6}" type="parTrans" cxnId="{D601172B-8FB1-414D-AC2D-B41947047B7D}">
      <dgm:prSet/>
      <dgm:spPr/>
    </dgm:pt>
    <dgm:pt modelId="{E454CBAA-EFF3-45CE-A47E-5BF134F3B31B}" type="sibTrans" cxnId="{D601172B-8FB1-414D-AC2D-B41947047B7D}">
      <dgm:prSet/>
      <dgm:spPr/>
    </dgm:pt>
    <dgm:pt modelId="{EC4AD21A-9C38-4BD8-BA10-8318EC43FF7A}" type="pres">
      <dgm:prSet presAssocID="{A2C4D678-FBDA-484B-8BA1-BE04FF8AB5EE}" presName="linear" presStyleCnt="0">
        <dgm:presLayoutVars>
          <dgm:animLvl val="lvl"/>
          <dgm:resizeHandles val="exact"/>
        </dgm:presLayoutVars>
      </dgm:prSet>
      <dgm:spPr/>
    </dgm:pt>
    <dgm:pt modelId="{F464B5BC-6733-4644-A603-557AC25D6CC6}" type="pres">
      <dgm:prSet presAssocID="{82792896-B987-4631-B03F-55811C786178}" presName="parentText" presStyleLbl="node1" presStyleIdx="0" presStyleCnt="1" custScaleY="157851" custLinFactNeighborY="-5380">
        <dgm:presLayoutVars>
          <dgm:chMax val="0"/>
          <dgm:bulletEnabled val="1"/>
        </dgm:presLayoutVars>
      </dgm:prSet>
      <dgm:spPr/>
    </dgm:pt>
    <dgm:pt modelId="{F6F2558E-021E-46FA-B368-C04C526EE510}" type="pres">
      <dgm:prSet presAssocID="{82792896-B987-4631-B03F-55811C786178}" presName="childText" presStyleLbl="revTx" presStyleIdx="0" presStyleCnt="1" custLinFactNeighborY="25562">
        <dgm:presLayoutVars>
          <dgm:bulletEnabled val="1"/>
        </dgm:presLayoutVars>
      </dgm:prSet>
      <dgm:spPr/>
    </dgm:pt>
  </dgm:ptLst>
  <dgm:cxnLst>
    <dgm:cxn modelId="{EF533D28-1116-4FB5-BEE2-484CFDC20BC9}" type="presOf" srcId="{B3D03318-8F24-453A-B743-40421F3AB0BD}" destId="{F6F2558E-021E-46FA-B368-C04C526EE510}" srcOrd="0" destOrd="5" presId="urn:microsoft.com/office/officeart/2005/8/layout/vList2"/>
    <dgm:cxn modelId="{68AC2729-9D1D-4C3B-B447-0961E13A5308}" srcId="{82792896-B987-4631-B03F-55811C786178}" destId="{0778DF64-B262-4BA2-9762-E1F6A3004B93}" srcOrd="3" destOrd="0" parTransId="{E4C08BA0-6F21-44D0-8BF4-BEAF6649046B}" sibTransId="{184AE1C0-F129-49F0-8B42-E92D03901B3C}"/>
    <dgm:cxn modelId="{D601172B-8FB1-414D-AC2D-B41947047B7D}" srcId="{82792896-B987-4631-B03F-55811C786178}" destId="{ACB39185-5491-41E2-8CDE-CDA761500B20}" srcOrd="1" destOrd="0" parTransId="{03D77067-F933-4429-8706-7D88B0711AE6}" sibTransId="{E454CBAA-EFF3-45CE-A47E-5BF134F3B31B}"/>
    <dgm:cxn modelId="{30DA9D34-43DD-4BF1-ABEA-EEB4B65950E5}" type="presOf" srcId="{6F3E4A04-E68C-4041-ABED-9E6388D4454D}" destId="{F6F2558E-021E-46FA-B368-C04C526EE510}" srcOrd="0" destOrd="7" presId="urn:microsoft.com/office/officeart/2005/8/layout/vList2"/>
    <dgm:cxn modelId="{073E0A38-FFB6-4CB0-98D1-1EF018C5BEF3}" type="presOf" srcId="{416483E1-5FF3-4375-AE73-3A68D27B812B}" destId="{F6F2558E-021E-46FA-B368-C04C526EE510}" srcOrd="0" destOrd="0" presId="urn:microsoft.com/office/officeart/2005/8/layout/vList2"/>
    <dgm:cxn modelId="{6F76C438-AF13-490A-99B5-E7B7C104EAF0}" srcId="{82792896-B987-4631-B03F-55811C786178}" destId="{B3D03318-8F24-453A-B743-40421F3AB0BD}" srcOrd="5" destOrd="0" parTransId="{1182CC8F-66BC-4484-8BDD-44162B18E8CB}" sibTransId="{7E232B98-41D5-4F48-B01F-86A0C49D9B33}"/>
    <dgm:cxn modelId="{9DD86B50-ABDE-42ED-A249-77F39A19207B}" srcId="{82792896-B987-4631-B03F-55811C786178}" destId="{A3AEE266-1E59-4598-90F3-592A4B37CE4E}" srcOrd="2" destOrd="0" parTransId="{29EB1AFD-39A1-48B8-8812-E78B02602F5D}" sibTransId="{A391BF0E-6485-4C1B-A80B-8E17793E7B31}"/>
    <dgm:cxn modelId="{C414E852-48D4-425D-BE37-B198E89D3C03}" srcId="{82792896-B987-4631-B03F-55811C786178}" destId="{6F3E4A04-E68C-4041-ABED-9E6388D4454D}" srcOrd="7" destOrd="0" parTransId="{BDB7BB8D-D69F-4A9A-8D70-C23C1594E00E}" sibTransId="{4655B10F-C87B-4D44-809E-60FFDE450AD7}"/>
    <dgm:cxn modelId="{BCCDB479-5A9B-40A8-884A-F70D7531491A}" srcId="{82792896-B987-4631-B03F-55811C786178}" destId="{416483E1-5FF3-4375-AE73-3A68D27B812B}" srcOrd="0" destOrd="0" parTransId="{E0CF1DAF-3491-4FA9-816B-499CEDC5124E}" sibTransId="{D4615B92-F863-4E0D-90DB-8929E912BA94}"/>
    <dgm:cxn modelId="{44198A9E-EE2F-4015-BEB5-2E13D2323C1A}" type="presOf" srcId="{A3AEE266-1E59-4598-90F3-592A4B37CE4E}" destId="{F6F2558E-021E-46FA-B368-C04C526EE510}" srcOrd="0" destOrd="2" presId="urn:microsoft.com/office/officeart/2005/8/layout/vList2"/>
    <dgm:cxn modelId="{2AED5DA3-DF8D-4A2A-9653-3F57C8589FC6}" type="presOf" srcId="{2E0E3079-D439-4BF2-AE93-25CED3C1F731}" destId="{F6F2558E-021E-46FA-B368-C04C526EE510}" srcOrd="0" destOrd="6" presId="urn:microsoft.com/office/officeart/2005/8/layout/vList2"/>
    <dgm:cxn modelId="{BE7A5EAE-3FAE-45EE-AB9A-90CAD000348C}" type="presOf" srcId="{ACB39185-5491-41E2-8CDE-CDA761500B20}" destId="{F6F2558E-021E-46FA-B368-C04C526EE510}" srcOrd="0" destOrd="1" presId="urn:microsoft.com/office/officeart/2005/8/layout/vList2"/>
    <dgm:cxn modelId="{131631BB-1996-4F39-A0D8-4C78735940A4}" type="presOf" srcId="{ED596198-B487-417D-97F8-AC849B6D90E8}" destId="{F6F2558E-021E-46FA-B368-C04C526EE510}" srcOrd="0" destOrd="4" presId="urn:microsoft.com/office/officeart/2005/8/layout/vList2"/>
    <dgm:cxn modelId="{D013B1CB-9CD1-42CD-8167-F11DCE057B58}" srcId="{82792896-B987-4631-B03F-55811C786178}" destId="{ED596198-B487-417D-97F8-AC849B6D90E8}" srcOrd="4" destOrd="0" parTransId="{A86B9D4B-63A9-4780-BE49-362E4A25E971}" sibTransId="{57DA6374-CF42-4956-91ED-0E73AF05A84E}"/>
    <dgm:cxn modelId="{F787F1CC-1F8A-48C7-B3A8-5BA2CE355046}" srcId="{A2C4D678-FBDA-484B-8BA1-BE04FF8AB5EE}" destId="{82792896-B987-4631-B03F-55811C786178}" srcOrd="0" destOrd="0" parTransId="{1F234D57-A4AB-49AA-8CDF-43FDEDE2D591}" sibTransId="{07616ED9-203C-4A6D-AB78-995DE5D35F03}"/>
    <dgm:cxn modelId="{64E8F8D5-F201-4490-A99D-04391A73CA12}" srcId="{82792896-B987-4631-B03F-55811C786178}" destId="{2E0E3079-D439-4BF2-AE93-25CED3C1F731}" srcOrd="6" destOrd="0" parTransId="{998DEB2E-F4A6-41A8-B9B0-950F672C15AE}" sibTransId="{CF190DFF-9403-4582-88AB-B3BD22FBBB93}"/>
    <dgm:cxn modelId="{843408D6-6ADE-4963-824D-AC67164968BF}" type="presOf" srcId="{0778DF64-B262-4BA2-9762-E1F6A3004B93}" destId="{F6F2558E-021E-46FA-B368-C04C526EE510}" srcOrd="0" destOrd="3" presId="urn:microsoft.com/office/officeart/2005/8/layout/vList2"/>
    <dgm:cxn modelId="{377606D7-AB4C-489F-B9FE-0B90298343BF}" type="presOf" srcId="{A2C4D678-FBDA-484B-8BA1-BE04FF8AB5EE}" destId="{EC4AD21A-9C38-4BD8-BA10-8318EC43FF7A}" srcOrd="0" destOrd="0" presId="urn:microsoft.com/office/officeart/2005/8/layout/vList2"/>
    <dgm:cxn modelId="{58300AEE-A5B7-4579-BC56-ADDDD1DC3541}" type="presOf" srcId="{82792896-B987-4631-B03F-55811C786178}" destId="{F464B5BC-6733-4644-A603-557AC25D6CC6}" srcOrd="0" destOrd="0" presId="urn:microsoft.com/office/officeart/2005/8/layout/vList2"/>
    <dgm:cxn modelId="{799E43BB-BF8E-46EB-9143-AB66C331A94E}" type="presParOf" srcId="{EC4AD21A-9C38-4BD8-BA10-8318EC43FF7A}" destId="{F464B5BC-6733-4644-A603-557AC25D6CC6}" srcOrd="0" destOrd="0" presId="urn:microsoft.com/office/officeart/2005/8/layout/vList2"/>
    <dgm:cxn modelId="{58D5D18F-753A-49AB-8C75-38C2C020EE98}" type="presParOf" srcId="{EC4AD21A-9C38-4BD8-BA10-8318EC43FF7A}" destId="{F6F2558E-021E-46FA-B368-C04C526EE51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86DBBD2-ADF2-4613-BB28-A270F563838A}" type="doc">
      <dgm:prSet loTypeId="urn:microsoft.com/office/officeart/2005/8/layout/hierarchy2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83E4557-6D4A-4862-8C6A-2F18C1FE9E0C}">
      <dgm:prSet phldrT="[Text]" custT="1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sz="2000" b="1" dirty="0">
              <a:latin typeface="Cambria" pitchFamily="18" charset="0"/>
            </a:rPr>
            <a:t>Language Barriers</a:t>
          </a:r>
        </a:p>
      </dgm:t>
    </dgm:pt>
    <dgm:pt modelId="{BB8F5AC5-D655-4A04-8785-8D5A72C2C524}" type="parTrans" cxnId="{B04117ED-BEBF-4707-8B43-75412E60854E}">
      <dgm:prSet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n-US"/>
        </a:p>
      </dgm:t>
    </dgm:pt>
    <dgm:pt modelId="{A3C4C7A3-5CDC-4DD8-8278-B77612431842}" type="sibTrans" cxnId="{B04117ED-BEBF-4707-8B43-75412E60854E}">
      <dgm:prSet/>
      <dgm:spPr/>
      <dgm:t>
        <a:bodyPr/>
        <a:lstStyle/>
        <a:p>
          <a:endParaRPr lang="en-US"/>
        </a:p>
      </dgm:t>
    </dgm:pt>
    <dgm:pt modelId="{8A1A5210-9AA6-44D3-B635-DBA2865D9758}">
      <dgm:prSet phldrT="[Text]" custT="1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sz="1600" b="1" dirty="0">
              <a:latin typeface="Cambria" pitchFamily="18" charset="0"/>
            </a:rPr>
            <a:t>Psychological Barriers</a:t>
          </a:r>
        </a:p>
      </dgm:t>
    </dgm:pt>
    <dgm:pt modelId="{233E3A84-C828-4C6D-A539-19D59773A4DD}" type="parTrans" cxnId="{95D84797-6434-4B98-9582-082E74893B31}">
      <dgm:prSet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n-US"/>
        </a:p>
      </dgm:t>
    </dgm:pt>
    <dgm:pt modelId="{A7549E80-33A1-447D-9EBD-E514D5AB43B5}" type="sibTrans" cxnId="{95D84797-6434-4B98-9582-082E74893B31}">
      <dgm:prSet/>
      <dgm:spPr/>
      <dgm:t>
        <a:bodyPr/>
        <a:lstStyle/>
        <a:p>
          <a:endParaRPr lang="en-US"/>
        </a:p>
      </dgm:t>
    </dgm:pt>
    <dgm:pt modelId="{C875C573-7622-4EE9-BBA7-F7BED20513A9}">
      <dgm:prSet phldrT="[Text]" custT="1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sz="2000" b="1" dirty="0">
              <a:latin typeface="Cambria" pitchFamily="18" charset="0"/>
            </a:rPr>
            <a:t>Cultural Barriers</a:t>
          </a:r>
        </a:p>
      </dgm:t>
    </dgm:pt>
    <dgm:pt modelId="{D203F6E8-4350-49C4-8250-5C87F5E3FB3F}" type="parTrans" cxnId="{085B2476-A3F0-4435-8C2A-DAE6F052C82F}">
      <dgm:prSet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n-US"/>
        </a:p>
      </dgm:t>
    </dgm:pt>
    <dgm:pt modelId="{FA52FE89-08B7-4B4B-AFF8-B1BD3052A6EE}" type="sibTrans" cxnId="{085B2476-A3F0-4435-8C2A-DAE6F052C82F}">
      <dgm:prSet/>
      <dgm:spPr/>
      <dgm:t>
        <a:bodyPr/>
        <a:lstStyle/>
        <a:p>
          <a:endParaRPr lang="en-US"/>
        </a:p>
      </dgm:t>
    </dgm:pt>
    <dgm:pt modelId="{BC1D7689-9C2B-45DB-9500-F3BCF002A02D}">
      <dgm:prSet phldrT="[Text]" custT="1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sz="1600" b="1" dirty="0">
              <a:latin typeface="Cambria" pitchFamily="18" charset="0"/>
            </a:rPr>
            <a:t>Organizational Barriers</a:t>
          </a:r>
        </a:p>
      </dgm:t>
    </dgm:pt>
    <dgm:pt modelId="{E307F74B-8AD7-4F8F-8051-C03D2D50291D}" type="parTrans" cxnId="{CED582AC-6FF2-4904-981B-26F912E154D5}">
      <dgm:prSet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n-US"/>
        </a:p>
      </dgm:t>
    </dgm:pt>
    <dgm:pt modelId="{7E4ED80C-1535-4A47-B909-3AD3B387E7FA}" type="sibTrans" cxnId="{CED582AC-6FF2-4904-981B-26F912E154D5}">
      <dgm:prSet/>
      <dgm:spPr/>
      <dgm:t>
        <a:bodyPr/>
        <a:lstStyle/>
        <a:p>
          <a:endParaRPr lang="en-US"/>
        </a:p>
      </dgm:t>
    </dgm:pt>
    <dgm:pt modelId="{96E2B1F5-221E-4052-A335-BAA4D7113E93}">
      <dgm:prSet phldrT="[Text]" custT="1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sz="2000" b="1" dirty="0">
              <a:latin typeface="Cambria" pitchFamily="18" charset="0"/>
            </a:rPr>
            <a:t>Physical Barriers</a:t>
          </a:r>
        </a:p>
      </dgm:t>
    </dgm:pt>
    <dgm:pt modelId="{2C8A3681-C3BB-49D0-AFFB-195ABF8B6A90}" type="parTrans" cxnId="{C8AD8FE9-B396-4A60-870E-2516071B10CB}">
      <dgm:prSet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n-US"/>
        </a:p>
      </dgm:t>
    </dgm:pt>
    <dgm:pt modelId="{B0A8CB89-7DE8-4766-A2E4-960D058FB751}" type="sibTrans" cxnId="{C8AD8FE9-B396-4A60-870E-2516071B10CB}">
      <dgm:prSet/>
      <dgm:spPr/>
      <dgm:t>
        <a:bodyPr/>
        <a:lstStyle/>
        <a:p>
          <a:endParaRPr lang="en-US"/>
        </a:p>
      </dgm:t>
    </dgm:pt>
    <dgm:pt modelId="{4DE57583-B47D-4691-B960-E115E00FD09B}">
      <dgm:prSet phldrT="[Text]" custT="1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sz="1400" b="1" dirty="0">
              <a:latin typeface="Cambria" pitchFamily="18" charset="0"/>
            </a:rPr>
            <a:t>Barriers to Communication</a:t>
          </a:r>
        </a:p>
      </dgm:t>
    </dgm:pt>
    <dgm:pt modelId="{9F16FE5B-3E47-415E-BF14-3319D3BD84F6}" type="sibTrans" cxnId="{DBF95069-8085-447D-A1E6-98AD549F3A32}">
      <dgm:prSet/>
      <dgm:spPr/>
      <dgm:t>
        <a:bodyPr/>
        <a:lstStyle/>
        <a:p>
          <a:endParaRPr lang="en-US"/>
        </a:p>
      </dgm:t>
    </dgm:pt>
    <dgm:pt modelId="{8A25ECDD-9C21-4D5E-91FB-2FEA5E61C852}" type="parTrans" cxnId="{DBF95069-8085-447D-A1E6-98AD549F3A32}">
      <dgm:prSet/>
      <dgm:spPr/>
      <dgm:t>
        <a:bodyPr/>
        <a:lstStyle/>
        <a:p>
          <a:endParaRPr lang="en-US"/>
        </a:p>
      </dgm:t>
    </dgm:pt>
    <dgm:pt modelId="{915DC8B9-057F-4175-BE97-CF5B59EA86FA}" type="pres">
      <dgm:prSet presAssocID="{C86DBBD2-ADF2-4613-BB28-A270F563838A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AC68425-3967-4A25-ABAF-DAEF357C0D74}" type="pres">
      <dgm:prSet presAssocID="{4DE57583-B47D-4691-B960-E115E00FD09B}" presName="root1" presStyleCnt="0"/>
      <dgm:spPr/>
    </dgm:pt>
    <dgm:pt modelId="{BBB65097-E830-430C-8892-9D4288F68470}" type="pres">
      <dgm:prSet presAssocID="{4DE57583-B47D-4691-B960-E115E00FD09B}" presName="LevelOneTextNode" presStyleLbl="node0" presStyleIdx="0" presStyleCnt="1">
        <dgm:presLayoutVars>
          <dgm:chPref val="3"/>
        </dgm:presLayoutVars>
      </dgm:prSet>
      <dgm:spPr/>
    </dgm:pt>
    <dgm:pt modelId="{B8DEF9DD-44B2-4709-AADF-685DE0B76D40}" type="pres">
      <dgm:prSet presAssocID="{4DE57583-B47D-4691-B960-E115E00FD09B}" presName="level2hierChild" presStyleCnt="0"/>
      <dgm:spPr/>
    </dgm:pt>
    <dgm:pt modelId="{C6F53AD7-0E98-4B2E-99D4-CCF8130C3E4A}" type="pres">
      <dgm:prSet presAssocID="{BB8F5AC5-D655-4A04-8785-8D5A72C2C524}" presName="conn2-1" presStyleLbl="parChTrans1D2" presStyleIdx="0" presStyleCnt="5"/>
      <dgm:spPr/>
    </dgm:pt>
    <dgm:pt modelId="{8C0CFA7E-A7DB-4990-BC9A-0B217837D711}" type="pres">
      <dgm:prSet presAssocID="{BB8F5AC5-D655-4A04-8785-8D5A72C2C524}" presName="connTx" presStyleLbl="parChTrans1D2" presStyleIdx="0" presStyleCnt="5"/>
      <dgm:spPr/>
    </dgm:pt>
    <dgm:pt modelId="{926FC090-9D27-4A25-959B-CF5691415361}" type="pres">
      <dgm:prSet presAssocID="{383E4557-6D4A-4862-8C6A-2F18C1FE9E0C}" presName="root2" presStyleCnt="0"/>
      <dgm:spPr/>
    </dgm:pt>
    <dgm:pt modelId="{312AA7AF-3BDF-4A64-9A4C-BCE5806ABF39}" type="pres">
      <dgm:prSet presAssocID="{383E4557-6D4A-4862-8C6A-2F18C1FE9E0C}" presName="LevelTwoTextNode" presStyleLbl="node2" presStyleIdx="0" presStyleCnt="5">
        <dgm:presLayoutVars>
          <dgm:chPref val="3"/>
        </dgm:presLayoutVars>
      </dgm:prSet>
      <dgm:spPr/>
    </dgm:pt>
    <dgm:pt modelId="{3444894A-7A95-43EC-B035-17D8D804C245}" type="pres">
      <dgm:prSet presAssocID="{383E4557-6D4A-4862-8C6A-2F18C1FE9E0C}" presName="level3hierChild" presStyleCnt="0"/>
      <dgm:spPr/>
    </dgm:pt>
    <dgm:pt modelId="{4A01CD5E-7F8D-4FCE-ADFD-205375EA4321}" type="pres">
      <dgm:prSet presAssocID="{233E3A84-C828-4C6D-A539-19D59773A4DD}" presName="conn2-1" presStyleLbl="parChTrans1D2" presStyleIdx="1" presStyleCnt="5"/>
      <dgm:spPr/>
    </dgm:pt>
    <dgm:pt modelId="{162E537A-B5FE-49EF-8E3E-D92888F9DABB}" type="pres">
      <dgm:prSet presAssocID="{233E3A84-C828-4C6D-A539-19D59773A4DD}" presName="connTx" presStyleLbl="parChTrans1D2" presStyleIdx="1" presStyleCnt="5"/>
      <dgm:spPr/>
    </dgm:pt>
    <dgm:pt modelId="{F54B286D-7FEE-4BEE-9200-D74B43ECFC1C}" type="pres">
      <dgm:prSet presAssocID="{8A1A5210-9AA6-44D3-B635-DBA2865D9758}" presName="root2" presStyleCnt="0"/>
      <dgm:spPr/>
    </dgm:pt>
    <dgm:pt modelId="{B5A95238-D2ED-4F01-B3CF-D2547DEB0D74}" type="pres">
      <dgm:prSet presAssocID="{8A1A5210-9AA6-44D3-B635-DBA2865D9758}" presName="LevelTwoTextNode" presStyleLbl="node2" presStyleIdx="1" presStyleCnt="5">
        <dgm:presLayoutVars>
          <dgm:chPref val="3"/>
        </dgm:presLayoutVars>
      </dgm:prSet>
      <dgm:spPr/>
    </dgm:pt>
    <dgm:pt modelId="{957D29A3-15C6-4B8C-9423-F5AEF2E2C371}" type="pres">
      <dgm:prSet presAssocID="{8A1A5210-9AA6-44D3-B635-DBA2865D9758}" presName="level3hierChild" presStyleCnt="0"/>
      <dgm:spPr/>
    </dgm:pt>
    <dgm:pt modelId="{B895C3A1-B255-41DD-9EDC-2E27F2BB37CE}" type="pres">
      <dgm:prSet presAssocID="{D203F6E8-4350-49C4-8250-5C87F5E3FB3F}" presName="conn2-1" presStyleLbl="parChTrans1D2" presStyleIdx="2" presStyleCnt="5"/>
      <dgm:spPr/>
    </dgm:pt>
    <dgm:pt modelId="{8DF9E9CF-1F35-4F47-92E4-46ACD9F67BD3}" type="pres">
      <dgm:prSet presAssocID="{D203F6E8-4350-49C4-8250-5C87F5E3FB3F}" presName="connTx" presStyleLbl="parChTrans1D2" presStyleIdx="2" presStyleCnt="5"/>
      <dgm:spPr/>
    </dgm:pt>
    <dgm:pt modelId="{78B6ED72-6A30-4471-8BB3-CA9AF6442F42}" type="pres">
      <dgm:prSet presAssocID="{C875C573-7622-4EE9-BBA7-F7BED20513A9}" presName="root2" presStyleCnt="0"/>
      <dgm:spPr/>
    </dgm:pt>
    <dgm:pt modelId="{11824661-1B88-4FB3-823D-92602CC73D47}" type="pres">
      <dgm:prSet presAssocID="{C875C573-7622-4EE9-BBA7-F7BED20513A9}" presName="LevelTwoTextNode" presStyleLbl="node2" presStyleIdx="2" presStyleCnt="5">
        <dgm:presLayoutVars>
          <dgm:chPref val="3"/>
        </dgm:presLayoutVars>
      </dgm:prSet>
      <dgm:spPr/>
    </dgm:pt>
    <dgm:pt modelId="{D46A2402-868F-4168-94BD-8ADB054C791B}" type="pres">
      <dgm:prSet presAssocID="{C875C573-7622-4EE9-BBA7-F7BED20513A9}" presName="level3hierChild" presStyleCnt="0"/>
      <dgm:spPr/>
    </dgm:pt>
    <dgm:pt modelId="{D226C7B3-53C7-4E41-B361-B7C3EE61789B}" type="pres">
      <dgm:prSet presAssocID="{E307F74B-8AD7-4F8F-8051-C03D2D50291D}" presName="conn2-1" presStyleLbl="parChTrans1D2" presStyleIdx="3" presStyleCnt="5"/>
      <dgm:spPr/>
    </dgm:pt>
    <dgm:pt modelId="{83E1C0AD-5FF1-4D44-A2EC-E3B14F563910}" type="pres">
      <dgm:prSet presAssocID="{E307F74B-8AD7-4F8F-8051-C03D2D50291D}" presName="connTx" presStyleLbl="parChTrans1D2" presStyleIdx="3" presStyleCnt="5"/>
      <dgm:spPr/>
    </dgm:pt>
    <dgm:pt modelId="{5311B563-17D8-477E-8639-8F5A55E270DD}" type="pres">
      <dgm:prSet presAssocID="{BC1D7689-9C2B-45DB-9500-F3BCF002A02D}" presName="root2" presStyleCnt="0"/>
      <dgm:spPr/>
    </dgm:pt>
    <dgm:pt modelId="{B603B624-9694-4F3C-BA4E-14A6CA8A3D73}" type="pres">
      <dgm:prSet presAssocID="{BC1D7689-9C2B-45DB-9500-F3BCF002A02D}" presName="LevelTwoTextNode" presStyleLbl="node2" presStyleIdx="3" presStyleCnt="5">
        <dgm:presLayoutVars>
          <dgm:chPref val="3"/>
        </dgm:presLayoutVars>
      </dgm:prSet>
      <dgm:spPr/>
    </dgm:pt>
    <dgm:pt modelId="{8C4DE072-D7E9-418A-B51C-221896634A7C}" type="pres">
      <dgm:prSet presAssocID="{BC1D7689-9C2B-45DB-9500-F3BCF002A02D}" presName="level3hierChild" presStyleCnt="0"/>
      <dgm:spPr/>
    </dgm:pt>
    <dgm:pt modelId="{5123851A-273C-4BE1-ADEE-2775A809C482}" type="pres">
      <dgm:prSet presAssocID="{2C8A3681-C3BB-49D0-AFFB-195ABF8B6A90}" presName="conn2-1" presStyleLbl="parChTrans1D2" presStyleIdx="4" presStyleCnt="5"/>
      <dgm:spPr/>
    </dgm:pt>
    <dgm:pt modelId="{6453DD9A-652D-4B04-8088-DF210C297D33}" type="pres">
      <dgm:prSet presAssocID="{2C8A3681-C3BB-49D0-AFFB-195ABF8B6A90}" presName="connTx" presStyleLbl="parChTrans1D2" presStyleIdx="4" presStyleCnt="5"/>
      <dgm:spPr/>
    </dgm:pt>
    <dgm:pt modelId="{CE10EAB9-37ED-4EC8-A966-E2ED5C9EB1C8}" type="pres">
      <dgm:prSet presAssocID="{96E2B1F5-221E-4052-A335-BAA4D7113E93}" presName="root2" presStyleCnt="0"/>
      <dgm:spPr/>
    </dgm:pt>
    <dgm:pt modelId="{08CD489F-7E84-41ED-B6A5-8919453BCB97}" type="pres">
      <dgm:prSet presAssocID="{96E2B1F5-221E-4052-A335-BAA4D7113E93}" presName="LevelTwoTextNode" presStyleLbl="node2" presStyleIdx="4" presStyleCnt="5">
        <dgm:presLayoutVars>
          <dgm:chPref val="3"/>
        </dgm:presLayoutVars>
      </dgm:prSet>
      <dgm:spPr/>
    </dgm:pt>
    <dgm:pt modelId="{4C3E1FB7-D7CB-42E4-AF8E-21074E721506}" type="pres">
      <dgm:prSet presAssocID="{96E2B1F5-221E-4052-A335-BAA4D7113E93}" presName="level3hierChild" presStyleCnt="0"/>
      <dgm:spPr/>
    </dgm:pt>
  </dgm:ptLst>
  <dgm:cxnLst>
    <dgm:cxn modelId="{4559C202-E7FF-4E23-A667-AF7E25DC8F9F}" type="presOf" srcId="{2C8A3681-C3BB-49D0-AFFB-195ABF8B6A90}" destId="{6453DD9A-652D-4B04-8088-DF210C297D33}" srcOrd="1" destOrd="0" presId="urn:microsoft.com/office/officeart/2005/8/layout/hierarchy2"/>
    <dgm:cxn modelId="{47B20707-6D6D-4ADF-8C6C-F46EE05D34A0}" type="presOf" srcId="{4DE57583-B47D-4691-B960-E115E00FD09B}" destId="{BBB65097-E830-430C-8892-9D4288F68470}" srcOrd="0" destOrd="0" presId="urn:microsoft.com/office/officeart/2005/8/layout/hierarchy2"/>
    <dgm:cxn modelId="{8BCEA116-229F-450E-BA2C-6282E4532587}" type="presOf" srcId="{E307F74B-8AD7-4F8F-8051-C03D2D50291D}" destId="{83E1C0AD-5FF1-4D44-A2EC-E3B14F563910}" srcOrd="1" destOrd="0" presId="urn:microsoft.com/office/officeart/2005/8/layout/hierarchy2"/>
    <dgm:cxn modelId="{B0D58C29-19E2-48D9-A0F4-C9DF6C78D3D6}" type="presOf" srcId="{233E3A84-C828-4C6D-A539-19D59773A4DD}" destId="{162E537A-B5FE-49EF-8E3E-D92888F9DABB}" srcOrd="1" destOrd="0" presId="urn:microsoft.com/office/officeart/2005/8/layout/hierarchy2"/>
    <dgm:cxn modelId="{344CDC42-6C0F-4A80-B4E9-F8C65FC12C93}" type="presOf" srcId="{BC1D7689-9C2B-45DB-9500-F3BCF002A02D}" destId="{B603B624-9694-4F3C-BA4E-14A6CA8A3D73}" srcOrd="0" destOrd="0" presId="urn:microsoft.com/office/officeart/2005/8/layout/hierarchy2"/>
    <dgm:cxn modelId="{DBF95069-8085-447D-A1E6-98AD549F3A32}" srcId="{C86DBBD2-ADF2-4613-BB28-A270F563838A}" destId="{4DE57583-B47D-4691-B960-E115E00FD09B}" srcOrd="0" destOrd="0" parTransId="{8A25ECDD-9C21-4D5E-91FB-2FEA5E61C852}" sibTransId="{9F16FE5B-3E47-415E-BF14-3319D3BD84F6}"/>
    <dgm:cxn modelId="{3054456E-D23C-4977-82D4-F0D2B828E940}" type="presOf" srcId="{96E2B1F5-221E-4052-A335-BAA4D7113E93}" destId="{08CD489F-7E84-41ED-B6A5-8919453BCB97}" srcOrd="0" destOrd="0" presId="urn:microsoft.com/office/officeart/2005/8/layout/hierarchy2"/>
    <dgm:cxn modelId="{6232AE6F-9DC9-4FEE-99DD-D679936AA66E}" type="presOf" srcId="{BB8F5AC5-D655-4A04-8785-8D5A72C2C524}" destId="{C6F53AD7-0E98-4B2E-99D4-CCF8130C3E4A}" srcOrd="0" destOrd="0" presId="urn:microsoft.com/office/officeart/2005/8/layout/hierarchy2"/>
    <dgm:cxn modelId="{FEE1E650-1C37-4C22-B658-52157531CEEA}" type="presOf" srcId="{383E4557-6D4A-4862-8C6A-2F18C1FE9E0C}" destId="{312AA7AF-3BDF-4A64-9A4C-BCE5806ABF39}" srcOrd="0" destOrd="0" presId="urn:microsoft.com/office/officeart/2005/8/layout/hierarchy2"/>
    <dgm:cxn modelId="{085B2476-A3F0-4435-8C2A-DAE6F052C82F}" srcId="{4DE57583-B47D-4691-B960-E115E00FD09B}" destId="{C875C573-7622-4EE9-BBA7-F7BED20513A9}" srcOrd="2" destOrd="0" parTransId="{D203F6E8-4350-49C4-8250-5C87F5E3FB3F}" sibTransId="{FA52FE89-08B7-4B4B-AFF8-B1BD3052A6EE}"/>
    <dgm:cxn modelId="{914F2357-335A-4C99-AD3A-D369026CB823}" type="presOf" srcId="{C875C573-7622-4EE9-BBA7-F7BED20513A9}" destId="{11824661-1B88-4FB3-823D-92602CC73D47}" srcOrd="0" destOrd="0" presId="urn:microsoft.com/office/officeart/2005/8/layout/hierarchy2"/>
    <dgm:cxn modelId="{17F2C087-EFA9-4EF4-86F1-D999C2A593FA}" type="presOf" srcId="{BB8F5AC5-D655-4A04-8785-8D5A72C2C524}" destId="{8C0CFA7E-A7DB-4990-BC9A-0B217837D711}" srcOrd="1" destOrd="0" presId="urn:microsoft.com/office/officeart/2005/8/layout/hierarchy2"/>
    <dgm:cxn modelId="{95D84797-6434-4B98-9582-082E74893B31}" srcId="{4DE57583-B47D-4691-B960-E115E00FD09B}" destId="{8A1A5210-9AA6-44D3-B635-DBA2865D9758}" srcOrd="1" destOrd="0" parTransId="{233E3A84-C828-4C6D-A539-19D59773A4DD}" sibTransId="{A7549E80-33A1-447D-9EBD-E514D5AB43B5}"/>
    <dgm:cxn modelId="{97C45FA1-713C-4A37-A751-B251BFA104B5}" type="presOf" srcId="{E307F74B-8AD7-4F8F-8051-C03D2D50291D}" destId="{D226C7B3-53C7-4E41-B361-B7C3EE61789B}" srcOrd="0" destOrd="0" presId="urn:microsoft.com/office/officeart/2005/8/layout/hierarchy2"/>
    <dgm:cxn modelId="{B046A0A7-B857-4245-852C-2CBDCED0A50C}" type="presOf" srcId="{8A1A5210-9AA6-44D3-B635-DBA2865D9758}" destId="{B5A95238-D2ED-4F01-B3CF-D2547DEB0D74}" srcOrd="0" destOrd="0" presId="urn:microsoft.com/office/officeart/2005/8/layout/hierarchy2"/>
    <dgm:cxn modelId="{CED582AC-6FF2-4904-981B-26F912E154D5}" srcId="{4DE57583-B47D-4691-B960-E115E00FD09B}" destId="{BC1D7689-9C2B-45DB-9500-F3BCF002A02D}" srcOrd="3" destOrd="0" parTransId="{E307F74B-8AD7-4F8F-8051-C03D2D50291D}" sibTransId="{7E4ED80C-1535-4A47-B909-3AD3B387E7FA}"/>
    <dgm:cxn modelId="{D024E2B4-90EF-492E-B598-D317DAE3E8C0}" type="presOf" srcId="{2C8A3681-C3BB-49D0-AFFB-195ABF8B6A90}" destId="{5123851A-273C-4BE1-ADEE-2775A809C482}" srcOrd="0" destOrd="0" presId="urn:microsoft.com/office/officeart/2005/8/layout/hierarchy2"/>
    <dgm:cxn modelId="{988E5EB7-7A1A-4498-A559-9A087873D5AD}" type="presOf" srcId="{D203F6E8-4350-49C4-8250-5C87F5E3FB3F}" destId="{8DF9E9CF-1F35-4F47-92E4-46ACD9F67BD3}" srcOrd="1" destOrd="0" presId="urn:microsoft.com/office/officeart/2005/8/layout/hierarchy2"/>
    <dgm:cxn modelId="{909D67C5-8510-4A51-93A1-017CD33BDFF7}" type="presOf" srcId="{D203F6E8-4350-49C4-8250-5C87F5E3FB3F}" destId="{B895C3A1-B255-41DD-9EDC-2E27F2BB37CE}" srcOrd="0" destOrd="0" presId="urn:microsoft.com/office/officeart/2005/8/layout/hierarchy2"/>
    <dgm:cxn modelId="{578CEFCB-2D99-46C2-BDEE-859B37B21893}" type="presOf" srcId="{C86DBBD2-ADF2-4613-BB28-A270F563838A}" destId="{915DC8B9-057F-4175-BE97-CF5B59EA86FA}" srcOrd="0" destOrd="0" presId="urn:microsoft.com/office/officeart/2005/8/layout/hierarchy2"/>
    <dgm:cxn modelId="{88D26AD0-D6BE-4E8E-995A-0489FD5609B7}" type="presOf" srcId="{233E3A84-C828-4C6D-A539-19D59773A4DD}" destId="{4A01CD5E-7F8D-4FCE-ADFD-205375EA4321}" srcOrd="0" destOrd="0" presId="urn:microsoft.com/office/officeart/2005/8/layout/hierarchy2"/>
    <dgm:cxn modelId="{C8AD8FE9-B396-4A60-870E-2516071B10CB}" srcId="{4DE57583-B47D-4691-B960-E115E00FD09B}" destId="{96E2B1F5-221E-4052-A335-BAA4D7113E93}" srcOrd="4" destOrd="0" parTransId="{2C8A3681-C3BB-49D0-AFFB-195ABF8B6A90}" sibTransId="{B0A8CB89-7DE8-4766-A2E4-960D058FB751}"/>
    <dgm:cxn modelId="{B04117ED-BEBF-4707-8B43-75412E60854E}" srcId="{4DE57583-B47D-4691-B960-E115E00FD09B}" destId="{383E4557-6D4A-4862-8C6A-2F18C1FE9E0C}" srcOrd="0" destOrd="0" parTransId="{BB8F5AC5-D655-4A04-8785-8D5A72C2C524}" sibTransId="{A3C4C7A3-5CDC-4DD8-8278-B77612431842}"/>
    <dgm:cxn modelId="{12F35473-0F00-46A9-9D41-F0F0DB3B66A8}" type="presParOf" srcId="{915DC8B9-057F-4175-BE97-CF5B59EA86FA}" destId="{BAC68425-3967-4A25-ABAF-DAEF357C0D74}" srcOrd="0" destOrd="0" presId="urn:microsoft.com/office/officeart/2005/8/layout/hierarchy2"/>
    <dgm:cxn modelId="{62EBA390-F936-46DF-AB1F-2BB74156378A}" type="presParOf" srcId="{BAC68425-3967-4A25-ABAF-DAEF357C0D74}" destId="{BBB65097-E830-430C-8892-9D4288F68470}" srcOrd="0" destOrd="0" presId="urn:microsoft.com/office/officeart/2005/8/layout/hierarchy2"/>
    <dgm:cxn modelId="{B9216A69-654F-4F75-B984-55C3E826C09E}" type="presParOf" srcId="{BAC68425-3967-4A25-ABAF-DAEF357C0D74}" destId="{B8DEF9DD-44B2-4709-AADF-685DE0B76D40}" srcOrd="1" destOrd="0" presId="urn:microsoft.com/office/officeart/2005/8/layout/hierarchy2"/>
    <dgm:cxn modelId="{07E8B2DD-020A-4AEC-AE9C-BE6E454A7A95}" type="presParOf" srcId="{B8DEF9DD-44B2-4709-AADF-685DE0B76D40}" destId="{C6F53AD7-0E98-4B2E-99D4-CCF8130C3E4A}" srcOrd="0" destOrd="0" presId="urn:microsoft.com/office/officeart/2005/8/layout/hierarchy2"/>
    <dgm:cxn modelId="{440E87BE-BE91-4183-A9EF-967FDC4318B4}" type="presParOf" srcId="{C6F53AD7-0E98-4B2E-99D4-CCF8130C3E4A}" destId="{8C0CFA7E-A7DB-4990-BC9A-0B217837D711}" srcOrd="0" destOrd="0" presId="urn:microsoft.com/office/officeart/2005/8/layout/hierarchy2"/>
    <dgm:cxn modelId="{4C7F8A49-026A-4E8A-8B9F-D63BB64AC60A}" type="presParOf" srcId="{B8DEF9DD-44B2-4709-AADF-685DE0B76D40}" destId="{926FC090-9D27-4A25-959B-CF5691415361}" srcOrd="1" destOrd="0" presId="urn:microsoft.com/office/officeart/2005/8/layout/hierarchy2"/>
    <dgm:cxn modelId="{D0E58D10-B268-4E5D-8D9E-5A9958A6BC96}" type="presParOf" srcId="{926FC090-9D27-4A25-959B-CF5691415361}" destId="{312AA7AF-3BDF-4A64-9A4C-BCE5806ABF39}" srcOrd="0" destOrd="0" presId="urn:microsoft.com/office/officeart/2005/8/layout/hierarchy2"/>
    <dgm:cxn modelId="{3CBD2F50-64C2-400B-8789-2838F2A7A62E}" type="presParOf" srcId="{926FC090-9D27-4A25-959B-CF5691415361}" destId="{3444894A-7A95-43EC-B035-17D8D804C245}" srcOrd="1" destOrd="0" presId="urn:microsoft.com/office/officeart/2005/8/layout/hierarchy2"/>
    <dgm:cxn modelId="{2EB9EF71-9C02-4D79-A2A2-189BFB43B890}" type="presParOf" srcId="{B8DEF9DD-44B2-4709-AADF-685DE0B76D40}" destId="{4A01CD5E-7F8D-4FCE-ADFD-205375EA4321}" srcOrd="2" destOrd="0" presId="urn:microsoft.com/office/officeart/2005/8/layout/hierarchy2"/>
    <dgm:cxn modelId="{0363BEE8-799C-42BC-BA91-DB1EA86D7F09}" type="presParOf" srcId="{4A01CD5E-7F8D-4FCE-ADFD-205375EA4321}" destId="{162E537A-B5FE-49EF-8E3E-D92888F9DABB}" srcOrd="0" destOrd="0" presId="urn:microsoft.com/office/officeart/2005/8/layout/hierarchy2"/>
    <dgm:cxn modelId="{FA81477E-0EA2-4FFB-A02C-D41C292049BD}" type="presParOf" srcId="{B8DEF9DD-44B2-4709-AADF-685DE0B76D40}" destId="{F54B286D-7FEE-4BEE-9200-D74B43ECFC1C}" srcOrd="3" destOrd="0" presId="urn:microsoft.com/office/officeart/2005/8/layout/hierarchy2"/>
    <dgm:cxn modelId="{4AB29F9B-9E8B-429A-895C-8C0BD081F9C4}" type="presParOf" srcId="{F54B286D-7FEE-4BEE-9200-D74B43ECFC1C}" destId="{B5A95238-D2ED-4F01-B3CF-D2547DEB0D74}" srcOrd="0" destOrd="0" presId="urn:microsoft.com/office/officeart/2005/8/layout/hierarchy2"/>
    <dgm:cxn modelId="{A39810D7-0670-4662-AB8F-0C23753143D3}" type="presParOf" srcId="{F54B286D-7FEE-4BEE-9200-D74B43ECFC1C}" destId="{957D29A3-15C6-4B8C-9423-F5AEF2E2C371}" srcOrd="1" destOrd="0" presId="urn:microsoft.com/office/officeart/2005/8/layout/hierarchy2"/>
    <dgm:cxn modelId="{8299C1EC-DEC0-44BF-94BE-5740009517A2}" type="presParOf" srcId="{B8DEF9DD-44B2-4709-AADF-685DE0B76D40}" destId="{B895C3A1-B255-41DD-9EDC-2E27F2BB37CE}" srcOrd="4" destOrd="0" presId="urn:microsoft.com/office/officeart/2005/8/layout/hierarchy2"/>
    <dgm:cxn modelId="{23B51271-2ACB-4CA5-A641-470F547741D3}" type="presParOf" srcId="{B895C3A1-B255-41DD-9EDC-2E27F2BB37CE}" destId="{8DF9E9CF-1F35-4F47-92E4-46ACD9F67BD3}" srcOrd="0" destOrd="0" presId="urn:microsoft.com/office/officeart/2005/8/layout/hierarchy2"/>
    <dgm:cxn modelId="{C2D856AE-22A3-486A-BC30-FAA7C68935CF}" type="presParOf" srcId="{B8DEF9DD-44B2-4709-AADF-685DE0B76D40}" destId="{78B6ED72-6A30-4471-8BB3-CA9AF6442F42}" srcOrd="5" destOrd="0" presId="urn:microsoft.com/office/officeart/2005/8/layout/hierarchy2"/>
    <dgm:cxn modelId="{3EBE2727-D743-4AE9-AE65-4668FC0AFB5E}" type="presParOf" srcId="{78B6ED72-6A30-4471-8BB3-CA9AF6442F42}" destId="{11824661-1B88-4FB3-823D-92602CC73D47}" srcOrd="0" destOrd="0" presId="urn:microsoft.com/office/officeart/2005/8/layout/hierarchy2"/>
    <dgm:cxn modelId="{F378F5D2-4A1D-48CB-8946-CCDCFBA65046}" type="presParOf" srcId="{78B6ED72-6A30-4471-8BB3-CA9AF6442F42}" destId="{D46A2402-868F-4168-94BD-8ADB054C791B}" srcOrd="1" destOrd="0" presId="urn:microsoft.com/office/officeart/2005/8/layout/hierarchy2"/>
    <dgm:cxn modelId="{7C8F7872-32D4-4BCF-A7AD-C0FE43A6D69C}" type="presParOf" srcId="{B8DEF9DD-44B2-4709-AADF-685DE0B76D40}" destId="{D226C7B3-53C7-4E41-B361-B7C3EE61789B}" srcOrd="6" destOrd="0" presId="urn:microsoft.com/office/officeart/2005/8/layout/hierarchy2"/>
    <dgm:cxn modelId="{3F3761D7-1D88-4248-9E48-0C53DD8774FD}" type="presParOf" srcId="{D226C7B3-53C7-4E41-B361-B7C3EE61789B}" destId="{83E1C0AD-5FF1-4D44-A2EC-E3B14F563910}" srcOrd="0" destOrd="0" presId="urn:microsoft.com/office/officeart/2005/8/layout/hierarchy2"/>
    <dgm:cxn modelId="{31A0E340-9E7B-43AF-A204-CC053F1BE360}" type="presParOf" srcId="{B8DEF9DD-44B2-4709-AADF-685DE0B76D40}" destId="{5311B563-17D8-477E-8639-8F5A55E270DD}" srcOrd="7" destOrd="0" presId="urn:microsoft.com/office/officeart/2005/8/layout/hierarchy2"/>
    <dgm:cxn modelId="{5FA511A7-7380-485B-9EAC-5458E778C408}" type="presParOf" srcId="{5311B563-17D8-477E-8639-8F5A55E270DD}" destId="{B603B624-9694-4F3C-BA4E-14A6CA8A3D73}" srcOrd="0" destOrd="0" presId="urn:microsoft.com/office/officeart/2005/8/layout/hierarchy2"/>
    <dgm:cxn modelId="{919E88EF-E5BB-45D4-86DB-49A553890B0E}" type="presParOf" srcId="{5311B563-17D8-477E-8639-8F5A55E270DD}" destId="{8C4DE072-D7E9-418A-B51C-221896634A7C}" srcOrd="1" destOrd="0" presId="urn:microsoft.com/office/officeart/2005/8/layout/hierarchy2"/>
    <dgm:cxn modelId="{07C96F5F-792B-4A25-B86C-9A887300D502}" type="presParOf" srcId="{B8DEF9DD-44B2-4709-AADF-685DE0B76D40}" destId="{5123851A-273C-4BE1-ADEE-2775A809C482}" srcOrd="8" destOrd="0" presId="urn:microsoft.com/office/officeart/2005/8/layout/hierarchy2"/>
    <dgm:cxn modelId="{E2C24B56-0E58-46B8-83EF-35CCCA134364}" type="presParOf" srcId="{5123851A-273C-4BE1-ADEE-2775A809C482}" destId="{6453DD9A-652D-4B04-8088-DF210C297D33}" srcOrd="0" destOrd="0" presId="urn:microsoft.com/office/officeart/2005/8/layout/hierarchy2"/>
    <dgm:cxn modelId="{6EDA9EED-A5ED-4E7E-A70E-7FEE748ACFB6}" type="presParOf" srcId="{B8DEF9DD-44B2-4709-AADF-685DE0B76D40}" destId="{CE10EAB9-37ED-4EC8-A966-E2ED5C9EB1C8}" srcOrd="9" destOrd="0" presId="urn:microsoft.com/office/officeart/2005/8/layout/hierarchy2"/>
    <dgm:cxn modelId="{C0B63A14-5D20-4D29-AF86-1C8D8C57A4E0}" type="presParOf" srcId="{CE10EAB9-37ED-4EC8-A966-E2ED5C9EB1C8}" destId="{08CD489F-7E84-41ED-B6A5-8919453BCB97}" srcOrd="0" destOrd="0" presId="urn:microsoft.com/office/officeart/2005/8/layout/hierarchy2"/>
    <dgm:cxn modelId="{37D29A8B-5366-4B01-8EAD-632109001EEA}" type="presParOf" srcId="{CE10EAB9-37ED-4EC8-A966-E2ED5C9EB1C8}" destId="{4C3E1FB7-D7CB-42E4-AF8E-21074E72150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86DBBD2-ADF2-4613-BB28-A270F563838A}" type="doc">
      <dgm:prSet loTypeId="urn:microsoft.com/office/officeart/2005/8/layout/hierarchy2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83E4557-6D4A-4862-8C6A-2F18C1FE9E0C}">
      <dgm:prSet phldrT="[Text]" custT="1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sz="2000" b="1" dirty="0">
              <a:latin typeface="Cambria" pitchFamily="18" charset="0"/>
            </a:rPr>
            <a:t>Empathy</a:t>
          </a:r>
        </a:p>
      </dgm:t>
    </dgm:pt>
    <dgm:pt modelId="{BB8F5AC5-D655-4A04-8785-8D5A72C2C524}" type="parTrans" cxnId="{B04117ED-BEBF-4707-8B43-75412E60854E}">
      <dgm:prSet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n-US"/>
        </a:p>
      </dgm:t>
    </dgm:pt>
    <dgm:pt modelId="{A3C4C7A3-5CDC-4DD8-8278-B77612431842}" type="sibTrans" cxnId="{B04117ED-BEBF-4707-8B43-75412E60854E}">
      <dgm:prSet/>
      <dgm:spPr/>
      <dgm:t>
        <a:bodyPr/>
        <a:lstStyle/>
        <a:p>
          <a:endParaRPr lang="en-US"/>
        </a:p>
      </dgm:t>
    </dgm:pt>
    <dgm:pt modelId="{8A1A5210-9AA6-44D3-B635-DBA2865D9758}">
      <dgm:prSet phldrT="[Text]" custT="1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sz="2000" b="1" dirty="0">
              <a:latin typeface="Cambria" pitchFamily="18" charset="0"/>
            </a:rPr>
            <a:t>Simplify Language</a:t>
          </a:r>
        </a:p>
      </dgm:t>
    </dgm:pt>
    <dgm:pt modelId="{233E3A84-C828-4C6D-A539-19D59773A4DD}" type="parTrans" cxnId="{95D84797-6434-4B98-9582-082E74893B31}">
      <dgm:prSet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n-US"/>
        </a:p>
      </dgm:t>
    </dgm:pt>
    <dgm:pt modelId="{A7549E80-33A1-447D-9EBD-E514D5AB43B5}" type="sibTrans" cxnId="{95D84797-6434-4B98-9582-082E74893B31}">
      <dgm:prSet/>
      <dgm:spPr/>
      <dgm:t>
        <a:bodyPr/>
        <a:lstStyle/>
        <a:p>
          <a:endParaRPr lang="en-US"/>
        </a:p>
      </dgm:t>
    </dgm:pt>
    <dgm:pt modelId="{C875C573-7622-4EE9-BBA7-F7BED20513A9}">
      <dgm:prSet phldrT="[Text]" custT="1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sz="2000" b="1" dirty="0">
              <a:latin typeface="Cambria" pitchFamily="18" charset="0"/>
            </a:rPr>
            <a:t>Cultural Sensitivity</a:t>
          </a:r>
        </a:p>
      </dgm:t>
    </dgm:pt>
    <dgm:pt modelId="{D203F6E8-4350-49C4-8250-5C87F5E3FB3F}" type="parTrans" cxnId="{085B2476-A3F0-4435-8C2A-DAE6F052C82F}">
      <dgm:prSet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n-US"/>
        </a:p>
      </dgm:t>
    </dgm:pt>
    <dgm:pt modelId="{FA52FE89-08B7-4B4B-AFF8-B1BD3052A6EE}" type="sibTrans" cxnId="{085B2476-A3F0-4435-8C2A-DAE6F052C82F}">
      <dgm:prSet/>
      <dgm:spPr/>
      <dgm:t>
        <a:bodyPr/>
        <a:lstStyle/>
        <a:p>
          <a:endParaRPr lang="en-US"/>
        </a:p>
      </dgm:t>
    </dgm:pt>
    <dgm:pt modelId="{BC1D7689-9C2B-45DB-9500-F3BCF002A02D}">
      <dgm:prSet phldrT="[Text]" custT="1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sz="1800" b="1" dirty="0">
              <a:latin typeface="Cambria" pitchFamily="18" charset="0"/>
            </a:rPr>
            <a:t>Cooperation</a:t>
          </a:r>
        </a:p>
      </dgm:t>
    </dgm:pt>
    <dgm:pt modelId="{E307F74B-8AD7-4F8F-8051-C03D2D50291D}" type="parTrans" cxnId="{CED582AC-6FF2-4904-981B-26F912E154D5}">
      <dgm:prSet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n-US"/>
        </a:p>
      </dgm:t>
    </dgm:pt>
    <dgm:pt modelId="{7E4ED80C-1535-4A47-B909-3AD3B387E7FA}" type="sibTrans" cxnId="{CED582AC-6FF2-4904-981B-26F912E154D5}">
      <dgm:prSet/>
      <dgm:spPr/>
      <dgm:t>
        <a:bodyPr/>
        <a:lstStyle/>
        <a:p>
          <a:endParaRPr lang="en-US"/>
        </a:p>
      </dgm:t>
    </dgm:pt>
    <dgm:pt modelId="{96E2B1F5-221E-4052-A335-BAA4D7113E93}">
      <dgm:prSet phldrT="[Text]" custT="1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sz="2000" b="1" dirty="0">
              <a:latin typeface="Cambria" pitchFamily="18" charset="0"/>
            </a:rPr>
            <a:t>Feedback</a:t>
          </a:r>
        </a:p>
      </dgm:t>
    </dgm:pt>
    <dgm:pt modelId="{2C8A3681-C3BB-49D0-AFFB-195ABF8B6A90}" type="parTrans" cxnId="{C8AD8FE9-B396-4A60-870E-2516071B10CB}">
      <dgm:prSet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n-US"/>
        </a:p>
      </dgm:t>
    </dgm:pt>
    <dgm:pt modelId="{B0A8CB89-7DE8-4766-A2E4-960D058FB751}" type="sibTrans" cxnId="{C8AD8FE9-B396-4A60-870E-2516071B10CB}">
      <dgm:prSet/>
      <dgm:spPr/>
      <dgm:t>
        <a:bodyPr/>
        <a:lstStyle/>
        <a:p>
          <a:endParaRPr lang="en-US"/>
        </a:p>
      </dgm:t>
    </dgm:pt>
    <dgm:pt modelId="{4DE57583-B47D-4691-B960-E115E00FD09B}">
      <dgm:prSet phldrT="[Text]" custT="1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sz="1400" b="1" dirty="0">
              <a:latin typeface="Cambria" pitchFamily="18" charset="0"/>
            </a:rPr>
            <a:t>Overcoming Communication Barriers</a:t>
          </a:r>
        </a:p>
      </dgm:t>
    </dgm:pt>
    <dgm:pt modelId="{9F16FE5B-3E47-415E-BF14-3319D3BD84F6}" type="sibTrans" cxnId="{DBF95069-8085-447D-A1E6-98AD549F3A32}">
      <dgm:prSet/>
      <dgm:spPr/>
      <dgm:t>
        <a:bodyPr/>
        <a:lstStyle/>
        <a:p>
          <a:endParaRPr lang="en-US"/>
        </a:p>
      </dgm:t>
    </dgm:pt>
    <dgm:pt modelId="{8A25ECDD-9C21-4D5E-91FB-2FEA5E61C852}" type="parTrans" cxnId="{DBF95069-8085-447D-A1E6-98AD549F3A32}">
      <dgm:prSet/>
      <dgm:spPr/>
      <dgm:t>
        <a:bodyPr/>
        <a:lstStyle/>
        <a:p>
          <a:endParaRPr lang="en-US"/>
        </a:p>
      </dgm:t>
    </dgm:pt>
    <dgm:pt modelId="{915DC8B9-057F-4175-BE97-CF5B59EA86FA}" type="pres">
      <dgm:prSet presAssocID="{C86DBBD2-ADF2-4613-BB28-A270F563838A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AC68425-3967-4A25-ABAF-DAEF357C0D74}" type="pres">
      <dgm:prSet presAssocID="{4DE57583-B47D-4691-B960-E115E00FD09B}" presName="root1" presStyleCnt="0"/>
      <dgm:spPr/>
    </dgm:pt>
    <dgm:pt modelId="{BBB65097-E830-430C-8892-9D4288F68470}" type="pres">
      <dgm:prSet presAssocID="{4DE57583-B47D-4691-B960-E115E00FD09B}" presName="LevelOneTextNode" presStyleLbl="node0" presStyleIdx="0" presStyleCnt="1">
        <dgm:presLayoutVars>
          <dgm:chPref val="3"/>
        </dgm:presLayoutVars>
      </dgm:prSet>
      <dgm:spPr/>
    </dgm:pt>
    <dgm:pt modelId="{B8DEF9DD-44B2-4709-AADF-685DE0B76D40}" type="pres">
      <dgm:prSet presAssocID="{4DE57583-B47D-4691-B960-E115E00FD09B}" presName="level2hierChild" presStyleCnt="0"/>
      <dgm:spPr/>
    </dgm:pt>
    <dgm:pt modelId="{C6F53AD7-0E98-4B2E-99D4-CCF8130C3E4A}" type="pres">
      <dgm:prSet presAssocID="{BB8F5AC5-D655-4A04-8785-8D5A72C2C524}" presName="conn2-1" presStyleLbl="parChTrans1D2" presStyleIdx="0" presStyleCnt="5"/>
      <dgm:spPr/>
    </dgm:pt>
    <dgm:pt modelId="{8C0CFA7E-A7DB-4990-BC9A-0B217837D711}" type="pres">
      <dgm:prSet presAssocID="{BB8F5AC5-D655-4A04-8785-8D5A72C2C524}" presName="connTx" presStyleLbl="parChTrans1D2" presStyleIdx="0" presStyleCnt="5"/>
      <dgm:spPr/>
    </dgm:pt>
    <dgm:pt modelId="{926FC090-9D27-4A25-959B-CF5691415361}" type="pres">
      <dgm:prSet presAssocID="{383E4557-6D4A-4862-8C6A-2F18C1FE9E0C}" presName="root2" presStyleCnt="0"/>
      <dgm:spPr/>
    </dgm:pt>
    <dgm:pt modelId="{312AA7AF-3BDF-4A64-9A4C-BCE5806ABF39}" type="pres">
      <dgm:prSet presAssocID="{383E4557-6D4A-4862-8C6A-2F18C1FE9E0C}" presName="LevelTwoTextNode" presStyleLbl="node2" presStyleIdx="0" presStyleCnt="5">
        <dgm:presLayoutVars>
          <dgm:chPref val="3"/>
        </dgm:presLayoutVars>
      </dgm:prSet>
      <dgm:spPr/>
    </dgm:pt>
    <dgm:pt modelId="{3444894A-7A95-43EC-B035-17D8D804C245}" type="pres">
      <dgm:prSet presAssocID="{383E4557-6D4A-4862-8C6A-2F18C1FE9E0C}" presName="level3hierChild" presStyleCnt="0"/>
      <dgm:spPr/>
    </dgm:pt>
    <dgm:pt modelId="{4A01CD5E-7F8D-4FCE-ADFD-205375EA4321}" type="pres">
      <dgm:prSet presAssocID="{233E3A84-C828-4C6D-A539-19D59773A4DD}" presName="conn2-1" presStyleLbl="parChTrans1D2" presStyleIdx="1" presStyleCnt="5"/>
      <dgm:spPr/>
    </dgm:pt>
    <dgm:pt modelId="{162E537A-B5FE-49EF-8E3E-D92888F9DABB}" type="pres">
      <dgm:prSet presAssocID="{233E3A84-C828-4C6D-A539-19D59773A4DD}" presName="connTx" presStyleLbl="parChTrans1D2" presStyleIdx="1" presStyleCnt="5"/>
      <dgm:spPr/>
    </dgm:pt>
    <dgm:pt modelId="{F54B286D-7FEE-4BEE-9200-D74B43ECFC1C}" type="pres">
      <dgm:prSet presAssocID="{8A1A5210-9AA6-44D3-B635-DBA2865D9758}" presName="root2" presStyleCnt="0"/>
      <dgm:spPr/>
    </dgm:pt>
    <dgm:pt modelId="{B5A95238-D2ED-4F01-B3CF-D2547DEB0D74}" type="pres">
      <dgm:prSet presAssocID="{8A1A5210-9AA6-44D3-B635-DBA2865D9758}" presName="LevelTwoTextNode" presStyleLbl="node2" presStyleIdx="1" presStyleCnt="5">
        <dgm:presLayoutVars>
          <dgm:chPref val="3"/>
        </dgm:presLayoutVars>
      </dgm:prSet>
      <dgm:spPr/>
    </dgm:pt>
    <dgm:pt modelId="{957D29A3-15C6-4B8C-9423-F5AEF2E2C371}" type="pres">
      <dgm:prSet presAssocID="{8A1A5210-9AA6-44D3-B635-DBA2865D9758}" presName="level3hierChild" presStyleCnt="0"/>
      <dgm:spPr/>
    </dgm:pt>
    <dgm:pt modelId="{B895C3A1-B255-41DD-9EDC-2E27F2BB37CE}" type="pres">
      <dgm:prSet presAssocID="{D203F6E8-4350-49C4-8250-5C87F5E3FB3F}" presName="conn2-1" presStyleLbl="parChTrans1D2" presStyleIdx="2" presStyleCnt="5"/>
      <dgm:spPr/>
    </dgm:pt>
    <dgm:pt modelId="{8DF9E9CF-1F35-4F47-92E4-46ACD9F67BD3}" type="pres">
      <dgm:prSet presAssocID="{D203F6E8-4350-49C4-8250-5C87F5E3FB3F}" presName="connTx" presStyleLbl="parChTrans1D2" presStyleIdx="2" presStyleCnt="5"/>
      <dgm:spPr/>
    </dgm:pt>
    <dgm:pt modelId="{78B6ED72-6A30-4471-8BB3-CA9AF6442F42}" type="pres">
      <dgm:prSet presAssocID="{C875C573-7622-4EE9-BBA7-F7BED20513A9}" presName="root2" presStyleCnt="0"/>
      <dgm:spPr/>
    </dgm:pt>
    <dgm:pt modelId="{11824661-1B88-4FB3-823D-92602CC73D47}" type="pres">
      <dgm:prSet presAssocID="{C875C573-7622-4EE9-BBA7-F7BED20513A9}" presName="LevelTwoTextNode" presStyleLbl="node2" presStyleIdx="2" presStyleCnt="5">
        <dgm:presLayoutVars>
          <dgm:chPref val="3"/>
        </dgm:presLayoutVars>
      </dgm:prSet>
      <dgm:spPr/>
    </dgm:pt>
    <dgm:pt modelId="{D46A2402-868F-4168-94BD-8ADB054C791B}" type="pres">
      <dgm:prSet presAssocID="{C875C573-7622-4EE9-BBA7-F7BED20513A9}" presName="level3hierChild" presStyleCnt="0"/>
      <dgm:spPr/>
    </dgm:pt>
    <dgm:pt modelId="{D226C7B3-53C7-4E41-B361-B7C3EE61789B}" type="pres">
      <dgm:prSet presAssocID="{E307F74B-8AD7-4F8F-8051-C03D2D50291D}" presName="conn2-1" presStyleLbl="parChTrans1D2" presStyleIdx="3" presStyleCnt="5"/>
      <dgm:spPr/>
    </dgm:pt>
    <dgm:pt modelId="{83E1C0AD-5FF1-4D44-A2EC-E3B14F563910}" type="pres">
      <dgm:prSet presAssocID="{E307F74B-8AD7-4F8F-8051-C03D2D50291D}" presName="connTx" presStyleLbl="parChTrans1D2" presStyleIdx="3" presStyleCnt="5"/>
      <dgm:spPr/>
    </dgm:pt>
    <dgm:pt modelId="{5311B563-17D8-477E-8639-8F5A55E270DD}" type="pres">
      <dgm:prSet presAssocID="{BC1D7689-9C2B-45DB-9500-F3BCF002A02D}" presName="root2" presStyleCnt="0"/>
      <dgm:spPr/>
    </dgm:pt>
    <dgm:pt modelId="{B603B624-9694-4F3C-BA4E-14A6CA8A3D73}" type="pres">
      <dgm:prSet presAssocID="{BC1D7689-9C2B-45DB-9500-F3BCF002A02D}" presName="LevelTwoTextNode" presStyleLbl="node2" presStyleIdx="3" presStyleCnt="5">
        <dgm:presLayoutVars>
          <dgm:chPref val="3"/>
        </dgm:presLayoutVars>
      </dgm:prSet>
      <dgm:spPr/>
    </dgm:pt>
    <dgm:pt modelId="{8C4DE072-D7E9-418A-B51C-221896634A7C}" type="pres">
      <dgm:prSet presAssocID="{BC1D7689-9C2B-45DB-9500-F3BCF002A02D}" presName="level3hierChild" presStyleCnt="0"/>
      <dgm:spPr/>
    </dgm:pt>
    <dgm:pt modelId="{5123851A-273C-4BE1-ADEE-2775A809C482}" type="pres">
      <dgm:prSet presAssocID="{2C8A3681-C3BB-49D0-AFFB-195ABF8B6A90}" presName="conn2-1" presStyleLbl="parChTrans1D2" presStyleIdx="4" presStyleCnt="5"/>
      <dgm:spPr/>
    </dgm:pt>
    <dgm:pt modelId="{6453DD9A-652D-4B04-8088-DF210C297D33}" type="pres">
      <dgm:prSet presAssocID="{2C8A3681-C3BB-49D0-AFFB-195ABF8B6A90}" presName="connTx" presStyleLbl="parChTrans1D2" presStyleIdx="4" presStyleCnt="5"/>
      <dgm:spPr/>
    </dgm:pt>
    <dgm:pt modelId="{CE10EAB9-37ED-4EC8-A966-E2ED5C9EB1C8}" type="pres">
      <dgm:prSet presAssocID="{96E2B1F5-221E-4052-A335-BAA4D7113E93}" presName="root2" presStyleCnt="0"/>
      <dgm:spPr/>
    </dgm:pt>
    <dgm:pt modelId="{08CD489F-7E84-41ED-B6A5-8919453BCB97}" type="pres">
      <dgm:prSet presAssocID="{96E2B1F5-221E-4052-A335-BAA4D7113E93}" presName="LevelTwoTextNode" presStyleLbl="node2" presStyleIdx="4" presStyleCnt="5">
        <dgm:presLayoutVars>
          <dgm:chPref val="3"/>
        </dgm:presLayoutVars>
      </dgm:prSet>
      <dgm:spPr/>
    </dgm:pt>
    <dgm:pt modelId="{4C3E1FB7-D7CB-42E4-AF8E-21074E721506}" type="pres">
      <dgm:prSet presAssocID="{96E2B1F5-221E-4052-A335-BAA4D7113E93}" presName="level3hierChild" presStyleCnt="0"/>
      <dgm:spPr/>
    </dgm:pt>
  </dgm:ptLst>
  <dgm:cxnLst>
    <dgm:cxn modelId="{4559C202-E7FF-4E23-A667-AF7E25DC8F9F}" type="presOf" srcId="{2C8A3681-C3BB-49D0-AFFB-195ABF8B6A90}" destId="{6453DD9A-652D-4B04-8088-DF210C297D33}" srcOrd="1" destOrd="0" presId="urn:microsoft.com/office/officeart/2005/8/layout/hierarchy2"/>
    <dgm:cxn modelId="{47B20707-6D6D-4ADF-8C6C-F46EE05D34A0}" type="presOf" srcId="{4DE57583-B47D-4691-B960-E115E00FD09B}" destId="{BBB65097-E830-430C-8892-9D4288F68470}" srcOrd="0" destOrd="0" presId="urn:microsoft.com/office/officeart/2005/8/layout/hierarchy2"/>
    <dgm:cxn modelId="{8BCEA116-229F-450E-BA2C-6282E4532587}" type="presOf" srcId="{E307F74B-8AD7-4F8F-8051-C03D2D50291D}" destId="{83E1C0AD-5FF1-4D44-A2EC-E3B14F563910}" srcOrd="1" destOrd="0" presId="urn:microsoft.com/office/officeart/2005/8/layout/hierarchy2"/>
    <dgm:cxn modelId="{B0D58C29-19E2-48D9-A0F4-C9DF6C78D3D6}" type="presOf" srcId="{233E3A84-C828-4C6D-A539-19D59773A4DD}" destId="{162E537A-B5FE-49EF-8E3E-D92888F9DABB}" srcOrd="1" destOrd="0" presId="urn:microsoft.com/office/officeart/2005/8/layout/hierarchy2"/>
    <dgm:cxn modelId="{344CDC42-6C0F-4A80-B4E9-F8C65FC12C93}" type="presOf" srcId="{BC1D7689-9C2B-45DB-9500-F3BCF002A02D}" destId="{B603B624-9694-4F3C-BA4E-14A6CA8A3D73}" srcOrd="0" destOrd="0" presId="urn:microsoft.com/office/officeart/2005/8/layout/hierarchy2"/>
    <dgm:cxn modelId="{DBF95069-8085-447D-A1E6-98AD549F3A32}" srcId="{C86DBBD2-ADF2-4613-BB28-A270F563838A}" destId="{4DE57583-B47D-4691-B960-E115E00FD09B}" srcOrd="0" destOrd="0" parTransId="{8A25ECDD-9C21-4D5E-91FB-2FEA5E61C852}" sibTransId="{9F16FE5B-3E47-415E-BF14-3319D3BD84F6}"/>
    <dgm:cxn modelId="{3054456E-D23C-4977-82D4-F0D2B828E940}" type="presOf" srcId="{96E2B1F5-221E-4052-A335-BAA4D7113E93}" destId="{08CD489F-7E84-41ED-B6A5-8919453BCB97}" srcOrd="0" destOrd="0" presId="urn:microsoft.com/office/officeart/2005/8/layout/hierarchy2"/>
    <dgm:cxn modelId="{6232AE6F-9DC9-4FEE-99DD-D679936AA66E}" type="presOf" srcId="{BB8F5AC5-D655-4A04-8785-8D5A72C2C524}" destId="{C6F53AD7-0E98-4B2E-99D4-CCF8130C3E4A}" srcOrd="0" destOrd="0" presId="urn:microsoft.com/office/officeart/2005/8/layout/hierarchy2"/>
    <dgm:cxn modelId="{FEE1E650-1C37-4C22-B658-52157531CEEA}" type="presOf" srcId="{383E4557-6D4A-4862-8C6A-2F18C1FE9E0C}" destId="{312AA7AF-3BDF-4A64-9A4C-BCE5806ABF39}" srcOrd="0" destOrd="0" presId="urn:microsoft.com/office/officeart/2005/8/layout/hierarchy2"/>
    <dgm:cxn modelId="{085B2476-A3F0-4435-8C2A-DAE6F052C82F}" srcId="{4DE57583-B47D-4691-B960-E115E00FD09B}" destId="{C875C573-7622-4EE9-BBA7-F7BED20513A9}" srcOrd="2" destOrd="0" parTransId="{D203F6E8-4350-49C4-8250-5C87F5E3FB3F}" sibTransId="{FA52FE89-08B7-4B4B-AFF8-B1BD3052A6EE}"/>
    <dgm:cxn modelId="{914F2357-335A-4C99-AD3A-D369026CB823}" type="presOf" srcId="{C875C573-7622-4EE9-BBA7-F7BED20513A9}" destId="{11824661-1B88-4FB3-823D-92602CC73D47}" srcOrd="0" destOrd="0" presId="urn:microsoft.com/office/officeart/2005/8/layout/hierarchy2"/>
    <dgm:cxn modelId="{17F2C087-EFA9-4EF4-86F1-D999C2A593FA}" type="presOf" srcId="{BB8F5AC5-D655-4A04-8785-8D5A72C2C524}" destId="{8C0CFA7E-A7DB-4990-BC9A-0B217837D711}" srcOrd="1" destOrd="0" presId="urn:microsoft.com/office/officeart/2005/8/layout/hierarchy2"/>
    <dgm:cxn modelId="{95D84797-6434-4B98-9582-082E74893B31}" srcId="{4DE57583-B47D-4691-B960-E115E00FD09B}" destId="{8A1A5210-9AA6-44D3-B635-DBA2865D9758}" srcOrd="1" destOrd="0" parTransId="{233E3A84-C828-4C6D-A539-19D59773A4DD}" sibTransId="{A7549E80-33A1-447D-9EBD-E514D5AB43B5}"/>
    <dgm:cxn modelId="{97C45FA1-713C-4A37-A751-B251BFA104B5}" type="presOf" srcId="{E307F74B-8AD7-4F8F-8051-C03D2D50291D}" destId="{D226C7B3-53C7-4E41-B361-B7C3EE61789B}" srcOrd="0" destOrd="0" presId="urn:microsoft.com/office/officeart/2005/8/layout/hierarchy2"/>
    <dgm:cxn modelId="{B046A0A7-B857-4245-852C-2CBDCED0A50C}" type="presOf" srcId="{8A1A5210-9AA6-44D3-B635-DBA2865D9758}" destId="{B5A95238-D2ED-4F01-B3CF-D2547DEB0D74}" srcOrd="0" destOrd="0" presId="urn:microsoft.com/office/officeart/2005/8/layout/hierarchy2"/>
    <dgm:cxn modelId="{CED582AC-6FF2-4904-981B-26F912E154D5}" srcId="{4DE57583-B47D-4691-B960-E115E00FD09B}" destId="{BC1D7689-9C2B-45DB-9500-F3BCF002A02D}" srcOrd="3" destOrd="0" parTransId="{E307F74B-8AD7-4F8F-8051-C03D2D50291D}" sibTransId="{7E4ED80C-1535-4A47-B909-3AD3B387E7FA}"/>
    <dgm:cxn modelId="{D024E2B4-90EF-492E-B598-D317DAE3E8C0}" type="presOf" srcId="{2C8A3681-C3BB-49D0-AFFB-195ABF8B6A90}" destId="{5123851A-273C-4BE1-ADEE-2775A809C482}" srcOrd="0" destOrd="0" presId="urn:microsoft.com/office/officeart/2005/8/layout/hierarchy2"/>
    <dgm:cxn modelId="{988E5EB7-7A1A-4498-A559-9A087873D5AD}" type="presOf" srcId="{D203F6E8-4350-49C4-8250-5C87F5E3FB3F}" destId="{8DF9E9CF-1F35-4F47-92E4-46ACD9F67BD3}" srcOrd="1" destOrd="0" presId="urn:microsoft.com/office/officeart/2005/8/layout/hierarchy2"/>
    <dgm:cxn modelId="{909D67C5-8510-4A51-93A1-017CD33BDFF7}" type="presOf" srcId="{D203F6E8-4350-49C4-8250-5C87F5E3FB3F}" destId="{B895C3A1-B255-41DD-9EDC-2E27F2BB37CE}" srcOrd="0" destOrd="0" presId="urn:microsoft.com/office/officeart/2005/8/layout/hierarchy2"/>
    <dgm:cxn modelId="{578CEFCB-2D99-46C2-BDEE-859B37B21893}" type="presOf" srcId="{C86DBBD2-ADF2-4613-BB28-A270F563838A}" destId="{915DC8B9-057F-4175-BE97-CF5B59EA86FA}" srcOrd="0" destOrd="0" presId="urn:microsoft.com/office/officeart/2005/8/layout/hierarchy2"/>
    <dgm:cxn modelId="{88D26AD0-D6BE-4E8E-995A-0489FD5609B7}" type="presOf" srcId="{233E3A84-C828-4C6D-A539-19D59773A4DD}" destId="{4A01CD5E-7F8D-4FCE-ADFD-205375EA4321}" srcOrd="0" destOrd="0" presId="urn:microsoft.com/office/officeart/2005/8/layout/hierarchy2"/>
    <dgm:cxn modelId="{C8AD8FE9-B396-4A60-870E-2516071B10CB}" srcId="{4DE57583-B47D-4691-B960-E115E00FD09B}" destId="{96E2B1F5-221E-4052-A335-BAA4D7113E93}" srcOrd="4" destOrd="0" parTransId="{2C8A3681-C3BB-49D0-AFFB-195ABF8B6A90}" sibTransId="{B0A8CB89-7DE8-4766-A2E4-960D058FB751}"/>
    <dgm:cxn modelId="{B04117ED-BEBF-4707-8B43-75412E60854E}" srcId="{4DE57583-B47D-4691-B960-E115E00FD09B}" destId="{383E4557-6D4A-4862-8C6A-2F18C1FE9E0C}" srcOrd="0" destOrd="0" parTransId="{BB8F5AC5-D655-4A04-8785-8D5A72C2C524}" sibTransId="{A3C4C7A3-5CDC-4DD8-8278-B77612431842}"/>
    <dgm:cxn modelId="{12F35473-0F00-46A9-9D41-F0F0DB3B66A8}" type="presParOf" srcId="{915DC8B9-057F-4175-BE97-CF5B59EA86FA}" destId="{BAC68425-3967-4A25-ABAF-DAEF357C0D74}" srcOrd="0" destOrd="0" presId="urn:microsoft.com/office/officeart/2005/8/layout/hierarchy2"/>
    <dgm:cxn modelId="{62EBA390-F936-46DF-AB1F-2BB74156378A}" type="presParOf" srcId="{BAC68425-3967-4A25-ABAF-DAEF357C0D74}" destId="{BBB65097-E830-430C-8892-9D4288F68470}" srcOrd="0" destOrd="0" presId="urn:microsoft.com/office/officeart/2005/8/layout/hierarchy2"/>
    <dgm:cxn modelId="{B9216A69-654F-4F75-B984-55C3E826C09E}" type="presParOf" srcId="{BAC68425-3967-4A25-ABAF-DAEF357C0D74}" destId="{B8DEF9DD-44B2-4709-AADF-685DE0B76D40}" srcOrd="1" destOrd="0" presId="urn:microsoft.com/office/officeart/2005/8/layout/hierarchy2"/>
    <dgm:cxn modelId="{07E8B2DD-020A-4AEC-AE9C-BE6E454A7A95}" type="presParOf" srcId="{B8DEF9DD-44B2-4709-AADF-685DE0B76D40}" destId="{C6F53AD7-0E98-4B2E-99D4-CCF8130C3E4A}" srcOrd="0" destOrd="0" presId="urn:microsoft.com/office/officeart/2005/8/layout/hierarchy2"/>
    <dgm:cxn modelId="{440E87BE-BE91-4183-A9EF-967FDC4318B4}" type="presParOf" srcId="{C6F53AD7-0E98-4B2E-99D4-CCF8130C3E4A}" destId="{8C0CFA7E-A7DB-4990-BC9A-0B217837D711}" srcOrd="0" destOrd="0" presId="urn:microsoft.com/office/officeart/2005/8/layout/hierarchy2"/>
    <dgm:cxn modelId="{4C7F8A49-026A-4E8A-8B9F-D63BB64AC60A}" type="presParOf" srcId="{B8DEF9DD-44B2-4709-AADF-685DE0B76D40}" destId="{926FC090-9D27-4A25-959B-CF5691415361}" srcOrd="1" destOrd="0" presId="urn:microsoft.com/office/officeart/2005/8/layout/hierarchy2"/>
    <dgm:cxn modelId="{D0E58D10-B268-4E5D-8D9E-5A9958A6BC96}" type="presParOf" srcId="{926FC090-9D27-4A25-959B-CF5691415361}" destId="{312AA7AF-3BDF-4A64-9A4C-BCE5806ABF39}" srcOrd="0" destOrd="0" presId="urn:microsoft.com/office/officeart/2005/8/layout/hierarchy2"/>
    <dgm:cxn modelId="{3CBD2F50-64C2-400B-8789-2838F2A7A62E}" type="presParOf" srcId="{926FC090-9D27-4A25-959B-CF5691415361}" destId="{3444894A-7A95-43EC-B035-17D8D804C245}" srcOrd="1" destOrd="0" presId="urn:microsoft.com/office/officeart/2005/8/layout/hierarchy2"/>
    <dgm:cxn modelId="{2EB9EF71-9C02-4D79-A2A2-189BFB43B890}" type="presParOf" srcId="{B8DEF9DD-44B2-4709-AADF-685DE0B76D40}" destId="{4A01CD5E-7F8D-4FCE-ADFD-205375EA4321}" srcOrd="2" destOrd="0" presId="urn:microsoft.com/office/officeart/2005/8/layout/hierarchy2"/>
    <dgm:cxn modelId="{0363BEE8-799C-42BC-BA91-DB1EA86D7F09}" type="presParOf" srcId="{4A01CD5E-7F8D-4FCE-ADFD-205375EA4321}" destId="{162E537A-B5FE-49EF-8E3E-D92888F9DABB}" srcOrd="0" destOrd="0" presId="urn:microsoft.com/office/officeart/2005/8/layout/hierarchy2"/>
    <dgm:cxn modelId="{FA81477E-0EA2-4FFB-A02C-D41C292049BD}" type="presParOf" srcId="{B8DEF9DD-44B2-4709-AADF-685DE0B76D40}" destId="{F54B286D-7FEE-4BEE-9200-D74B43ECFC1C}" srcOrd="3" destOrd="0" presId="urn:microsoft.com/office/officeart/2005/8/layout/hierarchy2"/>
    <dgm:cxn modelId="{4AB29F9B-9E8B-429A-895C-8C0BD081F9C4}" type="presParOf" srcId="{F54B286D-7FEE-4BEE-9200-D74B43ECFC1C}" destId="{B5A95238-D2ED-4F01-B3CF-D2547DEB0D74}" srcOrd="0" destOrd="0" presId="urn:microsoft.com/office/officeart/2005/8/layout/hierarchy2"/>
    <dgm:cxn modelId="{A39810D7-0670-4662-AB8F-0C23753143D3}" type="presParOf" srcId="{F54B286D-7FEE-4BEE-9200-D74B43ECFC1C}" destId="{957D29A3-15C6-4B8C-9423-F5AEF2E2C371}" srcOrd="1" destOrd="0" presId="urn:microsoft.com/office/officeart/2005/8/layout/hierarchy2"/>
    <dgm:cxn modelId="{8299C1EC-DEC0-44BF-94BE-5740009517A2}" type="presParOf" srcId="{B8DEF9DD-44B2-4709-AADF-685DE0B76D40}" destId="{B895C3A1-B255-41DD-9EDC-2E27F2BB37CE}" srcOrd="4" destOrd="0" presId="urn:microsoft.com/office/officeart/2005/8/layout/hierarchy2"/>
    <dgm:cxn modelId="{23B51271-2ACB-4CA5-A641-470F547741D3}" type="presParOf" srcId="{B895C3A1-B255-41DD-9EDC-2E27F2BB37CE}" destId="{8DF9E9CF-1F35-4F47-92E4-46ACD9F67BD3}" srcOrd="0" destOrd="0" presId="urn:microsoft.com/office/officeart/2005/8/layout/hierarchy2"/>
    <dgm:cxn modelId="{C2D856AE-22A3-486A-BC30-FAA7C68935CF}" type="presParOf" srcId="{B8DEF9DD-44B2-4709-AADF-685DE0B76D40}" destId="{78B6ED72-6A30-4471-8BB3-CA9AF6442F42}" srcOrd="5" destOrd="0" presId="urn:microsoft.com/office/officeart/2005/8/layout/hierarchy2"/>
    <dgm:cxn modelId="{3EBE2727-D743-4AE9-AE65-4668FC0AFB5E}" type="presParOf" srcId="{78B6ED72-6A30-4471-8BB3-CA9AF6442F42}" destId="{11824661-1B88-4FB3-823D-92602CC73D47}" srcOrd="0" destOrd="0" presId="urn:microsoft.com/office/officeart/2005/8/layout/hierarchy2"/>
    <dgm:cxn modelId="{F378F5D2-4A1D-48CB-8946-CCDCFBA65046}" type="presParOf" srcId="{78B6ED72-6A30-4471-8BB3-CA9AF6442F42}" destId="{D46A2402-868F-4168-94BD-8ADB054C791B}" srcOrd="1" destOrd="0" presId="urn:microsoft.com/office/officeart/2005/8/layout/hierarchy2"/>
    <dgm:cxn modelId="{7C8F7872-32D4-4BCF-A7AD-C0FE43A6D69C}" type="presParOf" srcId="{B8DEF9DD-44B2-4709-AADF-685DE0B76D40}" destId="{D226C7B3-53C7-4E41-B361-B7C3EE61789B}" srcOrd="6" destOrd="0" presId="urn:microsoft.com/office/officeart/2005/8/layout/hierarchy2"/>
    <dgm:cxn modelId="{3F3761D7-1D88-4248-9E48-0C53DD8774FD}" type="presParOf" srcId="{D226C7B3-53C7-4E41-B361-B7C3EE61789B}" destId="{83E1C0AD-5FF1-4D44-A2EC-E3B14F563910}" srcOrd="0" destOrd="0" presId="urn:microsoft.com/office/officeart/2005/8/layout/hierarchy2"/>
    <dgm:cxn modelId="{31A0E340-9E7B-43AF-A204-CC053F1BE360}" type="presParOf" srcId="{B8DEF9DD-44B2-4709-AADF-685DE0B76D40}" destId="{5311B563-17D8-477E-8639-8F5A55E270DD}" srcOrd="7" destOrd="0" presId="urn:microsoft.com/office/officeart/2005/8/layout/hierarchy2"/>
    <dgm:cxn modelId="{5FA511A7-7380-485B-9EAC-5458E778C408}" type="presParOf" srcId="{5311B563-17D8-477E-8639-8F5A55E270DD}" destId="{B603B624-9694-4F3C-BA4E-14A6CA8A3D73}" srcOrd="0" destOrd="0" presId="urn:microsoft.com/office/officeart/2005/8/layout/hierarchy2"/>
    <dgm:cxn modelId="{919E88EF-E5BB-45D4-86DB-49A553890B0E}" type="presParOf" srcId="{5311B563-17D8-477E-8639-8F5A55E270DD}" destId="{8C4DE072-D7E9-418A-B51C-221896634A7C}" srcOrd="1" destOrd="0" presId="urn:microsoft.com/office/officeart/2005/8/layout/hierarchy2"/>
    <dgm:cxn modelId="{07C96F5F-792B-4A25-B86C-9A887300D502}" type="presParOf" srcId="{B8DEF9DD-44B2-4709-AADF-685DE0B76D40}" destId="{5123851A-273C-4BE1-ADEE-2775A809C482}" srcOrd="8" destOrd="0" presId="urn:microsoft.com/office/officeart/2005/8/layout/hierarchy2"/>
    <dgm:cxn modelId="{E2C24B56-0E58-46B8-83EF-35CCCA134364}" type="presParOf" srcId="{5123851A-273C-4BE1-ADEE-2775A809C482}" destId="{6453DD9A-652D-4B04-8088-DF210C297D33}" srcOrd="0" destOrd="0" presId="urn:microsoft.com/office/officeart/2005/8/layout/hierarchy2"/>
    <dgm:cxn modelId="{6EDA9EED-A5ED-4E7E-A70E-7FEE748ACFB6}" type="presParOf" srcId="{B8DEF9DD-44B2-4709-AADF-685DE0B76D40}" destId="{CE10EAB9-37ED-4EC8-A966-E2ED5C9EB1C8}" srcOrd="9" destOrd="0" presId="urn:microsoft.com/office/officeart/2005/8/layout/hierarchy2"/>
    <dgm:cxn modelId="{C0B63A14-5D20-4D29-AF86-1C8D8C57A4E0}" type="presParOf" srcId="{CE10EAB9-37ED-4EC8-A966-E2ED5C9EB1C8}" destId="{08CD489F-7E84-41ED-B6A5-8919453BCB97}" srcOrd="0" destOrd="0" presId="urn:microsoft.com/office/officeart/2005/8/layout/hierarchy2"/>
    <dgm:cxn modelId="{37D29A8B-5366-4B01-8EAD-632109001EEA}" type="presParOf" srcId="{CE10EAB9-37ED-4EC8-A966-E2ED5C9EB1C8}" destId="{4C3E1FB7-D7CB-42E4-AF8E-21074E72150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64B5BC-6733-4644-A603-557AC25D6CC6}">
      <dsp:nvSpPr>
        <dsp:cNvPr id="0" name=""/>
        <dsp:cNvSpPr/>
      </dsp:nvSpPr>
      <dsp:spPr>
        <a:xfrm>
          <a:off x="0" y="0"/>
          <a:ext cx="5486400" cy="61650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rPr>
            <a:t>Verbal Communication</a:t>
          </a:r>
        </a:p>
      </dsp:txBody>
      <dsp:txXfrm>
        <a:off x="30095" y="30095"/>
        <a:ext cx="5426210" cy="556317"/>
      </dsp:txXfrm>
    </dsp:sp>
    <dsp:sp modelId="{F6F2558E-021E-46FA-B368-C04C526EE510}">
      <dsp:nvSpPr>
        <dsp:cNvPr id="0" name=""/>
        <dsp:cNvSpPr/>
      </dsp:nvSpPr>
      <dsp:spPr>
        <a:xfrm>
          <a:off x="0" y="620856"/>
          <a:ext cx="5486400" cy="212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193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800" b="1" kern="1200" dirty="0">
            <a:solidFill>
              <a:schemeClr val="bg1"/>
            </a:solidFill>
            <a:latin typeface="Cambria" panose="02040503050406030204" pitchFamily="18" charset="0"/>
            <a:ea typeface="Cambria" panose="020405030504060302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Verbal communication involves the use of words, spoken or written, to convey messages.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i="1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Elements of verbal communication: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i="1" kern="12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Vocabulary: Choice of words and language proficiency.</a:t>
          </a:r>
          <a:endParaRPr lang="en-IN" sz="1800" b="1" i="1" kern="1200" dirty="0">
            <a:solidFill>
              <a:schemeClr val="bg1"/>
            </a:solidFill>
            <a:latin typeface="Cambria" panose="02040503050406030204" pitchFamily="18" charset="0"/>
            <a:ea typeface="Cambria" panose="020405030504060302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i="1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Tone: The way words are spoken, which can indicate emotion or intent.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i="1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Clarity: Ensuring messages are easily understood by using concise and appropriate language.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i="1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Listening: An important component of effective verbal communication.</a:t>
          </a:r>
        </a:p>
      </dsp:txBody>
      <dsp:txXfrm>
        <a:off x="0" y="620856"/>
        <a:ext cx="5486400" cy="21223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64B5BC-6733-4644-A603-557AC25D6CC6}">
      <dsp:nvSpPr>
        <dsp:cNvPr id="0" name=""/>
        <dsp:cNvSpPr/>
      </dsp:nvSpPr>
      <dsp:spPr>
        <a:xfrm>
          <a:off x="0" y="0"/>
          <a:ext cx="5486400" cy="60540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rPr>
            <a:t>Non-Verbal Communication</a:t>
          </a:r>
        </a:p>
      </dsp:txBody>
      <dsp:txXfrm>
        <a:off x="29554" y="29554"/>
        <a:ext cx="5427292" cy="546300"/>
      </dsp:txXfrm>
    </dsp:sp>
    <dsp:sp modelId="{F6F2558E-021E-46FA-B368-C04C526EE510}">
      <dsp:nvSpPr>
        <dsp:cNvPr id="0" name=""/>
        <dsp:cNvSpPr/>
      </dsp:nvSpPr>
      <dsp:spPr>
        <a:xfrm>
          <a:off x="0" y="610597"/>
          <a:ext cx="5486400" cy="21326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193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800" b="1" kern="1200" dirty="0">
            <a:solidFill>
              <a:schemeClr val="bg1"/>
            </a:solidFill>
            <a:latin typeface="Cambria" panose="02040503050406030204" pitchFamily="18" charset="0"/>
            <a:ea typeface="Cambria" panose="020405030504060302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Non-verbal communication is the transmission of information without using words.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800" b="1" i="1" kern="1200" dirty="0">
            <a:solidFill>
              <a:schemeClr val="bg1"/>
            </a:solidFill>
            <a:latin typeface="Cambria" panose="02040503050406030204" pitchFamily="18" charset="0"/>
            <a:ea typeface="Cambria" panose="020405030504060302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i="1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Types of non-verbal communication: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i="1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Body Language: Gestures, facial expressions, posture, and eye contact.</a:t>
          </a:r>
          <a:endParaRPr lang="en-IN" sz="1800" b="1" i="1" kern="1200" dirty="0">
            <a:solidFill>
              <a:schemeClr val="bg1"/>
            </a:solidFill>
            <a:latin typeface="Cambria" panose="02040503050406030204" pitchFamily="18" charset="0"/>
            <a:ea typeface="Cambria" panose="020405030504060302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i="1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Proxemics: Use of personal space to convey comfort, authority, or intimacy.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i="1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Touch: Conveys emotions, comfort, or connection.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i="1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Appearance: Clothing, grooming, and personal style.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i="1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Visual Symbols: Signs, symbols, and visual cues.</a:t>
          </a:r>
        </a:p>
      </dsp:txBody>
      <dsp:txXfrm>
        <a:off x="0" y="610597"/>
        <a:ext cx="5486400" cy="21326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64B5BC-6733-4644-A603-557AC25D6CC6}">
      <dsp:nvSpPr>
        <dsp:cNvPr id="0" name=""/>
        <dsp:cNvSpPr/>
      </dsp:nvSpPr>
      <dsp:spPr>
        <a:xfrm>
          <a:off x="0" y="0"/>
          <a:ext cx="5486400" cy="63971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rPr>
            <a:t>Paraverbal Communication</a:t>
          </a:r>
        </a:p>
      </dsp:txBody>
      <dsp:txXfrm>
        <a:off x="31228" y="31228"/>
        <a:ext cx="5423944" cy="577258"/>
      </dsp:txXfrm>
    </dsp:sp>
    <dsp:sp modelId="{F6F2558E-021E-46FA-B368-C04C526EE510}">
      <dsp:nvSpPr>
        <dsp:cNvPr id="0" name=""/>
        <dsp:cNvSpPr/>
      </dsp:nvSpPr>
      <dsp:spPr>
        <a:xfrm>
          <a:off x="0" y="643394"/>
          <a:ext cx="5486400" cy="2099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193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Paraverbal communication refers to how something is said rather than the actual words used.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800" b="1" kern="1200" dirty="0">
            <a:solidFill>
              <a:schemeClr val="bg1"/>
            </a:solidFill>
            <a:latin typeface="Cambria" panose="02040503050406030204" pitchFamily="18" charset="0"/>
            <a:ea typeface="Cambria" panose="02040503050406030204" pitchFamily="18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Elements of paraverbal communication: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Pitch: High or low tone of voice.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Pace: Speed at which speech is delivered.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Volume: Loudness or softness of speech.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Intonation: Patterns of pitch and tone that add meaning to words.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Pauses: Strategic pauses for emphasis or clarification.</a:t>
          </a:r>
        </a:p>
      </dsp:txBody>
      <dsp:txXfrm>
        <a:off x="0" y="643394"/>
        <a:ext cx="5486400" cy="209980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B65097-E830-430C-8892-9D4288F68470}">
      <dsp:nvSpPr>
        <dsp:cNvPr id="0" name=""/>
        <dsp:cNvSpPr/>
      </dsp:nvSpPr>
      <dsp:spPr>
        <a:xfrm>
          <a:off x="1307306" y="1669355"/>
          <a:ext cx="1450578" cy="7252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mbria" pitchFamily="18" charset="0"/>
            </a:rPr>
            <a:t>Barriers to Communication</a:t>
          </a:r>
        </a:p>
      </dsp:txBody>
      <dsp:txXfrm>
        <a:off x="1328549" y="1690598"/>
        <a:ext cx="1408092" cy="682803"/>
      </dsp:txXfrm>
    </dsp:sp>
    <dsp:sp modelId="{C6F53AD7-0E98-4B2E-99D4-CCF8130C3E4A}">
      <dsp:nvSpPr>
        <dsp:cNvPr id="0" name=""/>
        <dsp:cNvSpPr/>
      </dsp:nvSpPr>
      <dsp:spPr>
        <a:xfrm rot="17350740">
          <a:off x="2164902" y="1181855"/>
          <a:ext cx="1766194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766194" y="16062"/>
              </a:lnTo>
            </a:path>
          </a:pathLst>
        </a:custGeom>
        <a:noFill/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003845" y="1153762"/>
        <a:ext cx="88309" cy="88309"/>
      </dsp:txXfrm>
    </dsp:sp>
    <dsp:sp modelId="{312AA7AF-3BDF-4A64-9A4C-BCE5806ABF39}">
      <dsp:nvSpPr>
        <dsp:cNvPr id="0" name=""/>
        <dsp:cNvSpPr/>
      </dsp:nvSpPr>
      <dsp:spPr>
        <a:xfrm>
          <a:off x="3338115" y="1190"/>
          <a:ext cx="1450578" cy="7252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mbria" pitchFamily="18" charset="0"/>
            </a:rPr>
            <a:t>Language Barriers</a:t>
          </a:r>
        </a:p>
      </dsp:txBody>
      <dsp:txXfrm>
        <a:off x="3359358" y="22433"/>
        <a:ext cx="1408092" cy="682803"/>
      </dsp:txXfrm>
    </dsp:sp>
    <dsp:sp modelId="{4A01CD5E-7F8D-4FCE-ADFD-205375EA4321}">
      <dsp:nvSpPr>
        <dsp:cNvPr id="0" name=""/>
        <dsp:cNvSpPr/>
      </dsp:nvSpPr>
      <dsp:spPr>
        <a:xfrm rot="18289469">
          <a:off x="2539973" y="1598896"/>
          <a:ext cx="101605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016052" y="16062"/>
              </a:lnTo>
            </a:path>
          </a:pathLst>
        </a:custGeom>
        <a:noFill/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22598" y="1589557"/>
        <a:ext cx="50802" cy="50802"/>
      </dsp:txXfrm>
    </dsp:sp>
    <dsp:sp modelId="{B5A95238-D2ED-4F01-B3CF-D2547DEB0D74}">
      <dsp:nvSpPr>
        <dsp:cNvPr id="0" name=""/>
        <dsp:cNvSpPr/>
      </dsp:nvSpPr>
      <dsp:spPr>
        <a:xfrm>
          <a:off x="3338115" y="835273"/>
          <a:ext cx="1450578" cy="7252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Cambria" pitchFamily="18" charset="0"/>
            </a:rPr>
            <a:t>Psychological Barriers</a:t>
          </a:r>
        </a:p>
      </dsp:txBody>
      <dsp:txXfrm>
        <a:off x="3359358" y="856516"/>
        <a:ext cx="1408092" cy="682803"/>
      </dsp:txXfrm>
    </dsp:sp>
    <dsp:sp modelId="{B895C3A1-B255-41DD-9EDC-2E27F2BB37CE}">
      <dsp:nvSpPr>
        <dsp:cNvPr id="0" name=""/>
        <dsp:cNvSpPr/>
      </dsp:nvSpPr>
      <dsp:spPr>
        <a:xfrm>
          <a:off x="2757884" y="2015937"/>
          <a:ext cx="580231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580231" y="16062"/>
              </a:lnTo>
            </a:path>
          </a:pathLst>
        </a:custGeom>
        <a:noFill/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33494" y="2017494"/>
        <a:ext cx="29011" cy="29011"/>
      </dsp:txXfrm>
    </dsp:sp>
    <dsp:sp modelId="{11824661-1B88-4FB3-823D-92602CC73D47}">
      <dsp:nvSpPr>
        <dsp:cNvPr id="0" name=""/>
        <dsp:cNvSpPr/>
      </dsp:nvSpPr>
      <dsp:spPr>
        <a:xfrm>
          <a:off x="3338115" y="1669355"/>
          <a:ext cx="1450578" cy="7252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mbria" pitchFamily="18" charset="0"/>
            </a:rPr>
            <a:t>Cultural Barriers</a:t>
          </a:r>
        </a:p>
      </dsp:txBody>
      <dsp:txXfrm>
        <a:off x="3359358" y="1690598"/>
        <a:ext cx="1408092" cy="682803"/>
      </dsp:txXfrm>
    </dsp:sp>
    <dsp:sp modelId="{D226C7B3-53C7-4E41-B361-B7C3EE61789B}">
      <dsp:nvSpPr>
        <dsp:cNvPr id="0" name=""/>
        <dsp:cNvSpPr/>
      </dsp:nvSpPr>
      <dsp:spPr>
        <a:xfrm rot="3310531">
          <a:off x="2539973" y="2432979"/>
          <a:ext cx="101605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016052" y="16062"/>
              </a:lnTo>
            </a:path>
          </a:pathLst>
        </a:custGeom>
        <a:noFill/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22598" y="2423639"/>
        <a:ext cx="50802" cy="50802"/>
      </dsp:txXfrm>
    </dsp:sp>
    <dsp:sp modelId="{B603B624-9694-4F3C-BA4E-14A6CA8A3D73}">
      <dsp:nvSpPr>
        <dsp:cNvPr id="0" name=""/>
        <dsp:cNvSpPr/>
      </dsp:nvSpPr>
      <dsp:spPr>
        <a:xfrm>
          <a:off x="3338115" y="2503437"/>
          <a:ext cx="1450578" cy="7252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Cambria" pitchFamily="18" charset="0"/>
            </a:rPr>
            <a:t>Organizational Barriers</a:t>
          </a:r>
        </a:p>
      </dsp:txBody>
      <dsp:txXfrm>
        <a:off x="3359358" y="2524680"/>
        <a:ext cx="1408092" cy="682803"/>
      </dsp:txXfrm>
    </dsp:sp>
    <dsp:sp modelId="{5123851A-273C-4BE1-ADEE-2775A809C482}">
      <dsp:nvSpPr>
        <dsp:cNvPr id="0" name=""/>
        <dsp:cNvSpPr/>
      </dsp:nvSpPr>
      <dsp:spPr>
        <a:xfrm rot="4249260">
          <a:off x="2164902" y="2850020"/>
          <a:ext cx="1766194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766194" y="16062"/>
              </a:lnTo>
            </a:path>
          </a:pathLst>
        </a:custGeom>
        <a:noFill/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003845" y="2821927"/>
        <a:ext cx="88309" cy="88309"/>
      </dsp:txXfrm>
    </dsp:sp>
    <dsp:sp modelId="{08CD489F-7E84-41ED-B6A5-8919453BCB97}">
      <dsp:nvSpPr>
        <dsp:cNvPr id="0" name=""/>
        <dsp:cNvSpPr/>
      </dsp:nvSpPr>
      <dsp:spPr>
        <a:xfrm>
          <a:off x="3338115" y="3337520"/>
          <a:ext cx="1450578" cy="7252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mbria" pitchFamily="18" charset="0"/>
            </a:rPr>
            <a:t>Physical Barriers</a:t>
          </a:r>
        </a:p>
      </dsp:txBody>
      <dsp:txXfrm>
        <a:off x="3359358" y="3358763"/>
        <a:ext cx="1408092" cy="68280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B65097-E830-430C-8892-9D4288F68470}">
      <dsp:nvSpPr>
        <dsp:cNvPr id="0" name=""/>
        <dsp:cNvSpPr/>
      </dsp:nvSpPr>
      <dsp:spPr>
        <a:xfrm>
          <a:off x="1307306" y="1669355"/>
          <a:ext cx="1450578" cy="7252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mbria" pitchFamily="18" charset="0"/>
            </a:rPr>
            <a:t>Overcoming Communication Barriers</a:t>
          </a:r>
        </a:p>
      </dsp:txBody>
      <dsp:txXfrm>
        <a:off x="1328549" y="1690598"/>
        <a:ext cx="1408092" cy="682803"/>
      </dsp:txXfrm>
    </dsp:sp>
    <dsp:sp modelId="{C6F53AD7-0E98-4B2E-99D4-CCF8130C3E4A}">
      <dsp:nvSpPr>
        <dsp:cNvPr id="0" name=""/>
        <dsp:cNvSpPr/>
      </dsp:nvSpPr>
      <dsp:spPr>
        <a:xfrm rot="17350740">
          <a:off x="2164902" y="1181855"/>
          <a:ext cx="1766194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766194" y="16062"/>
              </a:lnTo>
            </a:path>
          </a:pathLst>
        </a:custGeom>
        <a:noFill/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003845" y="1153762"/>
        <a:ext cx="88309" cy="88309"/>
      </dsp:txXfrm>
    </dsp:sp>
    <dsp:sp modelId="{312AA7AF-3BDF-4A64-9A4C-BCE5806ABF39}">
      <dsp:nvSpPr>
        <dsp:cNvPr id="0" name=""/>
        <dsp:cNvSpPr/>
      </dsp:nvSpPr>
      <dsp:spPr>
        <a:xfrm>
          <a:off x="3338115" y="1190"/>
          <a:ext cx="1450578" cy="7252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mbria" pitchFamily="18" charset="0"/>
            </a:rPr>
            <a:t>Empathy</a:t>
          </a:r>
        </a:p>
      </dsp:txBody>
      <dsp:txXfrm>
        <a:off x="3359358" y="22433"/>
        <a:ext cx="1408092" cy="682803"/>
      </dsp:txXfrm>
    </dsp:sp>
    <dsp:sp modelId="{4A01CD5E-7F8D-4FCE-ADFD-205375EA4321}">
      <dsp:nvSpPr>
        <dsp:cNvPr id="0" name=""/>
        <dsp:cNvSpPr/>
      </dsp:nvSpPr>
      <dsp:spPr>
        <a:xfrm rot="18289469">
          <a:off x="2539973" y="1598896"/>
          <a:ext cx="101605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016052" y="16062"/>
              </a:lnTo>
            </a:path>
          </a:pathLst>
        </a:custGeom>
        <a:noFill/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22598" y="1589557"/>
        <a:ext cx="50802" cy="50802"/>
      </dsp:txXfrm>
    </dsp:sp>
    <dsp:sp modelId="{B5A95238-D2ED-4F01-B3CF-D2547DEB0D74}">
      <dsp:nvSpPr>
        <dsp:cNvPr id="0" name=""/>
        <dsp:cNvSpPr/>
      </dsp:nvSpPr>
      <dsp:spPr>
        <a:xfrm>
          <a:off x="3338115" y="835273"/>
          <a:ext cx="1450578" cy="7252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mbria" pitchFamily="18" charset="0"/>
            </a:rPr>
            <a:t>Simplify Language</a:t>
          </a:r>
        </a:p>
      </dsp:txBody>
      <dsp:txXfrm>
        <a:off x="3359358" y="856516"/>
        <a:ext cx="1408092" cy="682803"/>
      </dsp:txXfrm>
    </dsp:sp>
    <dsp:sp modelId="{B895C3A1-B255-41DD-9EDC-2E27F2BB37CE}">
      <dsp:nvSpPr>
        <dsp:cNvPr id="0" name=""/>
        <dsp:cNvSpPr/>
      </dsp:nvSpPr>
      <dsp:spPr>
        <a:xfrm>
          <a:off x="2757884" y="2015937"/>
          <a:ext cx="580231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580231" y="16062"/>
              </a:lnTo>
            </a:path>
          </a:pathLst>
        </a:custGeom>
        <a:noFill/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33494" y="2017494"/>
        <a:ext cx="29011" cy="29011"/>
      </dsp:txXfrm>
    </dsp:sp>
    <dsp:sp modelId="{11824661-1B88-4FB3-823D-92602CC73D47}">
      <dsp:nvSpPr>
        <dsp:cNvPr id="0" name=""/>
        <dsp:cNvSpPr/>
      </dsp:nvSpPr>
      <dsp:spPr>
        <a:xfrm>
          <a:off x="3338115" y="1669355"/>
          <a:ext cx="1450578" cy="7252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mbria" pitchFamily="18" charset="0"/>
            </a:rPr>
            <a:t>Cultural Sensitivity</a:t>
          </a:r>
        </a:p>
      </dsp:txBody>
      <dsp:txXfrm>
        <a:off x="3359358" y="1690598"/>
        <a:ext cx="1408092" cy="682803"/>
      </dsp:txXfrm>
    </dsp:sp>
    <dsp:sp modelId="{D226C7B3-53C7-4E41-B361-B7C3EE61789B}">
      <dsp:nvSpPr>
        <dsp:cNvPr id="0" name=""/>
        <dsp:cNvSpPr/>
      </dsp:nvSpPr>
      <dsp:spPr>
        <a:xfrm rot="3310531">
          <a:off x="2539973" y="2432979"/>
          <a:ext cx="101605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016052" y="16062"/>
              </a:lnTo>
            </a:path>
          </a:pathLst>
        </a:custGeom>
        <a:noFill/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22598" y="2423639"/>
        <a:ext cx="50802" cy="50802"/>
      </dsp:txXfrm>
    </dsp:sp>
    <dsp:sp modelId="{B603B624-9694-4F3C-BA4E-14A6CA8A3D73}">
      <dsp:nvSpPr>
        <dsp:cNvPr id="0" name=""/>
        <dsp:cNvSpPr/>
      </dsp:nvSpPr>
      <dsp:spPr>
        <a:xfrm>
          <a:off x="3338115" y="2503437"/>
          <a:ext cx="1450578" cy="7252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Cambria" pitchFamily="18" charset="0"/>
            </a:rPr>
            <a:t>Cooperation</a:t>
          </a:r>
        </a:p>
      </dsp:txBody>
      <dsp:txXfrm>
        <a:off x="3359358" y="2524680"/>
        <a:ext cx="1408092" cy="682803"/>
      </dsp:txXfrm>
    </dsp:sp>
    <dsp:sp modelId="{5123851A-273C-4BE1-ADEE-2775A809C482}">
      <dsp:nvSpPr>
        <dsp:cNvPr id="0" name=""/>
        <dsp:cNvSpPr/>
      </dsp:nvSpPr>
      <dsp:spPr>
        <a:xfrm rot="4249260">
          <a:off x="2164902" y="2850020"/>
          <a:ext cx="1766194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766194" y="16062"/>
              </a:lnTo>
            </a:path>
          </a:pathLst>
        </a:custGeom>
        <a:noFill/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003845" y="2821927"/>
        <a:ext cx="88309" cy="88309"/>
      </dsp:txXfrm>
    </dsp:sp>
    <dsp:sp modelId="{08CD489F-7E84-41ED-B6A5-8919453BCB97}">
      <dsp:nvSpPr>
        <dsp:cNvPr id="0" name=""/>
        <dsp:cNvSpPr/>
      </dsp:nvSpPr>
      <dsp:spPr>
        <a:xfrm>
          <a:off x="3338115" y="3337520"/>
          <a:ext cx="1450578" cy="72528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mbria" pitchFamily="18" charset="0"/>
            </a:rPr>
            <a:t>Feedback</a:t>
          </a:r>
        </a:p>
      </dsp:txBody>
      <dsp:txXfrm>
        <a:off x="3359358" y="3358763"/>
        <a:ext cx="1408092" cy="6828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EB26-4A70-45EB-B52E-2BA6B02BDCE6}" type="datetimeFigureOut">
              <a:rPr lang="en-US" smtClean="0"/>
              <a:pPr/>
              <a:t>9/26/2023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31483-23FC-4117-A867-7BEA6F941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EB26-4A70-45EB-B52E-2BA6B02BDCE6}" type="datetimeFigureOut">
              <a:rPr lang="en-US" smtClean="0"/>
              <a:pPr/>
              <a:t>9/26/2023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31483-23FC-4117-A867-7BEA6F941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EB26-4A70-45EB-B52E-2BA6B02BDCE6}" type="datetimeFigureOut">
              <a:rPr lang="en-US" smtClean="0"/>
              <a:pPr/>
              <a:t>9/26/2023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31483-23FC-4117-A867-7BEA6F941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EB26-4A70-45EB-B52E-2BA6B02BDCE6}" type="datetimeFigureOut">
              <a:rPr lang="en-US" smtClean="0"/>
              <a:pPr/>
              <a:t>9/26/2023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31483-23FC-4117-A867-7BEA6F941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EB26-4A70-45EB-B52E-2BA6B02BDCE6}" type="datetimeFigureOut">
              <a:rPr lang="en-US" smtClean="0"/>
              <a:pPr/>
              <a:t>9/26/2023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31483-23FC-4117-A867-7BEA6F941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EB26-4A70-45EB-B52E-2BA6B02BDCE6}" type="datetimeFigureOut">
              <a:rPr lang="en-US" smtClean="0"/>
              <a:pPr/>
              <a:t>9/26/2023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31483-23FC-4117-A867-7BEA6F941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EB26-4A70-45EB-B52E-2BA6B02BDCE6}" type="datetimeFigureOut">
              <a:rPr lang="en-US" smtClean="0"/>
              <a:pPr/>
              <a:t>9/26/2023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31483-23FC-4117-A867-7BEA6F941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EB26-4A70-45EB-B52E-2BA6B02BDCE6}" type="datetimeFigureOut">
              <a:rPr lang="en-US" smtClean="0"/>
              <a:pPr/>
              <a:t>9/26/2023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31483-23FC-4117-A867-7BEA6F941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EB26-4A70-45EB-B52E-2BA6B02BDCE6}" type="datetimeFigureOut">
              <a:rPr lang="en-US" smtClean="0"/>
              <a:pPr/>
              <a:t>9/26/2023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31483-23FC-4117-A867-7BEA6F941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EB26-4A70-45EB-B52E-2BA6B02BDCE6}" type="datetimeFigureOut">
              <a:rPr lang="en-US" smtClean="0"/>
              <a:pPr/>
              <a:t>9/26/2023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31483-23FC-4117-A867-7BEA6F941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EB26-4A70-45EB-B52E-2BA6B02BDCE6}" type="datetimeFigureOut">
              <a:rPr lang="en-US" smtClean="0"/>
              <a:pPr/>
              <a:t>9/26/2023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31483-23FC-4117-A867-7BEA6F941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AEB26-4A70-45EB-B52E-2BA6B02BDCE6}" type="datetimeFigureOut">
              <a:rPr lang="en-US" smtClean="0"/>
              <a:pPr/>
              <a:t>9/26/2023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31483-23FC-4117-A867-7BEA6F941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Kalvium | BTech Computer Science Engineering at Lovely Professional  University (LPU)">
            <a:extLst>
              <a:ext uri="{FF2B5EF4-FFF2-40B4-BE49-F238E27FC236}">
                <a16:creationId xmlns:a16="http://schemas.microsoft.com/office/drawing/2014/main" id="{4A356D43-0310-4F7C-B9AE-591E0B4B0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0"/>
            <a:ext cx="73152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1C6028-4A12-4A89-95E5-821C1B5DF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400" y="0"/>
            <a:ext cx="70866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68EDA2-4573-429E-B45D-E83AD3D4FD5E}"/>
              </a:ext>
            </a:extLst>
          </p:cNvPr>
          <p:cNvSpPr txBox="1"/>
          <p:nvPr/>
        </p:nvSpPr>
        <p:spPr>
          <a:xfrm flipH="1">
            <a:off x="2552700" y="3864114"/>
            <a:ext cx="4038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gency FB" panose="020B0503020202020204" pitchFamily="34" charset="0"/>
              </a:rPr>
              <a:t>INTRODUCTION TO</a:t>
            </a:r>
            <a:endParaRPr lang="en-IN" sz="1200" b="1" dirty="0">
              <a:solidFill>
                <a:schemeClr val="accent3">
                  <a:lumMod val="60000"/>
                  <a:lumOff val="4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5AF3F-DB69-473F-BD54-67C884C666B8}"/>
              </a:ext>
            </a:extLst>
          </p:cNvPr>
          <p:cNvSpPr txBox="1"/>
          <p:nvPr/>
        </p:nvSpPr>
        <p:spPr>
          <a:xfrm flipH="1">
            <a:off x="381000" y="4572000"/>
            <a:ext cx="8153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92D050"/>
                </a:solidFill>
                <a:latin typeface="Agency FB" panose="020B0503020202020204" pitchFamily="34" charset="0"/>
              </a:rPr>
              <a:t>COMMUNICATION</a:t>
            </a:r>
          </a:p>
          <a:p>
            <a:pPr algn="ctr"/>
            <a:r>
              <a:rPr lang="en-US" sz="6000" b="1" dirty="0">
                <a:solidFill>
                  <a:srgbClr val="92D050"/>
                </a:solidFill>
                <a:latin typeface="Agency FB" panose="020B0503020202020204" pitchFamily="34" charset="0"/>
              </a:rPr>
              <a:t>SKILLS</a:t>
            </a:r>
            <a:endParaRPr lang="en-IN" sz="6000" b="1" dirty="0">
              <a:solidFill>
                <a:srgbClr val="92D050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792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B2FF9B-5100-403B-8F21-03EC1F471A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71800" y="2754001"/>
            <a:ext cx="4648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0000"/>
                </a:solidFill>
                <a:latin typeface="Algerian" panose="04020705040A02060702" pitchFamily="82" charset="0"/>
                <a:cs typeface="Agent Orange" pitchFamily="2" charset="0"/>
              </a:rPr>
              <a:t>Lovely professional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838200"/>
            <a:ext cx="7162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  <a:latin typeface="Algerian" panose="04020705040A02060702" pitchFamily="82" charset="0"/>
                <a:cs typeface="Agent Orange" pitchFamily="2" charset="0"/>
              </a:rPr>
              <a:t>Verbal Communication</a:t>
            </a:r>
          </a:p>
          <a:p>
            <a:r>
              <a:rPr lang="en-US" sz="2000" b="1" dirty="0">
                <a:solidFill>
                  <a:srgbClr val="FFC000"/>
                </a:solidFill>
                <a:latin typeface="Algerian" panose="04020705040A02060702" pitchFamily="82" charset="0"/>
                <a:cs typeface="Agent Orange" pitchFamily="2" charset="0"/>
              </a:rPr>
              <a:t>Non-Verbal Communication</a:t>
            </a:r>
          </a:p>
          <a:p>
            <a:r>
              <a:rPr lang="en-US" sz="2000" b="1" dirty="0">
                <a:solidFill>
                  <a:srgbClr val="FFC000"/>
                </a:solidFill>
                <a:latin typeface="Algerian" panose="04020705040A02060702" pitchFamily="82" charset="0"/>
                <a:cs typeface="Agent Orange" pitchFamily="2" charset="0"/>
              </a:rPr>
              <a:t>Para-Verbal Communication,</a:t>
            </a:r>
          </a:p>
          <a:p>
            <a:r>
              <a:rPr lang="en-US" sz="2000" b="1" dirty="0">
                <a:solidFill>
                  <a:srgbClr val="FFC000"/>
                </a:solidFill>
                <a:latin typeface="Algerian" panose="04020705040A02060702" pitchFamily="82" charset="0"/>
                <a:cs typeface="Agent Orange" pitchFamily="2" charset="0"/>
              </a:rPr>
              <a:t>Barriers to Communication</a:t>
            </a:r>
          </a:p>
          <a:p>
            <a:r>
              <a:rPr lang="en-US" sz="2000" b="1" dirty="0">
                <a:solidFill>
                  <a:srgbClr val="FFC000"/>
                </a:solidFill>
                <a:latin typeface="Algerian" panose="04020705040A02060702" pitchFamily="82" charset="0"/>
                <a:cs typeface="Agent Orange" pitchFamily="2" charset="0"/>
              </a:rPr>
              <a:t>Techniques and Tips to Improve Communication</a:t>
            </a:r>
          </a:p>
          <a:p>
            <a:r>
              <a:rPr lang="en-US" sz="2000" b="1" dirty="0">
                <a:solidFill>
                  <a:srgbClr val="FFC000"/>
                </a:solidFill>
                <a:latin typeface="Algerian" panose="04020705040A02060702" pitchFamily="82" charset="0"/>
                <a:cs typeface="Agent Orange" pitchFamily="2" charset="0"/>
              </a:rPr>
              <a:t>How to strike a Social Conversation</a:t>
            </a:r>
            <a:endParaRPr lang="en-US" sz="1400" dirty="0">
              <a:solidFill>
                <a:srgbClr val="00B050"/>
              </a:solidFill>
              <a:latin typeface="Algerian" panose="04020705040A02060702" pitchFamily="82" charset="0"/>
              <a:cs typeface="Agent Orange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75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75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75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75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75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75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lkboard-Presentation-Background-1000x7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282071"/>
            <a:ext cx="6096000" cy="1077218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3200" u="sng" dirty="0">
                <a:solidFill>
                  <a:srgbClr val="FF0000"/>
                </a:solidFill>
                <a:latin typeface="Algerian" panose="04020705040A02060702" pitchFamily="82" charset="0"/>
              </a:rPr>
              <a:t> Introduction to Communication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1" y="2281413"/>
            <a:ext cx="5715000" cy="1066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99745" marR="7620" lvl="1" indent="-285750">
              <a:lnSpc>
                <a:spcPts val="1939"/>
              </a:lnSpc>
              <a:spcBef>
                <a:spcPts val="610"/>
              </a:spcBef>
              <a:buClr>
                <a:srgbClr val="E38312"/>
              </a:buClr>
              <a:buSzPct val="94444"/>
              <a:buFont typeface="Wingdings" panose="05000000000000000000" pitchFamily="2" charset="2"/>
              <a:buChar char="v"/>
              <a:tabLst>
                <a:tab pos="419100" algn="l"/>
              </a:tabLst>
            </a:pPr>
            <a:r>
              <a:rPr lang="en-US" sz="2000" b="1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 Light" panose="020F0302020204030204" pitchFamily="34" charset="0"/>
              </a:rPr>
              <a:t>Effective communication skills are essential for success in various aspects of life, including personal relationships, work, and public speaking.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1" y="1473365"/>
            <a:ext cx="5715000" cy="579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99745" marR="5080" lvl="1" indent="-285750">
              <a:lnSpc>
                <a:spcPts val="1939"/>
              </a:lnSpc>
              <a:spcBef>
                <a:spcPts val="1315"/>
              </a:spcBef>
              <a:buClr>
                <a:srgbClr val="E38312"/>
              </a:buClr>
              <a:buSzPct val="94444"/>
              <a:buFont typeface="Wingdings" panose="05000000000000000000" pitchFamily="2" charset="2"/>
              <a:buChar char="v"/>
              <a:tabLst>
                <a:tab pos="419100" algn="l"/>
              </a:tabLst>
            </a:pPr>
            <a:r>
              <a:rPr lang="en-US" sz="2000" b="1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 Light" panose="020F0302020204030204" pitchFamily="34" charset="0"/>
              </a:rPr>
              <a:t>Communication is the cornerstone of human interaction.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710" y="3527251"/>
            <a:ext cx="5105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99745" marR="252095" lvl="1" indent="-285750">
              <a:lnSpc>
                <a:spcPct val="90100"/>
              </a:lnSpc>
              <a:spcBef>
                <a:spcPts val="570"/>
              </a:spcBef>
              <a:buClr>
                <a:srgbClr val="E38312"/>
              </a:buClr>
              <a:buSzPct val="94444"/>
              <a:buFont typeface="Wingdings" panose="05000000000000000000" pitchFamily="2" charset="2"/>
              <a:buChar char="v"/>
              <a:tabLst>
                <a:tab pos="419100" algn="l"/>
              </a:tabLst>
            </a:pPr>
            <a:r>
              <a:rPr lang="en-US" sz="2000" b="1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 Light" panose="020F0302020204030204" pitchFamily="34" charset="0"/>
              </a:rPr>
              <a:t>It involves the exchange of information, ideas, thoughts, and emotions between individuals.</a:t>
            </a:r>
          </a:p>
        </p:txBody>
      </p:sp>
      <p:pic>
        <p:nvPicPr>
          <p:cNvPr id="5" name="Content Placeholder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91000" y="894935"/>
            <a:ext cx="5605098" cy="603408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3.7037E-6 L -0.42657 -3.7037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33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2657 -3.7037E-6 L -0.00157 -3.7037E-6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lkboard-Presentation-Background-1000x7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aphicFrame>
        <p:nvGraphicFramePr>
          <p:cNvPr id="12" name="Diagram 11"/>
          <p:cNvGraphicFramePr/>
          <p:nvPr>
            <p:extLst>
              <p:ext uri="{D42A27DB-BD31-4B8C-83A1-F6EECF244321}">
                <p14:modId xmlns:p14="http://schemas.microsoft.com/office/powerpoint/2010/main" val="2969238158"/>
              </p:ext>
            </p:extLst>
          </p:nvPr>
        </p:nvGraphicFramePr>
        <p:xfrm>
          <a:off x="1066800" y="457200"/>
          <a:ext cx="5486400" cy="274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F30BBD58-D243-4D14-B8B4-D694693399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91000" y="894935"/>
            <a:ext cx="5605098" cy="603408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3.7037E-6 L -0.42657 -3.7037E-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33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2657 -3.7037E-6 L -0.00157 -3.7037E-6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lkboard-Presentation-Background-1000x7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aphicFrame>
        <p:nvGraphicFramePr>
          <p:cNvPr id="12" name="Diagram 11"/>
          <p:cNvGraphicFramePr/>
          <p:nvPr>
            <p:extLst>
              <p:ext uri="{D42A27DB-BD31-4B8C-83A1-F6EECF244321}">
                <p14:modId xmlns:p14="http://schemas.microsoft.com/office/powerpoint/2010/main" val="310482842"/>
              </p:ext>
            </p:extLst>
          </p:nvPr>
        </p:nvGraphicFramePr>
        <p:xfrm>
          <a:off x="1066800" y="457200"/>
          <a:ext cx="5486400" cy="274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F30BBD58-D243-4D14-B8B4-D694693399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91000" y="894935"/>
            <a:ext cx="5605098" cy="603408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725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3.7037E-6 L -0.42657 -3.7037E-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33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2657 -3.7037E-6 L -0.00157 -3.7037E-6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lkboard-Presentation-Background-1000x7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aphicFrame>
        <p:nvGraphicFramePr>
          <p:cNvPr id="12" name="Diagram 11"/>
          <p:cNvGraphicFramePr/>
          <p:nvPr/>
        </p:nvGraphicFramePr>
        <p:xfrm>
          <a:off x="1066800" y="457200"/>
          <a:ext cx="5486400" cy="274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F30BBD58-D243-4D14-B8B4-D694693399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91000" y="894935"/>
            <a:ext cx="5605098" cy="603408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80191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464B5BC-6733-4644-A603-557AC25D6CC6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F2558E-021E-46FA-B368-C04C526EE51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3.7037E-6 L -0.42657 -3.7037E-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33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2657 -3.7037E-6 L -0.00157 -3.7037E-6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lkboard-Presentation-Background-1000x7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5522BBF-9D43-4A66-BC2E-FC9641F445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8601641"/>
              </p:ext>
            </p:extLst>
          </p:nvPr>
        </p:nvGraphicFramePr>
        <p:xfrm>
          <a:off x="0" y="508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409AC11F-8D7B-4738-8061-D1CD5C427E28}"/>
              </a:ext>
            </a:extLst>
          </p:cNvPr>
          <p:cNvGrpSpPr/>
          <p:nvPr/>
        </p:nvGrpSpPr>
        <p:grpSpPr>
          <a:xfrm>
            <a:off x="4971470" y="510381"/>
            <a:ext cx="2038929" cy="725289"/>
            <a:chOff x="3338115" y="1190"/>
            <a:chExt cx="1450578" cy="725289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19577B1A-350D-4239-8F90-3A8C83CDDEC6}"/>
                </a:ext>
              </a:extLst>
            </p:cNvPr>
            <p:cNvSpPr/>
            <p:nvPr/>
          </p:nvSpPr>
          <p:spPr>
            <a:xfrm>
              <a:off x="3338115" y="1190"/>
              <a:ext cx="1450578" cy="725289"/>
            </a:xfrm>
            <a:prstGeom prst="roundRect">
              <a:avLst>
                <a:gd name="adj" fmla="val 10000"/>
              </a:avLst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3" name="Rectangle: Rounded Corners 4">
              <a:extLst>
                <a:ext uri="{FF2B5EF4-FFF2-40B4-BE49-F238E27FC236}">
                  <a16:creationId xmlns:a16="http://schemas.microsoft.com/office/drawing/2014/main" id="{9B79A5AF-3790-46E7-9F93-75EB22E8265E}"/>
                </a:ext>
              </a:extLst>
            </p:cNvPr>
            <p:cNvSpPr txBox="1"/>
            <p:nvPr/>
          </p:nvSpPr>
          <p:spPr>
            <a:xfrm>
              <a:off x="3359358" y="22433"/>
              <a:ext cx="1408092" cy="682803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latin typeface="Cambria" pitchFamily="18" charset="0"/>
                </a:rPr>
                <a:t>Different Dialects &amp; Taboos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9BA566C-515E-46B9-8BA6-0DBDEE7B6457}"/>
              </a:ext>
            </a:extLst>
          </p:cNvPr>
          <p:cNvGrpSpPr/>
          <p:nvPr/>
        </p:nvGrpSpPr>
        <p:grpSpPr>
          <a:xfrm>
            <a:off x="4971470" y="1344464"/>
            <a:ext cx="2038929" cy="725289"/>
            <a:chOff x="3338115" y="835273"/>
            <a:chExt cx="1450578" cy="725289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2B6E668-3D89-4B2E-9186-D7615DDDFA08}"/>
                </a:ext>
              </a:extLst>
            </p:cNvPr>
            <p:cNvSpPr/>
            <p:nvPr/>
          </p:nvSpPr>
          <p:spPr>
            <a:xfrm>
              <a:off x="3338115" y="835273"/>
              <a:ext cx="1450578" cy="725289"/>
            </a:xfrm>
            <a:prstGeom prst="roundRect">
              <a:avLst>
                <a:gd name="adj" fmla="val 10000"/>
              </a:avLst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Rectangle: Rounded Corners 6">
              <a:extLst>
                <a:ext uri="{FF2B5EF4-FFF2-40B4-BE49-F238E27FC236}">
                  <a16:creationId xmlns:a16="http://schemas.microsoft.com/office/drawing/2014/main" id="{77FD5659-6DF6-4E0E-9188-1594995B9964}"/>
                </a:ext>
              </a:extLst>
            </p:cNvPr>
            <p:cNvSpPr txBox="1"/>
            <p:nvPr/>
          </p:nvSpPr>
          <p:spPr>
            <a:xfrm>
              <a:off x="3359358" y="856516"/>
              <a:ext cx="1408092" cy="682803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latin typeface="Cambria" pitchFamily="18" charset="0"/>
                </a:rPr>
                <a:t>Stress, Anxiety, Anger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AFBBF92-2E8C-4B45-8D9C-61F082811407}"/>
              </a:ext>
            </a:extLst>
          </p:cNvPr>
          <p:cNvGrpSpPr/>
          <p:nvPr/>
        </p:nvGrpSpPr>
        <p:grpSpPr>
          <a:xfrm>
            <a:off x="4971470" y="2178546"/>
            <a:ext cx="2038929" cy="725289"/>
            <a:chOff x="3338115" y="1669355"/>
            <a:chExt cx="1450578" cy="725289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51335A2-A13D-49CB-9717-0C8DF535E3EB}"/>
                </a:ext>
              </a:extLst>
            </p:cNvPr>
            <p:cNvSpPr/>
            <p:nvPr/>
          </p:nvSpPr>
          <p:spPr>
            <a:xfrm>
              <a:off x="3338115" y="1669355"/>
              <a:ext cx="1450578" cy="725289"/>
            </a:xfrm>
            <a:prstGeom prst="roundRect">
              <a:avLst>
                <a:gd name="adj" fmla="val 10000"/>
              </a:avLst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Rectangle: Rounded Corners 8">
              <a:extLst>
                <a:ext uri="{FF2B5EF4-FFF2-40B4-BE49-F238E27FC236}">
                  <a16:creationId xmlns:a16="http://schemas.microsoft.com/office/drawing/2014/main" id="{89223DB2-1714-47D7-A65B-A97A428F13C9}"/>
                </a:ext>
              </a:extLst>
            </p:cNvPr>
            <p:cNvSpPr txBox="1"/>
            <p:nvPr/>
          </p:nvSpPr>
          <p:spPr>
            <a:xfrm>
              <a:off x="3359358" y="1690598"/>
              <a:ext cx="1408092" cy="682803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dirty="0">
                  <a:latin typeface="Cambria" pitchFamily="18" charset="0"/>
                </a:rPr>
                <a:t>Customs, Norms,  Beliefs, Traditions</a:t>
              </a:r>
              <a:endParaRPr lang="en-US" b="1" kern="1200" dirty="0">
                <a:latin typeface="Cambria" pitchFamily="18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27B8BE-84B8-4D17-B127-3604EE18421E}"/>
              </a:ext>
            </a:extLst>
          </p:cNvPr>
          <p:cNvGrpSpPr/>
          <p:nvPr/>
        </p:nvGrpSpPr>
        <p:grpSpPr>
          <a:xfrm>
            <a:off x="4971470" y="3012628"/>
            <a:ext cx="2038929" cy="725289"/>
            <a:chOff x="3338115" y="2503437"/>
            <a:chExt cx="1450578" cy="725289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A67C69C2-1E4D-47EA-8EE2-ABB9FD068423}"/>
                </a:ext>
              </a:extLst>
            </p:cNvPr>
            <p:cNvSpPr/>
            <p:nvPr/>
          </p:nvSpPr>
          <p:spPr>
            <a:xfrm>
              <a:off x="3338115" y="2503437"/>
              <a:ext cx="1450578" cy="725289"/>
            </a:xfrm>
            <a:prstGeom prst="roundRect">
              <a:avLst>
                <a:gd name="adj" fmla="val 10000"/>
              </a:avLst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Rectangle: Rounded Corners 10">
              <a:extLst>
                <a:ext uri="{FF2B5EF4-FFF2-40B4-BE49-F238E27FC236}">
                  <a16:creationId xmlns:a16="http://schemas.microsoft.com/office/drawing/2014/main" id="{6558DE29-EF55-4FD0-8618-245A63D193EC}"/>
                </a:ext>
              </a:extLst>
            </p:cNvPr>
            <p:cNvSpPr txBox="1"/>
            <p:nvPr/>
          </p:nvSpPr>
          <p:spPr>
            <a:xfrm>
              <a:off x="3359358" y="2524680"/>
              <a:ext cx="1408092" cy="682803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latin typeface="Cambria" pitchFamily="18" charset="0"/>
                </a:rPr>
                <a:t>Hierarchy, Rules, Policies, Structure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2307469-1196-45FA-BC04-36C78AE25FC2}"/>
              </a:ext>
            </a:extLst>
          </p:cNvPr>
          <p:cNvGrpSpPr/>
          <p:nvPr/>
        </p:nvGrpSpPr>
        <p:grpSpPr>
          <a:xfrm>
            <a:off x="4971470" y="3846711"/>
            <a:ext cx="2038929" cy="725289"/>
            <a:chOff x="3338115" y="3337520"/>
            <a:chExt cx="1450578" cy="725289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AE0DCAE2-1D25-426A-8AD1-0775915D155C}"/>
                </a:ext>
              </a:extLst>
            </p:cNvPr>
            <p:cNvSpPr/>
            <p:nvPr/>
          </p:nvSpPr>
          <p:spPr>
            <a:xfrm>
              <a:off x="3338115" y="3337520"/>
              <a:ext cx="1450578" cy="725289"/>
            </a:xfrm>
            <a:prstGeom prst="roundRect">
              <a:avLst>
                <a:gd name="adj" fmla="val 10000"/>
              </a:avLst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Rectangle: Rounded Corners 12">
              <a:extLst>
                <a:ext uri="{FF2B5EF4-FFF2-40B4-BE49-F238E27FC236}">
                  <a16:creationId xmlns:a16="http://schemas.microsoft.com/office/drawing/2014/main" id="{616E46AB-9E45-4C6D-A3AE-309958C8758F}"/>
                </a:ext>
              </a:extLst>
            </p:cNvPr>
            <p:cNvSpPr txBox="1"/>
            <p:nvPr/>
          </p:nvSpPr>
          <p:spPr>
            <a:xfrm>
              <a:off x="3359358" y="3358763"/>
              <a:ext cx="1408092" cy="682803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latin typeface="Cambria" pitchFamily="18" charset="0"/>
                </a:rPr>
                <a:t>Distance, Mode, Noise, Technology</a:t>
              </a:r>
            </a:p>
          </p:txBody>
        </p:sp>
      </p:grp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1075363-AE03-4011-9C64-4A1F26A9E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91000" y="900113"/>
            <a:ext cx="5605098" cy="603408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4.81481E-6 L -0.42657 -4.81481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33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2657 -4.81481E-6 L -0.00157 -4.81481E-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lkboard-Presentation-Background-1000x7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5522BBF-9D43-4A66-BC2E-FC9641F445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1355607"/>
              </p:ext>
            </p:extLst>
          </p:nvPr>
        </p:nvGraphicFramePr>
        <p:xfrm>
          <a:off x="0" y="508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2539B17E-1519-42DD-B965-DC983A575F4A}"/>
              </a:ext>
            </a:extLst>
          </p:cNvPr>
          <p:cNvGrpSpPr/>
          <p:nvPr/>
        </p:nvGrpSpPr>
        <p:grpSpPr>
          <a:xfrm>
            <a:off x="4876800" y="508000"/>
            <a:ext cx="2667000" cy="725289"/>
            <a:chOff x="3338115" y="1190"/>
            <a:chExt cx="1450578" cy="725289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D97FE409-E2C4-4629-8BBC-57C454D57507}"/>
                </a:ext>
              </a:extLst>
            </p:cNvPr>
            <p:cNvSpPr/>
            <p:nvPr/>
          </p:nvSpPr>
          <p:spPr>
            <a:xfrm>
              <a:off x="3338115" y="1190"/>
              <a:ext cx="1450578" cy="725289"/>
            </a:xfrm>
            <a:prstGeom prst="roundRect">
              <a:avLst>
                <a:gd name="adj" fmla="val 10000"/>
              </a:avLst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Rectangle: Rounded Corners 4">
              <a:extLst>
                <a:ext uri="{FF2B5EF4-FFF2-40B4-BE49-F238E27FC236}">
                  <a16:creationId xmlns:a16="http://schemas.microsoft.com/office/drawing/2014/main" id="{1670AA9A-3008-4981-B287-DF47B7E74F32}"/>
                </a:ext>
              </a:extLst>
            </p:cNvPr>
            <p:cNvSpPr txBox="1"/>
            <p:nvPr/>
          </p:nvSpPr>
          <p:spPr>
            <a:xfrm>
              <a:off x="3359358" y="22433"/>
              <a:ext cx="1408092" cy="682803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latin typeface="Cambria" panose="02040503050406030204" pitchFamily="18" charset="0"/>
                  <a:ea typeface="Cambria" panose="02040503050406030204" pitchFamily="18" charset="0"/>
                </a:rPr>
                <a:t>Ability to understand and share the feelings of another</a:t>
              </a:r>
              <a:endParaRPr lang="en-US" sz="2000" b="1" kern="12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568A10A-DDA7-4987-9C09-14D6D021002B}"/>
              </a:ext>
            </a:extLst>
          </p:cNvPr>
          <p:cNvGrpSpPr/>
          <p:nvPr/>
        </p:nvGrpSpPr>
        <p:grpSpPr>
          <a:xfrm>
            <a:off x="4876800" y="1342083"/>
            <a:ext cx="2667000" cy="725289"/>
            <a:chOff x="3338115" y="835273"/>
            <a:chExt cx="1450578" cy="725289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EE31053-CFA1-4202-8406-271724BDA529}"/>
                </a:ext>
              </a:extLst>
            </p:cNvPr>
            <p:cNvSpPr/>
            <p:nvPr/>
          </p:nvSpPr>
          <p:spPr>
            <a:xfrm>
              <a:off x="3338115" y="835273"/>
              <a:ext cx="1450578" cy="725289"/>
            </a:xfrm>
            <a:prstGeom prst="roundRect">
              <a:avLst>
                <a:gd name="adj" fmla="val 10000"/>
              </a:avLst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Rectangle: Rounded Corners 6">
              <a:extLst>
                <a:ext uri="{FF2B5EF4-FFF2-40B4-BE49-F238E27FC236}">
                  <a16:creationId xmlns:a16="http://schemas.microsoft.com/office/drawing/2014/main" id="{08124012-1988-4D28-9527-BF5E36A18C12}"/>
                </a:ext>
              </a:extLst>
            </p:cNvPr>
            <p:cNvSpPr txBox="1"/>
            <p:nvPr/>
          </p:nvSpPr>
          <p:spPr>
            <a:xfrm>
              <a:off x="3359358" y="856516"/>
              <a:ext cx="1408092" cy="682803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dirty="0">
                  <a:latin typeface="Cambria" pitchFamily="18" charset="0"/>
                </a:rPr>
                <a:t>Avoiding complex linguistic skills</a:t>
              </a:r>
              <a:endParaRPr lang="en-US" sz="2000" b="1" kern="1200" dirty="0">
                <a:latin typeface="Cambria" pitchFamily="18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AA2A1FE-27D3-475B-A7FD-F62F72B8DC69}"/>
              </a:ext>
            </a:extLst>
          </p:cNvPr>
          <p:cNvGrpSpPr/>
          <p:nvPr/>
        </p:nvGrpSpPr>
        <p:grpSpPr>
          <a:xfrm>
            <a:off x="4876800" y="2176165"/>
            <a:ext cx="2667000" cy="725289"/>
            <a:chOff x="3338115" y="1669355"/>
            <a:chExt cx="1450578" cy="725289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65D54AD-A8FC-49DD-BE57-1D9851632314}"/>
                </a:ext>
              </a:extLst>
            </p:cNvPr>
            <p:cNvSpPr/>
            <p:nvPr/>
          </p:nvSpPr>
          <p:spPr>
            <a:xfrm>
              <a:off x="3338115" y="1669355"/>
              <a:ext cx="1450578" cy="725289"/>
            </a:xfrm>
            <a:prstGeom prst="roundRect">
              <a:avLst>
                <a:gd name="adj" fmla="val 10000"/>
              </a:avLst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Rectangle: Rounded Corners 8">
              <a:extLst>
                <a:ext uri="{FF2B5EF4-FFF2-40B4-BE49-F238E27FC236}">
                  <a16:creationId xmlns:a16="http://schemas.microsoft.com/office/drawing/2014/main" id="{65A3FBC7-F9C0-4D5B-BB8F-69D9F4D9B8E9}"/>
                </a:ext>
              </a:extLst>
            </p:cNvPr>
            <p:cNvSpPr txBox="1"/>
            <p:nvPr/>
          </p:nvSpPr>
          <p:spPr>
            <a:xfrm>
              <a:off x="3359358" y="1690598"/>
              <a:ext cx="1408092" cy="682803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latin typeface="Cambria" pitchFamily="18" charset="0"/>
                </a:rPr>
                <a:t>Accepting and following cultural beliefs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3587B3-28BA-4B9C-BB05-851B9F657CA5}"/>
              </a:ext>
            </a:extLst>
          </p:cNvPr>
          <p:cNvGrpSpPr/>
          <p:nvPr/>
        </p:nvGrpSpPr>
        <p:grpSpPr>
          <a:xfrm>
            <a:off x="4876800" y="3010247"/>
            <a:ext cx="2667000" cy="725289"/>
            <a:chOff x="3338115" y="2503437"/>
            <a:chExt cx="1450578" cy="725289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B0E1514-12F8-464A-AD7D-11A3B064F5FC}"/>
                </a:ext>
              </a:extLst>
            </p:cNvPr>
            <p:cNvSpPr/>
            <p:nvPr/>
          </p:nvSpPr>
          <p:spPr>
            <a:xfrm>
              <a:off x="3338115" y="2503437"/>
              <a:ext cx="1450578" cy="725289"/>
            </a:xfrm>
            <a:prstGeom prst="roundRect">
              <a:avLst>
                <a:gd name="adj" fmla="val 10000"/>
              </a:avLst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Rectangle: Rounded Corners 10">
              <a:extLst>
                <a:ext uri="{FF2B5EF4-FFF2-40B4-BE49-F238E27FC236}">
                  <a16:creationId xmlns:a16="http://schemas.microsoft.com/office/drawing/2014/main" id="{94F3B779-11E7-452B-829E-FB53782CF155}"/>
                </a:ext>
              </a:extLst>
            </p:cNvPr>
            <p:cNvSpPr txBox="1"/>
            <p:nvPr/>
          </p:nvSpPr>
          <p:spPr>
            <a:xfrm>
              <a:off x="3359358" y="2524680"/>
              <a:ext cx="1408092" cy="682803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430" tIns="11430" rIns="11430" bIns="1143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b="1" kern="1200" dirty="0">
                  <a:latin typeface="Cambria" pitchFamily="18" charset="0"/>
                </a:rPr>
                <a:t>Positive listening and speaking practices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EC0C827-54FD-420D-8337-534F0F4699A2}"/>
              </a:ext>
            </a:extLst>
          </p:cNvPr>
          <p:cNvGrpSpPr/>
          <p:nvPr/>
        </p:nvGrpSpPr>
        <p:grpSpPr>
          <a:xfrm>
            <a:off x="4876800" y="3844330"/>
            <a:ext cx="2667000" cy="725289"/>
            <a:chOff x="3338115" y="3337520"/>
            <a:chExt cx="1450578" cy="725289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30F981A-CE30-43A2-9EB8-1ADA8D655E1C}"/>
                </a:ext>
              </a:extLst>
            </p:cNvPr>
            <p:cNvSpPr/>
            <p:nvPr/>
          </p:nvSpPr>
          <p:spPr>
            <a:xfrm>
              <a:off x="3338115" y="3337520"/>
              <a:ext cx="1450578" cy="725289"/>
            </a:xfrm>
            <a:prstGeom prst="roundRect">
              <a:avLst>
                <a:gd name="adj" fmla="val 10000"/>
              </a:avLst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4CE8590-CB24-4724-8642-0318A85CFE82}"/>
                </a:ext>
              </a:extLst>
            </p:cNvPr>
            <p:cNvSpPr txBox="1"/>
            <p:nvPr/>
          </p:nvSpPr>
          <p:spPr>
            <a:xfrm>
              <a:off x="3359358" y="3358763"/>
              <a:ext cx="1408092" cy="682803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latin typeface="Cambria" pitchFamily="18" charset="0"/>
                </a:rPr>
                <a:t>Sharing response and appreciation</a:t>
              </a:r>
            </a:p>
          </p:txBody>
        </p:sp>
      </p:grp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1075363-AE03-4011-9C64-4A1F26A9E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91000" y="900113"/>
            <a:ext cx="5605098" cy="603408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37975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4.81481E-6 L -0.42657 -4.81481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33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2657 -4.81481E-6 L -0.00157 -4.81481E-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43000" y="533400"/>
            <a:ext cx="647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ACCOUNTING FOR LOSSES AND GAINS IN PROCESS COSTING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47800"/>
            <a:ext cx="5791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NORMAL LOSS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ABNORMAL LOSS</a:t>
            </a:r>
          </a:p>
          <a:p>
            <a:pPr>
              <a:buFont typeface="Arial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ABNORMAL GAIN</a:t>
            </a:r>
          </a:p>
          <a:p>
            <a:pPr>
              <a:buFont typeface="Arial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1C6028-4A12-4A89-95E5-821C1B5DF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400" y="0"/>
            <a:ext cx="7086600" cy="6858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524000" y="3962400"/>
            <a:ext cx="5943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Algerian" pitchFamily="82" charset="0"/>
                <a:ea typeface="Cambria Math" panose="02040503050406030204" pitchFamily="18" charset="0"/>
                <a:cs typeface="Agent Orange" pitchFamily="2" charset="0"/>
              </a:rPr>
              <a:t>THAT’S A WRAP</a:t>
            </a:r>
          </a:p>
          <a:p>
            <a:pPr algn="ctr"/>
            <a:endParaRPr lang="en-US" sz="1200" b="1" dirty="0">
              <a:solidFill>
                <a:schemeClr val="bg2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  <a:cs typeface="Agent Orange" pitchFamily="2" charset="0"/>
            </a:endParaRPr>
          </a:p>
          <a:p>
            <a:pPr algn="ctr"/>
            <a:endParaRPr lang="en-US" sz="1200" b="1" dirty="0">
              <a:solidFill>
                <a:schemeClr val="bg2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  <a:cs typeface="Agent Orange" pitchFamily="2" charset="0"/>
            </a:endParaRPr>
          </a:p>
          <a:p>
            <a:pPr algn="ctr"/>
            <a:r>
              <a:rPr lang="en-US" sz="8000" u="sng" dirty="0">
                <a:solidFill>
                  <a:srgbClr val="00B0F0"/>
                </a:solidFill>
                <a:latin typeface="Algerian" pitchFamily="82" charset="0"/>
                <a:ea typeface="Cambria Math" panose="02040503050406030204" pitchFamily="18" charset="0"/>
                <a:cs typeface="Agent Orange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053346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</TotalTime>
  <Words>399</Words>
  <Application>Microsoft Office PowerPoint</Application>
  <PresentationFormat>On-screen Show (4:3)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Agency FB</vt:lpstr>
      <vt:lpstr>Algerian</vt:lpstr>
      <vt:lpstr>Arial</vt:lpstr>
      <vt:lpstr>Calibri</vt:lpstr>
      <vt:lpstr>Cambria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sms</dc:creator>
  <cp:lastModifiedBy>Kartikain Shivam</cp:lastModifiedBy>
  <cp:revision>134</cp:revision>
  <dcterms:created xsi:type="dcterms:W3CDTF">2021-02-07T05:49:35Z</dcterms:created>
  <dcterms:modified xsi:type="dcterms:W3CDTF">2023-09-26T05:43:39Z</dcterms:modified>
</cp:coreProperties>
</file>