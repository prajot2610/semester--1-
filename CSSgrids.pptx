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CSS 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1351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Text Colour and Background Colour 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546265" y="1460665"/>
            <a:ext cx="10807535" cy="4716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&lt;!DOCTYPE html&gt;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&lt;html&gt;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color:#ABC000;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background-color:red;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&lt;body&gt;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&lt;h3 style="color:Tomato;"&gt;Hello World&lt;/h3&gt;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&lt;p&gt;Welcome to html css and javaScript&lt;/p&gt;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&lt;/body&gt;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&lt;/html&gt;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Border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838200" y="1413164"/>
            <a:ext cx="10515600" cy="4763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&lt;!DOCTYPE html&gt;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&lt;html&gt;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&lt;head&gt;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p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border: 5px solid red;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h2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border: 5px dotted red;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&lt;/head&gt;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&lt;body&gt;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&lt;h2&gt;The border Property&lt;/h2&gt;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&lt;p&gt;This property is a shorthand property for border-width, border-style, and border-color.&lt;/p&gt;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&lt;/body&gt;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&lt;/html&gt;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838200" y="365125"/>
            <a:ext cx="10515600" cy="905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Background-image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653143" y="1270660"/>
            <a:ext cx="10700657" cy="4906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&lt;!DOCTYPE html&gt;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&lt;html&gt;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&lt;head&gt;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body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background: #ffffff  url("img_tree.png") no-repeat right top;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margin-right: 200px;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&lt;/head&gt;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&lt;body&gt;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&lt;h1&gt;Hello World!&lt;/h1&gt;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&lt;p&gt;Now the background image is only shown once, and it is also positioned away from the text.&lt;/p&gt;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&lt;p&gt;In this example we have also added a margin on the right side, so that the background image will not disturb the text.&lt;/p&gt;\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&lt;/body&gt;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&lt;/html&gt;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Height, Width, Margin , padding and Float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Height and width are used to set height and width of an element.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Css Margin properties are used to create space around elements, outside of any defined borders.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Css padding properties are used to generate space around an element's content, inside of any defined borders.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Float property is used for positioning and layout on web pages.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838200" y="415637"/>
            <a:ext cx="10515600" cy="5761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&lt;!DOCTYPE html&gt;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&lt;html&gt;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&lt;head&gt;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div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border: 1px solid black;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margin:100px 150px 100px 150px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padding:20px 10px 20px 10px;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background-color: lightblue;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img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float: right;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&lt;/head&gt;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&lt;body&gt;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&lt;h2&gt;Using individual margin properties&lt;/h2&gt;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&lt;img src=“Friends.jpg”&gt;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&lt;div&gt;This div element has a top margin of 100px, a right margin of 150px, a bottom margin of 100px, and a left margin of 150px.&lt;/div&gt;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&lt;/body&gt;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&lt;/html&gt;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113805" y="0"/>
            <a:ext cx="10515600" cy="96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Tables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398813" y="855023"/>
            <a:ext cx="10515600" cy="549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&lt;html&gt;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&lt;head&gt;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table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border-collapse: collapse;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width: 100%;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th, td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text-align: left;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padding: 8px;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tr:hover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background-color: yellow;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tr:nth-child(odd) {background-color: #f2f2f2;}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&lt;/head&gt;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&lt;body&gt;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838200" y="151369"/>
            <a:ext cx="10515600" cy="7986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Forms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838200" y="748146"/>
            <a:ext cx="10515600" cy="5428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input[type=text]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width: 100%;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padding: 15px 20px;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border-radius:20px;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border: 2px solid #FBB43F;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input[type=checkbox], input[type=radio]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height: 20px;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width: 20px;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select, textarea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width: 100%;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padding: 10px 30px;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border: none;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border-radius: 20px;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background-color: #FBB43F;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font-size:20px;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font-family:cursive;  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Css Grids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Grid Layout:- The CSS Grid Layout Module offers a grid-based layout system, with rows and columns, making it easier to design web pages without having to use floats and positioning.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A grid layout consists of a parent element, with one or more child elements.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A HTML element become grid element by setting display property to grid or inline grid.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142504" y="166255"/>
            <a:ext cx="11211296" cy="6010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&lt;!DOCTYPE html&gt;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&lt;html&gt;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&lt;head&gt;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.grid-container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display: grid;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background-color: #2196F3;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padding: 20px;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.grid-item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background-color:lightblue;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border: 1px solid black;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padding: 10px;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font-size: 30px;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text-align: center;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&lt;/head&gt;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&lt;body&gt;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&lt;h1&gt;The display Property:&lt;/h1&gt;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&lt;div class="grid-container"&gt;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&lt;div class="grid-item"&gt;1&lt;/div&gt;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&lt;div class="grid-item"&gt;2&lt;/div&gt;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&lt;div class="grid-item"&gt;3&lt;/div&gt;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&lt;div class="grid-item"&gt;4&lt;/div&gt;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&lt;/div&gt;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&lt;p&gt;Set the &lt;em&gt;display&lt;/em&gt; property to &lt;em&gt;grid&lt;/em&gt; to make a block-level grid container.&lt;/p&gt;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&lt;/body&gt;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&lt;/html&gt;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838200" y="344384"/>
            <a:ext cx="10515600" cy="5832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Grid containers consist of grid items, placed inside columns and rows.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The grid-template-columns property defines the number of columns in your grid layout, and it can define the width of each column.The value is a space-separated-list, where each value defines the length of the respective column.If you want your grid layout to contain 4 columns, specify the width of the 4 columns, or "auto" if all columns should have the same width.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The grid-template-rows property defines the height of each row.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838200" y="213756"/>
            <a:ext cx="10515600" cy="5963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&lt;html&gt;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&lt;head&gt;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.grid-container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display: grid;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grid-template-columns:auto auto;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grid-template-rows: 80px 80px;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background-color: #2196F3;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padding: 20px;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.grid-item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background-color:lightblue;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border: 1px solid black;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padding: 10px;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font-size: 30px;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text-align: center;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&lt;/style&gt;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&lt;/head&gt;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&lt;body&gt;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&lt;h1&gt;The display Property:&lt;/h1&gt;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&lt;div class="grid-container"&gt;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&lt;div class="grid-item"&gt;1&lt;/div&gt;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&lt;div class="grid-item"&gt;2&lt;/div&gt;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&lt;div class="grid-item"&gt;3&lt;/div&gt;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&lt;div class="grid-item"&gt;4&lt;/div&gt;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&lt;/div&gt;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&lt;/body&gt;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&lt;/html&gt;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190005" y="249382"/>
            <a:ext cx="11163795" cy="5927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The justify-content property is used to align the whole grid inside the container.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justify-content:space-evenly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justify-content:space-around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justify-content:space-between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justify-content:center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justify-content:start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justify-content:end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.grid-container {</a:t>
            </a:r>
            <a:br>
              <a:rPr lang="en-IN"/>
            </a:br>
            <a:r>
              <a:rPr lang="en-IN"/>
              <a:t>  display: grid;</a:t>
            </a:r>
            <a:br>
              <a:rPr lang="en-IN"/>
            </a:br>
            <a:r>
              <a:rPr lang="en-IN"/>
              <a:t>  justify-content: space-evenly;</a:t>
            </a:r>
            <a:br>
              <a:rPr lang="en-IN"/>
            </a:b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838200" y="308758"/>
            <a:ext cx="10515600" cy="5868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Use the </a:t>
            </a:r>
            <a:r>
              <a:rPr i="1" lang="en-IN"/>
              <a:t>align-content</a:t>
            </a:r>
            <a:r>
              <a:rPr lang="en-IN"/>
              <a:t> property to vertically align the grid inside the container.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.grid-container {</a:t>
            </a:r>
            <a:br>
              <a:rPr lang="en-IN"/>
            </a:br>
            <a:r>
              <a:rPr lang="en-IN"/>
              <a:t>  display: grid;</a:t>
            </a:r>
            <a:br>
              <a:rPr lang="en-IN"/>
            </a:br>
            <a:r>
              <a:rPr lang="en-IN"/>
              <a:t>  height: 400px;</a:t>
            </a:r>
            <a:br>
              <a:rPr lang="en-IN"/>
            </a:br>
            <a:r>
              <a:rPr lang="en-IN"/>
              <a:t>  align-content: end;</a:t>
            </a:r>
            <a:br>
              <a:rPr lang="en-IN"/>
            </a:br>
            <a:r>
              <a:rPr lang="en-IN"/>
              <a:t>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