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381000" y="990600"/>
            <a:ext cx="7772400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an HTML Table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HTML table is defined with the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&lt;table&gt;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table row is defined with the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&lt;tr&gt;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tag.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table header is defined with the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&lt;th&gt;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tag.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default, table headings are bold and centered.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table data/cell is defined with the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&lt;td&gt;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&lt;table style="width:100%"&gt;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&lt;th&gt;Firstname&lt;/th&gt;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&lt;th&gt;Lastname&lt;/th&gt;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&lt;th&gt;Age&lt;/th&gt;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81000" y="1066800"/>
            <a:ext cx="8382000" cy="4678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800" u="sng">
              <a:solidFill>
                <a:srgbClr val="0080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sng" cap="none" strike="noStrike">
              <a:solidFill>
                <a:srgbClr val="0080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33400" y="1524000"/>
            <a:ext cx="8382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228601" y="1066800"/>
            <a:ext cx="8610600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&lt;td&gt;Rahul&lt;/td&gt;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&lt;td&gt;Sharma&lt;/td&gt;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&lt;td&gt;20&lt;/td&gt;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&lt;td&gt;Sahil&lt;/td&gt;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&lt;td&gt;Verma&lt;/td&gt;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&lt;td&gt;22&lt;/td&gt;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&lt;td&gt;Rohit&lt;/td&gt;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&lt;td&gt;Kumar&lt;/td&gt;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&lt;td&gt;30&lt;/td&gt;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&lt;/table&gt;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304800" y="457200"/>
            <a:ext cx="8534401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Table - Adding a Border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do not specify a border for the table, it will be displayed without borders.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border is set using the CSS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border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property: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Table - Collapsed Borders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want the borders to collapse into one border, add the CSS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border-collapse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property: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border-collapse: collapse;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81000" y="762000"/>
            <a:ext cx="83058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Table - Adding Cell Padding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 padding specifies the space between the cell content and its borders.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do not specify a padding, the table cells will be displayed without padding.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set the padding, use the CSS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property: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border-collapse: collapse;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padding: 15px;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81000" y="762000"/>
            <a:ext cx="77724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Table - Left-align Headings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default, table headings are bold and centered.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left-align the table headings, use the CSS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text-align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property: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border-collapse: collapse;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padding: 5px;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text-align: left;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28600" y="1371600"/>
            <a:ext cx="891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457200" y="990600"/>
            <a:ext cx="8001000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Table - Adding Border Spacing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Border spacing specifies the space between the cells.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set the border spacing for a table, use the CSS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border-spacing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property: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padding: 5px;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border-spacing: 15px;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304800" y="762000"/>
            <a:ext cx="8610600" cy="6494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Table - Cells that Span Many Columns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make a cell span more than one column, use the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colspan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border-collapse: collapse;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padding: 5px;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text-align: left;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457200" y="685800"/>
            <a:ext cx="8305800" cy="4939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&lt;h2&gt;Cell that spans two columns:&lt;/h2&gt;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&lt;table style="width:100%"&gt;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&lt;th&gt;Name&lt;/th&gt;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 colspan="2"&gt;Details&lt;/th&gt;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&lt;td&gt;Rahul&lt;/td&gt;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&lt;td&gt;K1508&lt;/td&gt;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&lt;td&gt;18&lt;/td&gt;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&lt;/table&gt;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304800" y="533400"/>
            <a:ext cx="8382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Table - Cells that Span Many Rows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make a cell span more than one row, use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rowspan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border-collapse: collapse;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padding: 5px;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text-align: left;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/>
        </p:nvSpPr>
        <p:spPr>
          <a:xfrm>
            <a:off x="381000" y="762000"/>
            <a:ext cx="82296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&lt;h2&gt;Cell that spans two rows:&lt;/h2&gt;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&lt;table style="width:100%"&gt;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&lt;th&gt;Name:&lt;/th&gt;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&lt;td&gt;Rahul&lt;/td&gt;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 rowspan="2"&gt;Details&lt;/th&gt;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&lt;td&gt;K1508&lt;/td&gt;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&lt;td&gt;18&lt;/td&gt;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&lt;/table&gt;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/>
        </p:nvSpPr>
        <p:spPr>
          <a:xfrm>
            <a:off x="304800" y="990600"/>
            <a:ext cx="8610600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Table - Adding a Caption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a caption to a table, use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&lt;caption&gt;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border-collapse: collapse;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th, td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padding: 5px;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text-align: left;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/>
        </p:nvSpPr>
        <p:spPr>
          <a:xfrm>
            <a:off x="228601" y="609600"/>
            <a:ext cx="868679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&lt;table style="width:100%"&gt;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&lt;caption&gt;Monthly savings&lt;/caption&gt;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&lt;th&gt;Month&lt;/th&gt;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&lt;th&gt;Savings&lt;/th&gt;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&lt;td&gt;January&lt;/td&gt;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&lt;td&gt;$100&lt;/td&gt;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&lt;td&gt;February&lt;/td&gt;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&lt;td&gt;$50&lt;/td&gt;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&lt;/table&gt;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/>
        </p:nvSpPr>
        <p:spPr>
          <a:xfrm>
            <a:off x="228600" y="990600"/>
            <a:ext cx="8610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/>
        </p:nvSpPr>
        <p:spPr>
          <a:xfrm>
            <a:off x="457200" y="990600"/>
            <a:ext cx="838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228600" y="914400"/>
            <a:ext cx="891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