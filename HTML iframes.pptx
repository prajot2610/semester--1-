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81000" y="762000"/>
            <a:ext cx="8458200" cy="58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 IFRAMES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&lt;iframe&gt; 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enables the user to open a window within a window, or a browser within a browser.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&lt;iframe&gt; 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 allows the outside source document to be inserted within the main document.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Inserting an iFrame on HTML Webpage.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iframe Url address must be enclosed within the 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&lt;iframe&gt; 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of an iframe.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&lt;iframe src="Destination/iframe URL"&gt;      &lt;/iframe&gt;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iFrame Attribute :width and height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height:Controls the height of the iframe. Values can be expressed in </a:t>
            </a:r>
            <a:r>
              <a:rPr b="1"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"px"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or </a:t>
            </a:r>
            <a:r>
              <a:rPr b="1"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"%“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width:Controls the width of the iframe. Values can be expressed in </a:t>
            </a:r>
            <a:r>
              <a:rPr b="1"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"px"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or </a:t>
            </a:r>
            <a:r>
              <a:rPr b="1"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"%"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81000" y="1066800"/>
            <a:ext cx="8382000" cy="4678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 u="sng">
              <a:solidFill>
                <a:srgbClr val="008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sng" cap="none" strike="noStrike">
              <a:solidFill>
                <a:srgbClr val="008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sz="1300" u="sng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1" i="0" sz="1300" u="sng" cap="none" strike="noStrike">
              <a:solidFill>
                <a:srgbClr val="0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33400" y="1524000"/>
            <a:ext cx="838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228601" y="1066800"/>
            <a:ext cx="861060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&lt;title&gt; Iframe Example 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&lt;iframe src="https://ums.lpu.in/lpuums/LoginNew.aspx"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width="200px“ height="200px"&gt;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&lt;/iframe&gt;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304800" y="609600"/>
            <a:ext cx="8534401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iFrame attribute: frameborder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frameborderThis attribute enables users to specify the border.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are boolean in nature. Eg: 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 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while 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"0"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indicates 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"noborder"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&lt;title&gt;HTML Iframes&lt;/title&gt;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&lt;p&gt;Document content goes here...&lt;/p&gt;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&lt;iframe src="ab.html" width="500" height="200" frameborder="0" marginheight="50px" marginwidth="10px" name="a"&gt;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Sorry your browser does not support inline frames.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&lt;/iframe&gt; &lt;br /&gt;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81000" y="1143000"/>
            <a:ext cx="83058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 href="https://ums.lpu.in/lpuums/LoginNew.aspx" target="a"&gt;image&lt;/a&gt; &lt;br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&lt;iframe src="ab.html" width="250" height="200" frameborder="0"&gt;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Sorry your browser does not support inline frames.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&lt;/iframe&gt;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&lt;iframe src="ab.html" width="250" height="200" frameborder="0"&gt;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Sorry your browser does not support inline frames.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&lt;/iframe&gt;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&lt;p&gt;Document content also go here...&lt;/p&gt;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04800" y="762000"/>
            <a:ext cx="861060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457200" y="685800"/>
            <a:ext cx="8305800" cy="458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304800" y="609600"/>
            <a:ext cx="838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381000" y="762000"/>
            <a:ext cx="82296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/>
        </p:nvSpPr>
        <p:spPr>
          <a:xfrm>
            <a:off x="304800" y="9906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228601" y="1143000"/>
            <a:ext cx="8686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/>
        </p:nvSpPr>
        <p:spPr>
          <a:xfrm>
            <a:off x="228600" y="990600"/>
            <a:ext cx="8610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457200" y="990600"/>
            <a:ext cx="838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/>
        </p:nvSpPr>
        <p:spPr>
          <a:xfrm>
            <a:off x="228600" y="914400"/>
            <a:ext cx="891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