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5" r:id="rId1"/>
  </p:sldMasterIdLst>
  <p:notesMasterIdLst>
    <p:notesMasterId r:id="rId41"/>
  </p:notesMasterIdLst>
  <p:handoutMasterIdLst>
    <p:handoutMasterId r:id="rId42"/>
  </p:handoutMasterIdLst>
  <p:sldIdLst>
    <p:sldId id="424" r:id="rId2"/>
    <p:sldId id="462" r:id="rId3"/>
    <p:sldId id="463" r:id="rId4"/>
    <p:sldId id="548" r:id="rId5"/>
    <p:sldId id="545" r:id="rId6"/>
    <p:sldId id="546" r:id="rId7"/>
    <p:sldId id="547" r:id="rId8"/>
    <p:sldId id="460" r:id="rId9"/>
    <p:sldId id="534" r:id="rId10"/>
    <p:sldId id="464" r:id="rId11"/>
    <p:sldId id="541" r:id="rId12"/>
    <p:sldId id="558" r:id="rId13"/>
    <p:sldId id="467" r:id="rId14"/>
    <p:sldId id="544" r:id="rId15"/>
    <p:sldId id="555" r:id="rId16"/>
    <p:sldId id="561" r:id="rId17"/>
    <p:sldId id="560" r:id="rId18"/>
    <p:sldId id="536" r:id="rId19"/>
    <p:sldId id="525" r:id="rId20"/>
    <p:sldId id="524" r:id="rId21"/>
    <p:sldId id="549" r:id="rId22"/>
    <p:sldId id="554" r:id="rId23"/>
    <p:sldId id="551" r:id="rId24"/>
    <p:sldId id="538" r:id="rId25"/>
    <p:sldId id="559" r:id="rId26"/>
    <p:sldId id="518" r:id="rId27"/>
    <p:sldId id="515" r:id="rId28"/>
    <p:sldId id="519" r:id="rId29"/>
    <p:sldId id="520" r:id="rId30"/>
    <p:sldId id="521" r:id="rId31"/>
    <p:sldId id="522" r:id="rId32"/>
    <p:sldId id="528" r:id="rId33"/>
    <p:sldId id="529" r:id="rId34"/>
    <p:sldId id="540" r:id="rId35"/>
    <p:sldId id="531" r:id="rId36"/>
    <p:sldId id="539" r:id="rId37"/>
    <p:sldId id="562" r:id="rId38"/>
    <p:sldId id="532" r:id="rId39"/>
    <p:sldId id="552" r:id="rId40"/>
  </p:sldIdLst>
  <p:sldSz cx="9144000" cy="6858000" type="screen4x3"/>
  <p:notesSz cx="6858000" cy="9117013"/>
  <p:defaultTextStyle>
    <a:defPPr>
      <a:defRPr lang="en-US"/>
    </a:defPPr>
    <a:lvl1pPr algn="ctr" rtl="0" eaLnBrk="0" fontAlgn="base" hangingPunct="0">
      <a:spcBef>
        <a:spcPct val="0"/>
      </a:spcBef>
      <a:spcAft>
        <a:spcPct val="0"/>
      </a:spcAft>
      <a:defRPr sz="2400" kern="1200">
        <a:solidFill>
          <a:schemeClr val="tx1"/>
        </a:solidFill>
        <a:latin typeface="Century Gothic" panose="020B0502020202020204" pitchFamily="34" charset="0"/>
        <a:ea typeface="MS PGothic" panose="020B0600070205080204" pitchFamily="34" charset="-128"/>
        <a:cs typeface="+mn-cs"/>
      </a:defRPr>
    </a:lvl1pPr>
    <a:lvl2pPr marL="457200" algn="ctr" rtl="0" eaLnBrk="0" fontAlgn="base" hangingPunct="0">
      <a:spcBef>
        <a:spcPct val="0"/>
      </a:spcBef>
      <a:spcAft>
        <a:spcPct val="0"/>
      </a:spcAft>
      <a:defRPr sz="2400" kern="1200">
        <a:solidFill>
          <a:schemeClr val="tx1"/>
        </a:solidFill>
        <a:latin typeface="Century Gothic" panose="020B0502020202020204" pitchFamily="34" charset="0"/>
        <a:ea typeface="MS PGothic" panose="020B0600070205080204" pitchFamily="34" charset="-128"/>
        <a:cs typeface="+mn-cs"/>
      </a:defRPr>
    </a:lvl2pPr>
    <a:lvl3pPr marL="914400" algn="ctr" rtl="0" eaLnBrk="0" fontAlgn="base" hangingPunct="0">
      <a:spcBef>
        <a:spcPct val="0"/>
      </a:spcBef>
      <a:spcAft>
        <a:spcPct val="0"/>
      </a:spcAft>
      <a:defRPr sz="2400" kern="1200">
        <a:solidFill>
          <a:schemeClr val="tx1"/>
        </a:solidFill>
        <a:latin typeface="Century Gothic" panose="020B0502020202020204" pitchFamily="34" charset="0"/>
        <a:ea typeface="MS PGothic" panose="020B0600070205080204" pitchFamily="34" charset="-128"/>
        <a:cs typeface="+mn-cs"/>
      </a:defRPr>
    </a:lvl3pPr>
    <a:lvl4pPr marL="1371600" algn="ctr" rtl="0" eaLnBrk="0" fontAlgn="base" hangingPunct="0">
      <a:spcBef>
        <a:spcPct val="0"/>
      </a:spcBef>
      <a:spcAft>
        <a:spcPct val="0"/>
      </a:spcAft>
      <a:defRPr sz="2400" kern="1200">
        <a:solidFill>
          <a:schemeClr val="tx1"/>
        </a:solidFill>
        <a:latin typeface="Century Gothic" panose="020B0502020202020204" pitchFamily="34" charset="0"/>
        <a:ea typeface="MS PGothic" panose="020B0600070205080204" pitchFamily="34" charset="-128"/>
        <a:cs typeface="+mn-cs"/>
      </a:defRPr>
    </a:lvl4pPr>
    <a:lvl5pPr marL="1828800" algn="ctr" rtl="0" eaLnBrk="0" fontAlgn="base" hangingPunct="0">
      <a:spcBef>
        <a:spcPct val="0"/>
      </a:spcBef>
      <a:spcAft>
        <a:spcPct val="0"/>
      </a:spcAft>
      <a:defRPr sz="2400" kern="1200">
        <a:solidFill>
          <a:schemeClr val="tx1"/>
        </a:solidFill>
        <a:latin typeface="Century Gothic" panose="020B0502020202020204" pitchFamily="34"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Century Gothic" panose="020B0502020202020204" pitchFamily="34"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Century Gothic" panose="020B0502020202020204" pitchFamily="34"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Century Gothic" panose="020B0502020202020204" pitchFamily="34"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Century Gothic" panose="020B0502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672">
          <p15:clr>
            <a:srgbClr val="A4A3A4"/>
          </p15:clr>
        </p15:guide>
        <p15:guide id="2" orient="horz" pos="3264">
          <p15:clr>
            <a:srgbClr val="A4A3A4"/>
          </p15:clr>
        </p15:guide>
        <p15:guide id="3" pos="192">
          <p15:clr>
            <a:srgbClr val="A4A3A4"/>
          </p15:clr>
        </p15:guide>
        <p15:guide id="4" pos="5088">
          <p15:clr>
            <a:srgbClr val="A4A3A4"/>
          </p15:clr>
        </p15:guide>
      </p15:sldGuideLst>
    </p:ext>
    <p:ext uri="{2D200454-40CA-4A62-9FC3-DE9A4176ACB9}">
      <p15:notesGuideLst xmlns:p15="http://schemas.microsoft.com/office/powerpoint/2012/main">
        <p15:guide id="1" orient="horz" pos="2871">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6AC"/>
    <a:srgbClr val="00458A"/>
    <a:srgbClr val="336699"/>
    <a:srgbClr val="003366"/>
    <a:srgbClr val="9900FF"/>
    <a:srgbClr val="66CCFF"/>
    <a:srgbClr val="012A5C"/>
    <a:srgbClr val="AA094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91" autoAdjust="0"/>
    <p:restoredTop sz="94660"/>
  </p:normalViewPr>
  <p:slideViewPr>
    <p:cSldViewPr>
      <p:cViewPr varScale="1">
        <p:scale>
          <a:sx n="68" d="100"/>
          <a:sy n="68" d="100"/>
        </p:scale>
        <p:origin x="1500" y="72"/>
      </p:cViewPr>
      <p:guideLst>
        <p:guide orient="horz" pos="672"/>
        <p:guide orient="horz" pos="3264"/>
        <p:guide pos="192"/>
        <p:guide pos="508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794"/>
    </p:cViewPr>
  </p:sorterViewPr>
  <p:notesViewPr>
    <p:cSldViewPr>
      <p:cViewPr varScale="1">
        <p:scale>
          <a:sx n="53" d="100"/>
          <a:sy n="53" d="100"/>
        </p:scale>
        <p:origin x="-1788" y="-102"/>
      </p:cViewPr>
      <p:guideLst>
        <p:guide orient="horz" pos="2871"/>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handoutMaster" Target="handoutMasters/handout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tikain Shivam" userId="8b98892577b21557" providerId="LiveId" clId="{D961B9FA-8427-4041-8300-150FA0E12F25}"/>
    <pc:docChg chg="addSld delSld modSld sldOrd">
      <pc:chgData name="Kartikain Shivam" userId="8b98892577b21557" providerId="LiveId" clId="{D961B9FA-8427-4041-8300-150FA0E12F25}" dt="2023-10-24T12:45:38.394" v="782" actId="47"/>
      <pc:docMkLst>
        <pc:docMk/>
      </pc:docMkLst>
      <pc:sldChg chg="modTransition modAnim">
        <pc:chgData name="Kartikain Shivam" userId="8b98892577b21557" providerId="LiveId" clId="{D961B9FA-8427-4041-8300-150FA0E12F25}" dt="2023-10-22T14:26:58.337" v="627"/>
        <pc:sldMkLst>
          <pc:docMk/>
          <pc:sldMk cId="0" sldId="424"/>
        </pc:sldMkLst>
      </pc:sldChg>
      <pc:sldChg chg="modTransition modAnim">
        <pc:chgData name="Kartikain Shivam" userId="8b98892577b21557" providerId="LiveId" clId="{D961B9FA-8427-4041-8300-150FA0E12F25}" dt="2023-10-22T14:27:58.697" v="638"/>
        <pc:sldMkLst>
          <pc:docMk/>
          <pc:sldMk cId="0" sldId="460"/>
        </pc:sldMkLst>
      </pc:sldChg>
      <pc:sldChg chg="modTransition modAnim">
        <pc:chgData name="Kartikain Shivam" userId="8b98892577b21557" providerId="LiveId" clId="{D961B9FA-8427-4041-8300-150FA0E12F25}" dt="2023-10-22T14:27:08.100" v="629"/>
        <pc:sldMkLst>
          <pc:docMk/>
          <pc:sldMk cId="0" sldId="462"/>
        </pc:sldMkLst>
      </pc:sldChg>
      <pc:sldChg chg="modTransition modAnim">
        <pc:chgData name="Kartikain Shivam" userId="8b98892577b21557" providerId="LiveId" clId="{D961B9FA-8427-4041-8300-150FA0E12F25}" dt="2023-10-22T14:27:18.946" v="631"/>
        <pc:sldMkLst>
          <pc:docMk/>
          <pc:sldMk cId="0" sldId="463"/>
        </pc:sldMkLst>
      </pc:sldChg>
      <pc:sldChg chg="modTransition modAnim">
        <pc:chgData name="Kartikain Shivam" userId="8b98892577b21557" providerId="LiveId" clId="{D961B9FA-8427-4041-8300-150FA0E12F25}" dt="2023-10-22T14:29:35.661" v="658"/>
        <pc:sldMkLst>
          <pc:docMk/>
          <pc:sldMk cId="0" sldId="464"/>
        </pc:sldMkLst>
      </pc:sldChg>
      <pc:sldChg chg="modTransition modAnim">
        <pc:chgData name="Kartikain Shivam" userId="8b98892577b21557" providerId="LiveId" clId="{D961B9FA-8427-4041-8300-150FA0E12F25}" dt="2023-10-22T14:31:45.850" v="673"/>
        <pc:sldMkLst>
          <pc:docMk/>
          <pc:sldMk cId="0" sldId="467"/>
        </pc:sldMkLst>
      </pc:sldChg>
      <pc:sldChg chg="ord modTransition modAnim">
        <pc:chgData name="Kartikain Shivam" userId="8b98892577b21557" providerId="LiveId" clId="{D961B9FA-8427-4041-8300-150FA0E12F25}" dt="2023-10-22T14:37:16.215" v="748"/>
        <pc:sldMkLst>
          <pc:docMk/>
          <pc:sldMk cId="0" sldId="515"/>
        </pc:sldMkLst>
      </pc:sldChg>
      <pc:sldChg chg="ord modTransition modAnim">
        <pc:chgData name="Kartikain Shivam" userId="8b98892577b21557" providerId="LiveId" clId="{D961B9FA-8427-4041-8300-150FA0E12F25}" dt="2023-10-22T14:37:05.666" v="746"/>
        <pc:sldMkLst>
          <pc:docMk/>
          <pc:sldMk cId="0" sldId="518"/>
        </pc:sldMkLst>
      </pc:sldChg>
      <pc:sldChg chg="ord modTransition modAnim">
        <pc:chgData name="Kartikain Shivam" userId="8b98892577b21557" providerId="LiveId" clId="{D961B9FA-8427-4041-8300-150FA0E12F25}" dt="2023-10-22T14:37:29.268" v="751"/>
        <pc:sldMkLst>
          <pc:docMk/>
          <pc:sldMk cId="0" sldId="519"/>
        </pc:sldMkLst>
      </pc:sldChg>
      <pc:sldChg chg="modSp mod ord modTransition modAnim">
        <pc:chgData name="Kartikain Shivam" userId="8b98892577b21557" providerId="LiveId" clId="{D961B9FA-8427-4041-8300-150FA0E12F25}" dt="2023-10-22T14:37:40.620" v="753"/>
        <pc:sldMkLst>
          <pc:docMk/>
          <pc:sldMk cId="0" sldId="520"/>
        </pc:sldMkLst>
        <pc:spChg chg="mod">
          <ac:chgData name="Kartikain Shivam" userId="8b98892577b21557" providerId="LiveId" clId="{D961B9FA-8427-4041-8300-150FA0E12F25}" dt="2023-10-22T05:58:44.891" v="392" actId="20577"/>
          <ac:spMkLst>
            <pc:docMk/>
            <pc:sldMk cId="0" sldId="520"/>
            <ac:spMk id="23555" creationId="{9317DBD9-BEB4-4961-8E6A-82C616EB0808}"/>
          </ac:spMkLst>
        </pc:spChg>
      </pc:sldChg>
      <pc:sldChg chg="ord modTransition modAnim">
        <pc:chgData name="Kartikain Shivam" userId="8b98892577b21557" providerId="LiveId" clId="{D961B9FA-8427-4041-8300-150FA0E12F25}" dt="2023-10-22T14:37:48.793" v="755"/>
        <pc:sldMkLst>
          <pc:docMk/>
          <pc:sldMk cId="0" sldId="521"/>
        </pc:sldMkLst>
      </pc:sldChg>
      <pc:sldChg chg="ord modTransition modAnim">
        <pc:chgData name="Kartikain Shivam" userId="8b98892577b21557" providerId="LiveId" clId="{D961B9FA-8427-4041-8300-150FA0E12F25}" dt="2023-10-22T14:38:00.707" v="758"/>
        <pc:sldMkLst>
          <pc:docMk/>
          <pc:sldMk cId="0" sldId="522"/>
        </pc:sldMkLst>
      </pc:sldChg>
      <pc:sldChg chg="ord modTransition modAnim">
        <pc:chgData name="Kartikain Shivam" userId="8b98892577b21557" providerId="LiveId" clId="{D961B9FA-8427-4041-8300-150FA0E12F25}" dt="2023-10-22T14:33:29.654" v="695"/>
        <pc:sldMkLst>
          <pc:docMk/>
          <pc:sldMk cId="0" sldId="524"/>
        </pc:sldMkLst>
      </pc:sldChg>
      <pc:sldChg chg="modTransition modAnim">
        <pc:chgData name="Kartikain Shivam" userId="8b98892577b21557" providerId="LiveId" clId="{D961B9FA-8427-4041-8300-150FA0E12F25}" dt="2023-10-22T14:32:42.772" v="683"/>
        <pc:sldMkLst>
          <pc:docMk/>
          <pc:sldMk cId="0" sldId="525"/>
        </pc:sldMkLst>
      </pc:sldChg>
      <pc:sldChg chg="modTransition modAnim">
        <pc:chgData name="Kartikain Shivam" userId="8b98892577b21557" providerId="LiveId" clId="{D961B9FA-8427-4041-8300-150FA0E12F25}" dt="2023-10-22T14:38:06.696" v="759"/>
        <pc:sldMkLst>
          <pc:docMk/>
          <pc:sldMk cId="0" sldId="528"/>
        </pc:sldMkLst>
      </pc:sldChg>
      <pc:sldChg chg="modTransition modAnim">
        <pc:chgData name="Kartikain Shivam" userId="8b98892577b21557" providerId="LiveId" clId="{D961B9FA-8427-4041-8300-150FA0E12F25}" dt="2023-10-22T14:38:15.622" v="761"/>
        <pc:sldMkLst>
          <pc:docMk/>
          <pc:sldMk cId="0" sldId="529"/>
        </pc:sldMkLst>
      </pc:sldChg>
      <pc:sldChg chg="modSp modTransition modAnim">
        <pc:chgData name="Kartikain Shivam" userId="8b98892577b21557" providerId="LiveId" clId="{D961B9FA-8427-4041-8300-150FA0E12F25}" dt="2023-10-22T14:38:35.379" v="766"/>
        <pc:sldMkLst>
          <pc:docMk/>
          <pc:sldMk cId="0" sldId="531"/>
        </pc:sldMkLst>
        <pc:spChg chg="mod">
          <ac:chgData name="Kartikain Shivam" userId="8b98892577b21557" providerId="LiveId" clId="{D961B9FA-8427-4041-8300-150FA0E12F25}" dt="2023-10-22T14:38:29.627" v="764" actId="1076"/>
          <ac:spMkLst>
            <pc:docMk/>
            <pc:sldMk cId="0" sldId="531"/>
            <ac:spMk id="36867" creationId="{178866CB-0B67-48C6-9FA9-0D360834A7FC}"/>
          </ac:spMkLst>
        </pc:spChg>
      </pc:sldChg>
      <pc:sldChg chg="modSp mod modTransition modAnim">
        <pc:chgData name="Kartikain Shivam" userId="8b98892577b21557" providerId="LiveId" clId="{D961B9FA-8427-4041-8300-150FA0E12F25}" dt="2023-10-22T14:39:33.011" v="778"/>
        <pc:sldMkLst>
          <pc:docMk/>
          <pc:sldMk cId="0" sldId="532"/>
        </pc:sldMkLst>
        <pc:spChg chg="mod">
          <ac:chgData name="Kartikain Shivam" userId="8b98892577b21557" providerId="LiveId" clId="{D961B9FA-8427-4041-8300-150FA0E12F25}" dt="2023-10-22T05:30:56.865" v="275" actId="113"/>
          <ac:spMkLst>
            <pc:docMk/>
            <pc:sldMk cId="0" sldId="532"/>
            <ac:spMk id="38917" creationId="{EDFFBF58-1101-4A94-BA1D-B974924F8F25}"/>
          </ac:spMkLst>
        </pc:spChg>
      </pc:sldChg>
      <pc:sldChg chg="modSp modTransition modAnim">
        <pc:chgData name="Kartikain Shivam" userId="8b98892577b21557" providerId="LiveId" clId="{D961B9FA-8427-4041-8300-150FA0E12F25}" dt="2023-10-22T14:29:22.621" v="654"/>
        <pc:sldMkLst>
          <pc:docMk/>
          <pc:sldMk cId="0" sldId="534"/>
        </pc:sldMkLst>
        <pc:spChg chg="mod">
          <ac:chgData name="Kartikain Shivam" userId="8b98892577b21557" providerId="LiveId" clId="{D961B9FA-8427-4041-8300-150FA0E12F25}" dt="2023-10-22T14:28:18.751" v="644" actId="1076"/>
          <ac:spMkLst>
            <pc:docMk/>
            <pc:sldMk cId="0" sldId="534"/>
            <ac:spMk id="11268" creationId="{EA0AAA2C-A6D8-4783-B072-4B3B0717F6BD}"/>
          </ac:spMkLst>
        </pc:spChg>
        <pc:grpChg chg="mod">
          <ac:chgData name="Kartikain Shivam" userId="8b98892577b21557" providerId="LiveId" clId="{D961B9FA-8427-4041-8300-150FA0E12F25}" dt="2023-10-22T14:28:17.185" v="643" actId="1076"/>
          <ac:grpSpMkLst>
            <pc:docMk/>
            <pc:sldMk cId="0" sldId="534"/>
            <ac:grpSpMk id="11272" creationId="{717841BE-16DD-4321-BF1B-265836ED97F1}"/>
          </ac:grpSpMkLst>
        </pc:grpChg>
      </pc:sldChg>
      <pc:sldChg chg="modTransition modAnim">
        <pc:chgData name="Kartikain Shivam" userId="8b98892577b21557" providerId="LiveId" clId="{D961B9FA-8427-4041-8300-150FA0E12F25}" dt="2023-10-22T14:32:36.669" v="681"/>
        <pc:sldMkLst>
          <pc:docMk/>
          <pc:sldMk cId="0" sldId="536"/>
        </pc:sldMkLst>
      </pc:sldChg>
      <pc:sldChg chg="del">
        <pc:chgData name="Kartikain Shivam" userId="8b98892577b21557" providerId="LiveId" clId="{D961B9FA-8427-4041-8300-150FA0E12F25}" dt="2023-10-22T05:57:56.951" v="375" actId="47"/>
        <pc:sldMkLst>
          <pc:docMk/>
          <pc:sldMk cId="0" sldId="537"/>
        </pc:sldMkLst>
      </pc:sldChg>
      <pc:sldChg chg="modTransition modAnim">
        <pc:chgData name="Kartikain Shivam" userId="8b98892577b21557" providerId="LiveId" clId="{D961B9FA-8427-4041-8300-150FA0E12F25}" dt="2023-10-22T14:35:39.749" v="728"/>
        <pc:sldMkLst>
          <pc:docMk/>
          <pc:sldMk cId="0" sldId="538"/>
        </pc:sldMkLst>
      </pc:sldChg>
      <pc:sldChg chg="modTransition modAnim">
        <pc:chgData name="Kartikain Shivam" userId="8b98892577b21557" providerId="LiveId" clId="{D961B9FA-8427-4041-8300-150FA0E12F25}" dt="2023-10-22T14:38:44.514" v="768"/>
        <pc:sldMkLst>
          <pc:docMk/>
          <pc:sldMk cId="0" sldId="539"/>
        </pc:sldMkLst>
      </pc:sldChg>
      <pc:sldChg chg="modTransition modAnim">
        <pc:chgData name="Kartikain Shivam" userId="8b98892577b21557" providerId="LiveId" clId="{D961B9FA-8427-4041-8300-150FA0E12F25}" dt="2023-10-22T14:38:26.585" v="763"/>
        <pc:sldMkLst>
          <pc:docMk/>
          <pc:sldMk cId="0" sldId="540"/>
        </pc:sldMkLst>
      </pc:sldChg>
      <pc:sldChg chg="modTransition modAnim">
        <pc:chgData name="Kartikain Shivam" userId="8b98892577b21557" providerId="LiveId" clId="{D961B9FA-8427-4041-8300-150FA0E12F25}" dt="2023-10-22T14:31:19.015" v="668"/>
        <pc:sldMkLst>
          <pc:docMk/>
          <pc:sldMk cId="0" sldId="541"/>
        </pc:sldMkLst>
      </pc:sldChg>
      <pc:sldChg chg="addSp delSp modSp modTransition modAnim">
        <pc:chgData name="Kartikain Shivam" userId="8b98892577b21557" providerId="LiveId" clId="{D961B9FA-8427-4041-8300-150FA0E12F25}" dt="2023-10-22T14:31:53.390" v="674"/>
        <pc:sldMkLst>
          <pc:docMk/>
          <pc:sldMk cId="0" sldId="544"/>
        </pc:sldMkLst>
        <pc:picChg chg="add del">
          <ac:chgData name="Kartikain Shivam" userId="8b98892577b21557" providerId="LiveId" clId="{D961B9FA-8427-4041-8300-150FA0E12F25}" dt="2023-10-22T05:32:56.032" v="285"/>
          <ac:picMkLst>
            <pc:docMk/>
            <pc:sldMk cId="0" sldId="544"/>
            <ac:picMk id="1026" creationId="{4EA329D3-1DCE-4A91-A05B-C3B43E72F7AB}"/>
          </ac:picMkLst>
        </pc:picChg>
        <pc:picChg chg="add del">
          <ac:chgData name="Kartikain Shivam" userId="8b98892577b21557" providerId="LiveId" clId="{D961B9FA-8427-4041-8300-150FA0E12F25}" dt="2023-10-22T05:33:39.052" v="287" actId="478"/>
          <ac:picMkLst>
            <pc:docMk/>
            <pc:sldMk cId="0" sldId="544"/>
            <ac:picMk id="1028" creationId="{9BBA5877-1435-4351-BFF9-4E1EF2BFD29F}"/>
          </ac:picMkLst>
        </pc:picChg>
        <pc:picChg chg="add del">
          <ac:chgData name="Kartikain Shivam" userId="8b98892577b21557" providerId="LiveId" clId="{D961B9FA-8427-4041-8300-150FA0E12F25}" dt="2023-10-22T05:33:43.508" v="289" actId="478"/>
          <ac:picMkLst>
            <pc:docMk/>
            <pc:sldMk cId="0" sldId="544"/>
            <ac:picMk id="1030" creationId="{0D830C1F-10D9-40AD-BB7C-C0CA9887F569}"/>
          </ac:picMkLst>
        </pc:picChg>
        <pc:picChg chg="add del">
          <ac:chgData name="Kartikain Shivam" userId="8b98892577b21557" providerId="LiveId" clId="{D961B9FA-8427-4041-8300-150FA0E12F25}" dt="2023-10-22T05:34:15.580" v="291"/>
          <ac:picMkLst>
            <pc:docMk/>
            <pc:sldMk cId="0" sldId="544"/>
            <ac:picMk id="1032" creationId="{52BBA349-D4FD-4B6F-9C82-282EC96FBD5D}"/>
          </ac:picMkLst>
        </pc:picChg>
        <pc:picChg chg="add del mod">
          <ac:chgData name="Kartikain Shivam" userId="8b98892577b21557" providerId="LiveId" clId="{D961B9FA-8427-4041-8300-150FA0E12F25}" dt="2023-10-22T05:38:48.319" v="306" actId="478"/>
          <ac:picMkLst>
            <pc:docMk/>
            <pc:sldMk cId="0" sldId="544"/>
            <ac:picMk id="1034" creationId="{CC447FFF-B0E9-466E-9ECE-C06437E386C0}"/>
          </ac:picMkLst>
        </pc:picChg>
        <pc:picChg chg="add del">
          <ac:chgData name="Kartikain Shivam" userId="8b98892577b21557" providerId="LiveId" clId="{D961B9FA-8427-4041-8300-150FA0E12F25}" dt="2023-10-22T05:36:58.182" v="301"/>
          <ac:picMkLst>
            <pc:docMk/>
            <pc:sldMk cId="0" sldId="544"/>
            <ac:picMk id="1036" creationId="{3328C703-C937-4F2A-AFA2-1E10F259D526}"/>
          </ac:picMkLst>
        </pc:picChg>
        <pc:picChg chg="add del">
          <ac:chgData name="Kartikain Shivam" userId="8b98892577b21557" providerId="LiveId" clId="{D961B9FA-8427-4041-8300-150FA0E12F25}" dt="2023-10-22T05:37:38.697" v="303"/>
          <ac:picMkLst>
            <pc:docMk/>
            <pc:sldMk cId="0" sldId="544"/>
            <ac:picMk id="1038" creationId="{BBD3F0F9-BAB9-4C7C-A727-1A633F25FA7D}"/>
          </ac:picMkLst>
        </pc:picChg>
        <pc:picChg chg="add del">
          <ac:chgData name="Kartikain Shivam" userId="8b98892577b21557" providerId="LiveId" clId="{D961B9FA-8427-4041-8300-150FA0E12F25}" dt="2023-10-22T05:38:48.319" v="306" actId="478"/>
          <ac:picMkLst>
            <pc:docMk/>
            <pc:sldMk cId="0" sldId="544"/>
            <ac:picMk id="1040" creationId="{C2AAE368-A5B1-4FC0-8F89-1C91A6BF516A}"/>
          </ac:picMkLst>
        </pc:picChg>
        <pc:picChg chg="add mod">
          <ac:chgData name="Kartikain Shivam" userId="8b98892577b21557" providerId="LiveId" clId="{D961B9FA-8427-4041-8300-150FA0E12F25}" dt="2023-10-22T05:39:06.840" v="312" actId="1076"/>
          <ac:picMkLst>
            <pc:docMk/>
            <pc:sldMk cId="0" sldId="544"/>
            <ac:picMk id="1042" creationId="{3F2A4783-81C6-4047-B50D-DAB80D43D54D}"/>
          </ac:picMkLst>
        </pc:picChg>
        <pc:picChg chg="add del">
          <ac:chgData name="Kartikain Shivam" userId="8b98892577b21557" providerId="LiveId" clId="{D961B9FA-8427-4041-8300-150FA0E12F25}" dt="2023-10-22T05:39:39.667" v="314" actId="21"/>
          <ac:picMkLst>
            <pc:docMk/>
            <pc:sldMk cId="0" sldId="544"/>
            <ac:picMk id="1044" creationId="{26C2D493-D4D8-4A09-88D9-0F0291B96EDE}"/>
          </ac:picMkLst>
        </pc:picChg>
        <pc:picChg chg="add del">
          <ac:chgData name="Kartikain Shivam" userId="8b98892577b21557" providerId="LiveId" clId="{D961B9FA-8427-4041-8300-150FA0E12F25}" dt="2023-10-22T05:39:57.207" v="316"/>
          <ac:picMkLst>
            <pc:docMk/>
            <pc:sldMk cId="0" sldId="544"/>
            <ac:picMk id="1046" creationId="{23DE9259-093D-4CB6-A1CB-B1681845D817}"/>
          </ac:picMkLst>
        </pc:picChg>
        <pc:picChg chg="add mod">
          <ac:chgData name="Kartikain Shivam" userId="8b98892577b21557" providerId="LiveId" clId="{D961B9FA-8427-4041-8300-150FA0E12F25}" dt="2023-10-22T05:40:59.138" v="321" actId="1076"/>
          <ac:picMkLst>
            <pc:docMk/>
            <pc:sldMk cId="0" sldId="544"/>
            <ac:picMk id="1048" creationId="{BB2886BB-A60D-4C9D-B2D5-8F2D178F4B83}"/>
          </ac:picMkLst>
        </pc:picChg>
        <pc:picChg chg="del">
          <ac:chgData name="Kartikain Shivam" userId="8b98892577b21557" providerId="LiveId" clId="{D961B9FA-8427-4041-8300-150FA0E12F25}" dt="2023-10-22T05:33:39.052" v="287" actId="478"/>
          <ac:picMkLst>
            <pc:docMk/>
            <pc:sldMk cId="0" sldId="544"/>
            <ac:picMk id="15368" creationId="{A8240C7D-D471-4F1F-B816-48840DCFFEB8}"/>
          </ac:picMkLst>
        </pc:picChg>
        <pc:picChg chg="del mod">
          <ac:chgData name="Kartikain Shivam" userId="8b98892577b21557" providerId="LiveId" clId="{D961B9FA-8427-4041-8300-150FA0E12F25}" dt="2023-10-22T05:35:56.101" v="299" actId="478"/>
          <ac:picMkLst>
            <pc:docMk/>
            <pc:sldMk cId="0" sldId="544"/>
            <ac:picMk id="15369" creationId="{01F121EB-4E58-4D3C-9D52-1532D0857D52}"/>
          </ac:picMkLst>
        </pc:picChg>
      </pc:sldChg>
      <pc:sldChg chg="modTransition modAnim">
        <pc:chgData name="Kartikain Shivam" userId="8b98892577b21557" providerId="LiveId" clId="{D961B9FA-8427-4041-8300-150FA0E12F25}" dt="2023-10-22T14:27:32.572" v="633"/>
        <pc:sldMkLst>
          <pc:docMk/>
          <pc:sldMk cId="0" sldId="545"/>
        </pc:sldMkLst>
      </pc:sldChg>
      <pc:sldChg chg="modTransition modAnim">
        <pc:chgData name="Kartikain Shivam" userId="8b98892577b21557" providerId="LiveId" clId="{D961B9FA-8427-4041-8300-150FA0E12F25}" dt="2023-10-22T14:27:41.991" v="635"/>
        <pc:sldMkLst>
          <pc:docMk/>
          <pc:sldMk cId="0" sldId="546"/>
        </pc:sldMkLst>
      </pc:sldChg>
      <pc:sldChg chg="modTransition modAnim">
        <pc:chgData name="Kartikain Shivam" userId="8b98892577b21557" providerId="LiveId" clId="{D961B9FA-8427-4041-8300-150FA0E12F25}" dt="2023-10-22T14:27:47.105" v="636"/>
        <pc:sldMkLst>
          <pc:docMk/>
          <pc:sldMk cId="0" sldId="547"/>
        </pc:sldMkLst>
      </pc:sldChg>
      <pc:sldChg chg="modTransition modAnim">
        <pc:chgData name="Kartikain Shivam" userId="8b98892577b21557" providerId="LiveId" clId="{D961B9FA-8427-4041-8300-150FA0E12F25}" dt="2023-10-22T14:27:24.936" v="632"/>
        <pc:sldMkLst>
          <pc:docMk/>
          <pc:sldMk cId="0" sldId="548"/>
        </pc:sldMkLst>
      </pc:sldChg>
      <pc:sldChg chg="ord modTransition modAnim">
        <pc:chgData name="Kartikain Shivam" userId="8b98892577b21557" providerId="LiveId" clId="{D961B9FA-8427-4041-8300-150FA0E12F25}" dt="2023-10-22T14:34:23.829" v="707"/>
        <pc:sldMkLst>
          <pc:docMk/>
          <pc:sldMk cId="0" sldId="549"/>
        </pc:sldMkLst>
      </pc:sldChg>
      <pc:sldChg chg="modTransition modAnim">
        <pc:chgData name="Kartikain Shivam" userId="8b98892577b21557" providerId="LiveId" clId="{D961B9FA-8427-4041-8300-150FA0E12F25}" dt="2023-10-22T14:35:31.518" v="726"/>
        <pc:sldMkLst>
          <pc:docMk/>
          <pc:sldMk cId="0" sldId="551"/>
        </pc:sldMkLst>
      </pc:sldChg>
      <pc:sldChg chg="modSp mod modTransition modAnim">
        <pc:chgData name="Kartikain Shivam" userId="8b98892577b21557" providerId="LiveId" clId="{D961B9FA-8427-4041-8300-150FA0E12F25}" dt="2023-10-22T14:39:46.424" v="781"/>
        <pc:sldMkLst>
          <pc:docMk/>
          <pc:sldMk cId="0" sldId="552"/>
        </pc:sldMkLst>
        <pc:spChg chg="mod">
          <ac:chgData name="Kartikain Shivam" userId="8b98892577b21557" providerId="LiveId" clId="{D961B9FA-8427-4041-8300-150FA0E12F25}" dt="2023-10-22T05:31:23.709" v="283" actId="20577"/>
          <ac:spMkLst>
            <pc:docMk/>
            <pc:sldMk cId="0" sldId="552"/>
            <ac:spMk id="39938" creationId="{3464340F-8450-473C-B6E6-2AD654F34E64}"/>
          </ac:spMkLst>
        </pc:spChg>
      </pc:sldChg>
      <pc:sldChg chg="modTransition modAnim">
        <pc:chgData name="Kartikain Shivam" userId="8b98892577b21557" providerId="LiveId" clId="{D961B9FA-8427-4041-8300-150FA0E12F25}" dt="2023-10-22T14:35:23.727" v="724"/>
        <pc:sldMkLst>
          <pc:docMk/>
          <pc:sldMk cId="0" sldId="554"/>
        </pc:sldMkLst>
      </pc:sldChg>
      <pc:sldChg chg="addSp delSp modSp modTransition modAnim">
        <pc:chgData name="Kartikain Shivam" userId="8b98892577b21557" providerId="LiveId" clId="{D961B9FA-8427-4041-8300-150FA0E12F25}" dt="2023-10-22T14:31:59.865" v="675"/>
        <pc:sldMkLst>
          <pc:docMk/>
          <pc:sldMk cId="0" sldId="555"/>
        </pc:sldMkLst>
        <pc:spChg chg="add del">
          <ac:chgData name="Kartikain Shivam" userId="8b98892577b21557" providerId="LiveId" clId="{D961B9FA-8427-4041-8300-150FA0E12F25}" dt="2023-10-22T05:43:51.822" v="327"/>
          <ac:spMkLst>
            <pc:docMk/>
            <pc:sldMk cId="0" sldId="555"/>
            <ac:spMk id="2" creationId="{D9028295-10DA-43CF-8774-FFAACF8405DF}"/>
          </ac:spMkLst>
        </pc:spChg>
        <pc:spChg chg="add del">
          <ac:chgData name="Kartikain Shivam" userId="8b98892577b21557" providerId="LiveId" clId="{D961B9FA-8427-4041-8300-150FA0E12F25}" dt="2023-10-22T05:43:55.462" v="329"/>
          <ac:spMkLst>
            <pc:docMk/>
            <pc:sldMk cId="0" sldId="555"/>
            <ac:spMk id="3" creationId="{D707C1D4-B99A-4605-88E2-859CB84C9D4D}"/>
          </ac:spMkLst>
        </pc:spChg>
        <pc:picChg chg="add del">
          <ac:chgData name="Kartikain Shivam" userId="8b98892577b21557" providerId="LiveId" clId="{D961B9FA-8427-4041-8300-150FA0E12F25}" dt="2023-10-22T05:43:12.214" v="323" actId="478"/>
          <ac:picMkLst>
            <pc:docMk/>
            <pc:sldMk cId="0" sldId="555"/>
            <ac:picMk id="2050" creationId="{EE92E9B2-515F-45C9-9A65-4F25E2DFFADD}"/>
          </ac:picMkLst>
        </pc:picChg>
        <pc:picChg chg="add del">
          <ac:chgData name="Kartikain Shivam" userId="8b98892577b21557" providerId="LiveId" clId="{D961B9FA-8427-4041-8300-150FA0E12F25}" dt="2023-10-22T05:43:36.605" v="325"/>
          <ac:picMkLst>
            <pc:docMk/>
            <pc:sldMk cId="0" sldId="555"/>
            <ac:picMk id="2052" creationId="{4765AE71-59DD-426D-AD97-32E1A0E98130}"/>
          </ac:picMkLst>
        </pc:picChg>
        <pc:picChg chg="add del">
          <ac:chgData name="Kartikain Shivam" userId="8b98892577b21557" providerId="LiveId" clId="{D961B9FA-8427-4041-8300-150FA0E12F25}" dt="2023-10-22T05:44:10.214" v="331"/>
          <ac:picMkLst>
            <pc:docMk/>
            <pc:sldMk cId="0" sldId="555"/>
            <ac:picMk id="2058" creationId="{CC62122A-5322-4A86-8E5C-C2237B5FFA0D}"/>
          </ac:picMkLst>
        </pc:picChg>
        <pc:picChg chg="add mod">
          <ac:chgData name="Kartikain Shivam" userId="8b98892577b21557" providerId="LiveId" clId="{D961B9FA-8427-4041-8300-150FA0E12F25}" dt="2023-10-22T05:46:00.584" v="348" actId="1036"/>
          <ac:picMkLst>
            <pc:docMk/>
            <pc:sldMk cId="0" sldId="555"/>
            <ac:picMk id="2060" creationId="{CBE82DEF-C1CC-43A6-917C-930FD9A895F2}"/>
          </ac:picMkLst>
        </pc:picChg>
        <pc:picChg chg="add mod">
          <ac:chgData name="Kartikain Shivam" userId="8b98892577b21557" providerId="LiveId" clId="{D961B9FA-8427-4041-8300-150FA0E12F25}" dt="2023-10-22T05:45:38.939" v="342" actId="1076"/>
          <ac:picMkLst>
            <pc:docMk/>
            <pc:sldMk cId="0" sldId="555"/>
            <ac:picMk id="2062" creationId="{7A751A6B-B65C-4459-9A99-4F897B2D810F}"/>
          </ac:picMkLst>
        </pc:picChg>
        <pc:picChg chg="del">
          <ac:chgData name="Kartikain Shivam" userId="8b98892577b21557" providerId="LiveId" clId="{D961B9FA-8427-4041-8300-150FA0E12F25}" dt="2023-10-22T05:44:57.364" v="337" actId="478"/>
          <ac:picMkLst>
            <pc:docMk/>
            <pc:sldMk cId="0" sldId="555"/>
            <ac:picMk id="16390" creationId="{B631E04D-D15D-4413-B54D-170298C255BE}"/>
          </ac:picMkLst>
        </pc:picChg>
        <pc:picChg chg="del">
          <ac:chgData name="Kartikain Shivam" userId="8b98892577b21557" providerId="LiveId" clId="{D961B9FA-8427-4041-8300-150FA0E12F25}" dt="2023-10-22T05:43:12.214" v="323" actId="478"/>
          <ac:picMkLst>
            <pc:docMk/>
            <pc:sldMk cId="0" sldId="555"/>
            <ac:picMk id="16393" creationId="{87EFBBA8-26B6-4F19-8309-64E3F75204E7}"/>
          </ac:picMkLst>
        </pc:picChg>
      </pc:sldChg>
      <pc:sldChg chg="addSp delSp modSp del modTransition modAnim">
        <pc:chgData name="Kartikain Shivam" userId="8b98892577b21557" providerId="LiveId" clId="{D961B9FA-8427-4041-8300-150FA0E12F25}" dt="2023-10-24T12:45:38.394" v="782" actId="47"/>
        <pc:sldMkLst>
          <pc:docMk/>
          <pc:sldMk cId="0" sldId="557"/>
        </pc:sldMkLst>
        <pc:picChg chg="add mod">
          <ac:chgData name="Kartikain Shivam" userId="8b98892577b21557" providerId="LiveId" clId="{D961B9FA-8427-4041-8300-150FA0E12F25}" dt="2023-10-22T14:32:13.804" v="677" actId="1076"/>
          <ac:picMkLst>
            <pc:docMk/>
            <pc:sldMk cId="0" sldId="557"/>
            <ac:picMk id="3074" creationId="{3F2CDECA-4929-4AB8-B990-E908415999BE}"/>
          </ac:picMkLst>
        </pc:picChg>
        <pc:picChg chg="add mod">
          <ac:chgData name="Kartikain Shivam" userId="8b98892577b21557" providerId="LiveId" clId="{D961B9FA-8427-4041-8300-150FA0E12F25}" dt="2023-10-22T14:32:13.804" v="677" actId="1076"/>
          <ac:picMkLst>
            <pc:docMk/>
            <pc:sldMk cId="0" sldId="557"/>
            <ac:picMk id="3076" creationId="{EB6A2484-1CAB-4174-9C6C-7752AF929C86}"/>
          </ac:picMkLst>
        </pc:picChg>
        <pc:picChg chg="add del mod">
          <ac:chgData name="Kartikain Shivam" userId="8b98892577b21557" providerId="LiveId" clId="{D961B9FA-8427-4041-8300-150FA0E12F25}" dt="2023-10-22T05:57:07.310" v="374" actId="478"/>
          <ac:picMkLst>
            <pc:docMk/>
            <pc:sldMk cId="0" sldId="557"/>
            <ac:picMk id="3078" creationId="{6ACC1504-77EE-420B-89E4-59239D49342C}"/>
          </ac:picMkLst>
        </pc:picChg>
        <pc:picChg chg="del">
          <ac:chgData name="Kartikain Shivam" userId="8b98892577b21557" providerId="LiveId" clId="{D961B9FA-8427-4041-8300-150FA0E12F25}" dt="2023-10-22T05:52:02.685" v="353" actId="478"/>
          <ac:picMkLst>
            <pc:docMk/>
            <pc:sldMk cId="0" sldId="557"/>
            <ac:picMk id="17414" creationId="{26F8456F-C5C9-4C2C-ACF3-A488EDEEBE8A}"/>
          </ac:picMkLst>
        </pc:picChg>
        <pc:picChg chg="del">
          <ac:chgData name="Kartikain Shivam" userId="8b98892577b21557" providerId="LiveId" clId="{D961B9FA-8427-4041-8300-150FA0E12F25}" dt="2023-10-22T05:49:59.067" v="349" actId="478"/>
          <ac:picMkLst>
            <pc:docMk/>
            <pc:sldMk cId="0" sldId="557"/>
            <ac:picMk id="17415" creationId="{9E49FBDC-A311-4D57-829E-BE42C7AD8FDC}"/>
          </ac:picMkLst>
        </pc:picChg>
      </pc:sldChg>
      <pc:sldChg chg="modTransition modAnim">
        <pc:chgData name="Kartikain Shivam" userId="8b98892577b21557" providerId="LiveId" clId="{D961B9FA-8427-4041-8300-150FA0E12F25}" dt="2023-10-22T14:31:30.226" v="670"/>
        <pc:sldMkLst>
          <pc:docMk/>
          <pc:sldMk cId="1402035741" sldId="558"/>
        </pc:sldMkLst>
      </pc:sldChg>
      <pc:sldChg chg="ord modTransition modAnim">
        <pc:chgData name="Kartikain Shivam" userId="8b98892577b21557" providerId="LiveId" clId="{D961B9FA-8427-4041-8300-150FA0E12F25}" dt="2023-10-22T14:36:30.677" v="740"/>
        <pc:sldMkLst>
          <pc:docMk/>
          <pc:sldMk cId="54282383" sldId="559"/>
        </pc:sldMkLst>
      </pc:sldChg>
      <pc:sldChg chg="modSp add mod ord modTransition modAnim">
        <pc:chgData name="Kartikain Shivam" userId="8b98892577b21557" providerId="LiveId" clId="{D961B9FA-8427-4041-8300-150FA0E12F25}" dt="2023-10-22T14:32:30.810" v="680"/>
        <pc:sldMkLst>
          <pc:docMk/>
          <pc:sldMk cId="1422163599" sldId="560"/>
        </pc:sldMkLst>
        <pc:spChg chg="mod">
          <ac:chgData name="Kartikain Shivam" userId="8b98892577b21557" providerId="LiveId" clId="{D961B9FA-8427-4041-8300-150FA0E12F25}" dt="2023-10-22T05:17:01.858" v="93" actId="20577"/>
          <ac:spMkLst>
            <pc:docMk/>
            <pc:sldMk cId="1422163599" sldId="560"/>
            <ac:spMk id="19459" creationId="{EAD8F59B-C887-466F-9827-81257CFB4E75}"/>
          </ac:spMkLst>
        </pc:spChg>
        <pc:spChg chg="mod">
          <ac:chgData name="Kartikain Shivam" userId="8b98892577b21557" providerId="LiveId" clId="{D961B9FA-8427-4041-8300-150FA0E12F25}" dt="2023-10-22T05:20:06.950" v="254" actId="20577"/>
          <ac:spMkLst>
            <pc:docMk/>
            <pc:sldMk cId="1422163599" sldId="560"/>
            <ac:spMk id="19460" creationId="{191B1A94-448A-4CD4-98C1-F005E24669B9}"/>
          </ac:spMkLst>
        </pc:spChg>
      </pc:sldChg>
      <pc:sldChg chg="addSp delSp modSp add modTransition modAnim">
        <pc:chgData name="Kartikain Shivam" userId="8b98892577b21557" providerId="LiveId" clId="{D961B9FA-8427-4041-8300-150FA0E12F25}" dt="2023-10-22T14:32:08.381" v="676"/>
        <pc:sldMkLst>
          <pc:docMk/>
          <pc:sldMk cId="31167471" sldId="561"/>
        </pc:sldMkLst>
        <pc:spChg chg="mod">
          <ac:chgData name="Kartikain Shivam" userId="8b98892577b21557" providerId="LiveId" clId="{D961B9FA-8427-4041-8300-150FA0E12F25}" dt="2023-10-22T05:52:56.886" v="360" actId="1076"/>
          <ac:spMkLst>
            <pc:docMk/>
            <pc:sldMk cId="31167471" sldId="561"/>
            <ac:spMk id="16387" creationId="{99233646-4191-4FE8-AED5-6C289C0AF9D7}"/>
          </ac:spMkLst>
        </pc:spChg>
        <pc:picChg chg="del mod">
          <ac:chgData name="Kartikain Shivam" userId="8b98892577b21557" providerId="LiveId" clId="{D961B9FA-8427-4041-8300-150FA0E12F25}" dt="2023-10-22T05:53:34.058" v="363" actId="478"/>
          <ac:picMkLst>
            <pc:docMk/>
            <pc:sldMk cId="31167471" sldId="561"/>
            <ac:picMk id="2060" creationId="{CBE82DEF-C1CC-43A6-917C-930FD9A895F2}"/>
          </ac:picMkLst>
        </pc:picChg>
        <pc:picChg chg="del">
          <ac:chgData name="Kartikain Shivam" userId="8b98892577b21557" providerId="LiveId" clId="{D961B9FA-8427-4041-8300-150FA0E12F25}" dt="2023-10-22T05:53:49.354" v="366" actId="478"/>
          <ac:picMkLst>
            <pc:docMk/>
            <pc:sldMk cId="31167471" sldId="561"/>
            <ac:picMk id="2062" creationId="{7A751A6B-B65C-4459-9A99-4F897B2D810F}"/>
          </ac:picMkLst>
        </pc:picChg>
        <pc:picChg chg="add mod">
          <ac:chgData name="Kartikain Shivam" userId="8b98892577b21557" providerId="LiveId" clId="{D961B9FA-8427-4041-8300-150FA0E12F25}" dt="2023-10-22T05:54:28.116" v="371" actId="1076"/>
          <ac:picMkLst>
            <pc:docMk/>
            <pc:sldMk cId="31167471" sldId="561"/>
            <ac:picMk id="4098" creationId="{33ABC76B-DC7A-4D84-B747-1AB2A101CDDC}"/>
          </ac:picMkLst>
        </pc:picChg>
        <pc:picChg chg="add mod">
          <ac:chgData name="Kartikain Shivam" userId="8b98892577b21557" providerId="LiveId" clId="{D961B9FA-8427-4041-8300-150FA0E12F25}" dt="2023-10-22T05:54:19.465" v="369" actId="1076"/>
          <ac:picMkLst>
            <pc:docMk/>
            <pc:sldMk cId="31167471" sldId="561"/>
            <ac:picMk id="4100" creationId="{299BB8D5-07DF-4C27-815A-F8476B5DABB8}"/>
          </ac:picMkLst>
        </pc:picChg>
      </pc:sldChg>
      <pc:sldChg chg="addSp delSp modSp add mod ord modTransition modAnim">
        <pc:chgData name="Kartikain Shivam" userId="8b98892577b21557" providerId="LiveId" clId="{D961B9FA-8427-4041-8300-150FA0E12F25}" dt="2023-10-22T14:39:21.712" v="776"/>
        <pc:sldMkLst>
          <pc:docMk/>
          <pc:sldMk cId="168618425" sldId="562"/>
        </pc:sldMkLst>
        <pc:spChg chg="add mod">
          <ac:chgData name="Kartikain Shivam" userId="8b98892577b21557" providerId="LiveId" clId="{D961B9FA-8427-4041-8300-150FA0E12F25}" dt="2023-10-22T06:03:04.418" v="508" actId="14100"/>
          <ac:spMkLst>
            <pc:docMk/>
            <pc:sldMk cId="168618425" sldId="562"/>
            <ac:spMk id="2" creationId="{FC2D931B-891D-48E5-87D8-2EFFD5686E19}"/>
          </ac:spMkLst>
        </pc:spChg>
        <pc:spChg chg="add mod">
          <ac:chgData name="Kartikain Shivam" userId="8b98892577b21557" providerId="LiveId" clId="{D961B9FA-8427-4041-8300-150FA0E12F25}" dt="2023-10-22T06:03:47.815" v="544" actId="1076"/>
          <ac:spMkLst>
            <pc:docMk/>
            <pc:sldMk cId="168618425" sldId="562"/>
            <ac:spMk id="7" creationId="{BE6EC67B-9F8E-4EDB-A1EC-1C9EF8AC7B04}"/>
          </ac:spMkLst>
        </pc:spChg>
        <pc:spChg chg="del">
          <ac:chgData name="Kartikain Shivam" userId="8b98892577b21557" providerId="LiveId" clId="{D961B9FA-8427-4041-8300-150FA0E12F25}" dt="2023-10-22T06:02:35.833" v="467" actId="21"/>
          <ac:spMkLst>
            <pc:docMk/>
            <pc:sldMk cId="168618425" sldId="562"/>
            <ac:spMk id="10243" creationId="{FF1CA5FF-1659-4F69-9D08-325158D44D46}"/>
          </ac:spMkLst>
        </pc:spChg>
        <pc:spChg chg="mod">
          <ac:chgData name="Kartikain Shivam" userId="8b98892577b21557" providerId="LiveId" clId="{D961B9FA-8427-4041-8300-150FA0E12F25}" dt="2023-10-22T06:03:53.048" v="545" actId="1076"/>
          <ac:spMkLst>
            <pc:docMk/>
            <pc:sldMk cId="168618425" sldId="562"/>
            <ac:spMk id="10244" creationId="{F83A1A8E-2545-4D68-91CD-96EF49B6A7ED}"/>
          </ac:spMkLst>
        </pc:spChg>
        <pc:picChg chg="add mod">
          <ac:chgData name="Kartikain Shivam" userId="8b98892577b21557" providerId="LiveId" clId="{D961B9FA-8427-4041-8300-150FA0E12F25}" dt="2023-10-22T14:39:01.381" v="771" actId="1076"/>
          <ac:picMkLst>
            <pc:docMk/>
            <pc:sldMk cId="168618425" sldId="562"/>
            <ac:picMk id="5122" creationId="{DE359D30-FE56-4CBF-82DE-B16B53AFD39B}"/>
          </ac:picMkLst>
        </pc:picChg>
        <pc:picChg chg="add mod">
          <ac:chgData name="Kartikain Shivam" userId="8b98892577b21557" providerId="LiveId" clId="{D961B9FA-8427-4041-8300-150FA0E12F25}" dt="2023-10-22T06:06:04.840" v="554" actId="207"/>
          <ac:picMkLst>
            <pc:docMk/>
            <pc:sldMk cId="168618425" sldId="562"/>
            <ac:picMk id="5124" creationId="{737C5563-76A8-48B4-AB94-EC80E1EB276C}"/>
          </ac:picMkLst>
        </pc:picChg>
        <pc:picChg chg="add del mod">
          <ac:chgData name="Kartikain Shivam" userId="8b98892577b21557" providerId="LiveId" clId="{D961B9FA-8427-4041-8300-150FA0E12F25}" dt="2023-10-22T06:22:46.590" v="562" actId="478"/>
          <ac:picMkLst>
            <pc:docMk/>
            <pc:sldMk cId="168618425" sldId="562"/>
            <ac:picMk id="5126" creationId="{D5B9C909-5D2D-4698-943C-6AB2E8E55662}"/>
          </ac:picMkLst>
        </pc:picChg>
        <pc:picChg chg="add mod">
          <ac:chgData name="Kartikain Shivam" userId="8b98892577b21557" providerId="LiveId" clId="{D961B9FA-8427-4041-8300-150FA0E12F25}" dt="2023-10-22T06:23:41.438" v="572" actId="1037"/>
          <ac:picMkLst>
            <pc:docMk/>
            <pc:sldMk cId="168618425" sldId="562"/>
            <ac:picMk id="5128" creationId="{79A0C2C8-76C1-4332-B411-B8325E00E72A}"/>
          </ac:picMkLst>
        </pc:picChg>
        <pc:picChg chg="add del">
          <ac:chgData name="Kartikain Shivam" userId="8b98892577b21557" providerId="LiveId" clId="{D961B9FA-8427-4041-8300-150FA0E12F25}" dt="2023-10-22T06:24:21.986" v="577"/>
          <ac:picMkLst>
            <pc:docMk/>
            <pc:sldMk cId="168618425" sldId="562"/>
            <ac:picMk id="5130" creationId="{838EC770-A8B1-4047-9305-E92CE8FA56F7}"/>
          </ac:picMkLst>
        </pc:picChg>
        <pc:picChg chg="add del">
          <ac:chgData name="Kartikain Shivam" userId="8b98892577b21557" providerId="LiveId" clId="{D961B9FA-8427-4041-8300-150FA0E12F25}" dt="2023-10-22T06:25:29.873" v="579"/>
          <ac:picMkLst>
            <pc:docMk/>
            <pc:sldMk cId="168618425" sldId="562"/>
            <ac:picMk id="5132" creationId="{AB8950D2-7E62-47AE-A4EC-8DDFE695A412}"/>
          </ac:picMkLst>
        </pc:picChg>
        <pc:picChg chg="add mod">
          <ac:chgData name="Kartikain Shivam" userId="8b98892577b21557" providerId="LiveId" clId="{D961B9FA-8427-4041-8300-150FA0E12F25}" dt="2023-10-22T06:26:53.070" v="594" actId="1076"/>
          <ac:picMkLst>
            <pc:docMk/>
            <pc:sldMk cId="168618425" sldId="562"/>
            <ac:picMk id="5134" creationId="{041744E3-6FE2-40D9-A30B-7F87CF617952}"/>
          </ac:picMkLst>
        </pc:picChg>
        <pc:picChg chg="add del mod">
          <ac:chgData name="Kartikain Shivam" userId="8b98892577b21557" providerId="LiveId" clId="{D961B9FA-8427-4041-8300-150FA0E12F25}" dt="2023-10-22T06:34:15.274" v="595" actId="478"/>
          <ac:picMkLst>
            <pc:docMk/>
            <pc:sldMk cId="168618425" sldId="562"/>
            <ac:picMk id="5136" creationId="{A2912569-617C-4E09-9D45-0E6858D8249C}"/>
          </ac:picMkLst>
        </pc:picChg>
        <pc:picChg chg="add del mod">
          <ac:chgData name="Kartikain Shivam" userId="8b98892577b21557" providerId="LiveId" clId="{D961B9FA-8427-4041-8300-150FA0E12F25}" dt="2023-10-22T06:37:01.880" v="598" actId="478"/>
          <ac:picMkLst>
            <pc:docMk/>
            <pc:sldMk cId="168618425" sldId="562"/>
            <ac:picMk id="5138" creationId="{DA458C6A-A667-4F98-8E2F-3FEC5EC3AB5A}"/>
          </ac:picMkLst>
        </pc:picChg>
        <pc:picChg chg="add del mod">
          <ac:chgData name="Kartikain Shivam" userId="8b98892577b21557" providerId="LiveId" clId="{D961B9FA-8427-4041-8300-150FA0E12F25}" dt="2023-10-22T06:38:26.245" v="604" actId="478"/>
          <ac:picMkLst>
            <pc:docMk/>
            <pc:sldMk cId="168618425" sldId="562"/>
            <ac:picMk id="5140" creationId="{414F8791-4FC6-46E1-930D-68E11CDCE142}"/>
          </ac:picMkLst>
        </pc:picChg>
      </pc:sldChg>
      <pc:sldChg chg="modSp add del mod">
        <pc:chgData name="Kartikain Shivam" userId="8b98892577b21557" providerId="LiveId" clId="{D961B9FA-8427-4041-8300-150FA0E12F25}" dt="2023-10-22T06:01:06.068" v="463" actId="47"/>
        <pc:sldMkLst>
          <pc:docMk/>
          <pc:sldMk cId="2391392161" sldId="562"/>
        </pc:sldMkLst>
        <pc:spChg chg="mod">
          <ac:chgData name="Kartikain Shivam" userId="8b98892577b21557" providerId="LiveId" clId="{D961B9FA-8427-4041-8300-150FA0E12F25}" dt="2023-10-22T06:00:46.896" v="462" actId="20577"/>
          <ac:spMkLst>
            <pc:docMk/>
            <pc:sldMk cId="2391392161" sldId="562"/>
            <ac:spMk id="36867" creationId="{178866CB-0B67-48C6-9FA9-0D360834A7F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050">
            <a:extLst>
              <a:ext uri="{FF2B5EF4-FFF2-40B4-BE49-F238E27FC236}">
                <a16:creationId xmlns:a16="http://schemas.microsoft.com/office/drawing/2014/main" id="{7FFD92FD-4106-4ED9-BB70-212362113F32}"/>
              </a:ext>
            </a:extLst>
          </p:cNvPr>
          <p:cNvSpPr>
            <a:spLocks noGrp="1" noChangeArrowheads="1"/>
          </p:cNvSpPr>
          <p:nvPr>
            <p:ph type="hdr" sz="quarter"/>
          </p:nvPr>
        </p:nvSpPr>
        <p:spPr bwMode="auto">
          <a:xfrm>
            <a:off x="0" y="0"/>
            <a:ext cx="2971800" cy="455613"/>
          </a:xfrm>
          <a:prstGeom prst="rect">
            <a:avLst/>
          </a:prstGeom>
          <a:noFill/>
          <a:ln w="9525">
            <a:noFill/>
            <a:miter lim="800000"/>
            <a:headEnd/>
            <a:tailEnd/>
          </a:ln>
          <a:effectLst/>
        </p:spPr>
        <p:txBody>
          <a:bodyPr vert="horz" wrap="square" lIns="91433" tIns="45716" rIns="91433" bIns="45716" numCol="1" anchor="t" anchorCtr="0" compatLnSpc="1">
            <a:prstTxWarp prst="textNoShape">
              <a:avLst/>
            </a:prstTxWarp>
          </a:bodyPr>
          <a:lstStyle>
            <a:lvl1pPr algn="l" eaLnBrk="1" hangingPunct="1">
              <a:defRPr sz="1200">
                <a:latin typeface="Times New Roman" charset="0"/>
                <a:ea typeface="ＭＳ Ｐゴシック" charset="0"/>
                <a:cs typeface="ＭＳ Ｐゴシック" charset="0"/>
              </a:defRPr>
            </a:lvl1pPr>
          </a:lstStyle>
          <a:p>
            <a:pPr>
              <a:defRPr/>
            </a:pPr>
            <a:endParaRPr lang="en-US"/>
          </a:p>
        </p:txBody>
      </p:sp>
      <p:sp>
        <p:nvSpPr>
          <p:cNvPr id="25603" name="Rectangle 2051">
            <a:extLst>
              <a:ext uri="{FF2B5EF4-FFF2-40B4-BE49-F238E27FC236}">
                <a16:creationId xmlns:a16="http://schemas.microsoft.com/office/drawing/2014/main" id="{10DD1E6A-F036-4DEE-9752-68B3E4062BE1}"/>
              </a:ext>
            </a:extLst>
          </p:cNvPr>
          <p:cNvSpPr>
            <a:spLocks noGrp="1" noChangeArrowheads="1"/>
          </p:cNvSpPr>
          <p:nvPr>
            <p:ph type="dt" sz="quarter" idx="1"/>
          </p:nvPr>
        </p:nvSpPr>
        <p:spPr bwMode="auto">
          <a:xfrm>
            <a:off x="3886200" y="0"/>
            <a:ext cx="2971800" cy="455613"/>
          </a:xfrm>
          <a:prstGeom prst="rect">
            <a:avLst/>
          </a:prstGeom>
          <a:noFill/>
          <a:ln w="9525">
            <a:noFill/>
            <a:miter lim="800000"/>
            <a:headEnd/>
            <a:tailEnd/>
          </a:ln>
          <a:effectLst/>
        </p:spPr>
        <p:txBody>
          <a:bodyPr vert="horz" wrap="square" lIns="91433" tIns="45716" rIns="91433" bIns="45716" numCol="1" anchor="t" anchorCtr="0" compatLnSpc="1">
            <a:prstTxWarp prst="textNoShape">
              <a:avLst/>
            </a:prstTxWarp>
          </a:bodyPr>
          <a:lstStyle>
            <a:lvl1pPr algn="r" eaLnBrk="1" hangingPunct="1">
              <a:defRPr sz="1200">
                <a:latin typeface="Times New Roman" charset="0"/>
                <a:ea typeface="ＭＳ Ｐゴシック" charset="0"/>
                <a:cs typeface="ＭＳ Ｐゴシック" charset="0"/>
              </a:defRPr>
            </a:lvl1pPr>
          </a:lstStyle>
          <a:p>
            <a:pPr>
              <a:defRPr/>
            </a:pPr>
            <a:endParaRPr lang="en-US"/>
          </a:p>
        </p:txBody>
      </p:sp>
      <p:sp>
        <p:nvSpPr>
          <p:cNvPr id="25604" name="Rectangle 2052">
            <a:extLst>
              <a:ext uri="{FF2B5EF4-FFF2-40B4-BE49-F238E27FC236}">
                <a16:creationId xmlns:a16="http://schemas.microsoft.com/office/drawing/2014/main" id="{09455E75-4E3D-460F-A3A9-B4E12358FDCE}"/>
              </a:ext>
            </a:extLst>
          </p:cNvPr>
          <p:cNvSpPr>
            <a:spLocks noGrp="1" noChangeArrowheads="1"/>
          </p:cNvSpPr>
          <p:nvPr>
            <p:ph type="ftr" sz="quarter" idx="2"/>
          </p:nvPr>
        </p:nvSpPr>
        <p:spPr bwMode="auto">
          <a:xfrm>
            <a:off x="0" y="8661400"/>
            <a:ext cx="2971800" cy="455613"/>
          </a:xfrm>
          <a:prstGeom prst="rect">
            <a:avLst/>
          </a:prstGeom>
          <a:noFill/>
          <a:ln w="9525">
            <a:noFill/>
            <a:miter lim="800000"/>
            <a:headEnd/>
            <a:tailEnd/>
          </a:ln>
          <a:effectLst/>
        </p:spPr>
        <p:txBody>
          <a:bodyPr vert="horz" wrap="square" lIns="91433" tIns="45716" rIns="91433" bIns="45716" numCol="1" anchor="b" anchorCtr="0" compatLnSpc="1">
            <a:prstTxWarp prst="textNoShape">
              <a:avLst/>
            </a:prstTxWarp>
          </a:bodyPr>
          <a:lstStyle>
            <a:lvl1pPr algn="l" eaLnBrk="1" hangingPunct="1">
              <a:defRPr sz="1200">
                <a:latin typeface="Times New Roman" charset="0"/>
                <a:ea typeface="ＭＳ Ｐゴシック" charset="0"/>
                <a:cs typeface="ＭＳ Ｐゴシック" charset="0"/>
              </a:defRPr>
            </a:lvl1pPr>
          </a:lstStyle>
          <a:p>
            <a:pPr>
              <a:defRPr/>
            </a:pPr>
            <a:endParaRPr lang="en-US"/>
          </a:p>
        </p:txBody>
      </p:sp>
      <p:sp>
        <p:nvSpPr>
          <p:cNvPr id="25605" name="Rectangle 2053">
            <a:extLst>
              <a:ext uri="{FF2B5EF4-FFF2-40B4-BE49-F238E27FC236}">
                <a16:creationId xmlns:a16="http://schemas.microsoft.com/office/drawing/2014/main" id="{1120F56F-5685-4708-8CD4-0EE7E4275EB5}"/>
              </a:ext>
            </a:extLst>
          </p:cNvPr>
          <p:cNvSpPr>
            <a:spLocks noGrp="1" noChangeArrowheads="1"/>
          </p:cNvSpPr>
          <p:nvPr>
            <p:ph type="sldNum" sz="quarter" idx="3"/>
          </p:nvPr>
        </p:nvSpPr>
        <p:spPr bwMode="auto">
          <a:xfrm>
            <a:off x="3886200" y="8661400"/>
            <a:ext cx="2971800" cy="455613"/>
          </a:xfrm>
          <a:prstGeom prst="rect">
            <a:avLst/>
          </a:prstGeom>
          <a:noFill/>
          <a:ln w="9525">
            <a:noFill/>
            <a:miter lim="800000"/>
            <a:headEnd/>
            <a:tailEnd/>
          </a:ln>
          <a:effectLst/>
        </p:spPr>
        <p:txBody>
          <a:bodyPr vert="horz" wrap="square" lIns="91433" tIns="45716" rIns="91433" bIns="45716" numCol="1" anchor="b" anchorCtr="0" compatLnSpc="1">
            <a:prstTxWarp prst="textNoShape">
              <a:avLst/>
            </a:prstTxWarp>
          </a:bodyPr>
          <a:lstStyle>
            <a:lvl1pPr algn="r" eaLnBrk="1" hangingPunct="1">
              <a:defRPr sz="1200">
                <a:latin typeface="Times New Roman" panose="02020603050405020304" pitchFamily="18" charset="0"/>
              </a:defRPr>
            </a:lvl1pPr>
          </a:lstStyle>
          <a:p>
            <a:fld id="{45A02240-5257-49F3-B531-8CAE71EBE2D4}" type="slidenum">
              <a:rPr lang="en-US" altLang="en-US"/>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118AA2B-0BB5-47CF-9184-46BB8ED4459B}"/>
              </a:ext>
            </a:extLst>
          </p:cNvPr>
          <p:cNvSpPr>
            <a:spLocks noGrp="1" noChangeArrowheads="1"/>
          </p:cNvSpPr>
          <p:nvPr>
            <p:ph type="hdr" sz="quarter"/>
          </p:nvPr>
        </p:nvSpPr>
        <p:spPr bwMode="auto">
          <a:xfrm>
            <a:off x="0" y="0"/>
            <a:ext cx="2971800" cy="455613"/>
          </a:xfrm>
          <a:prstGeom prst="rect">
            <a:avLst/>
          </a:prstGeom>
          <a:noFill/>
          <a:ln w="9525">
            <a:noFill/>
            <a:miter lim="800000"/>
            <a:headEnd/>
            <a:tailEnd/>
          </a:ln>
          <a:effectLst/>
        </p:spPr>
        <p:txBody>
          <a:bodyPr vert="horz" wrap="square" lIns="91433" tIns="45716" rIns="91433" bIns="45716" numCol="1" anchor="t" anchorCtr="0" compatLnSpc="1">
            <a:prstTxWarp prst="textNoShape">
              <a:avLst/>
            </a:prstTxWarp>
          </a:bodyPr>
          <a:lstStyle>
            <a:lvl1pPr algn="l" eaLnBrk="1" hangingPunct="1">
              <a:defRPr sz="1200">
                <a:latin typeface="Times New Roman" charset="0"/>
                <a:ea typeface="ＭＳ Ｐゴシック" charset="0"/>
                <a:cs typeface="ＭＳ Ｐゴシック" charset="0"/>
              </a:defRPr>
            </a:lvl1pPr>
          </a:lstStyle>
          <a:p>
            <a:pPr>
              <a:defRPr/>
            </a:pPr>
            <a:endParaRPr lang="en-US"/>
          </a:p>
        </p:txBody>
      </p:sp>
      <p:sp>
        <p:nvSpPr>
          <p:cNvPr id="6147" name="Rectangle 3">
            <a:extLst>
              <a:ext uri="{FF2B5EF4-FFF2-40B4-BE49-F238E27FC236}">
                <a16:creationId xmlns:a16="http://schemas.microsoft.com/office/drawing/2014/main" id="{1C44EB43-4AAD-44DA-B666-37AE00618926}"/>
              </a:ext>
            </a:extLst>
          </p:cNvPr>
          <p:cNvSpPr>
            <a:spLocks noGrp="1" noChangeArrowheads="1"/>
          </p:cNvSpPr>
          <p:nvPr>
            <p:ph type="dt" idx="1"/>
          </p:nvPr>
        </p:nvSpPr>
        <p:spPr bwMode="auto">
          <a:xfrm>
            <a:off x="3886200" y="0"/>
            <a:ext cx="2971800" cy="455613"/>
          </a:xfrm>
          <a:prstGeom prst="rect">
            <a:avLst/>
          </a:prstGeom>
          <a:noFill/>
          <a:ln w="9525">
            <a:noFill/>
            <a:miter lim="800000"/>
            <a:headEnd/>
            <a:tailEnd/>
          </a:ln>
          <a:effectLst/>
        </p:spPr>
        <p:txBody>
          <a:bodyPr vert="horz" wrap="square" lIns="91433" tIns="45716" rIns="91433" bIns="45716" numCol="1" anchor="t" anchorCtr="0" compatLnSpc="1">
            <a:prstTxWarp prst="textNoShape">
              <a:avLst/>
            </a:prstTxWarp>
          </a:bodyPr>
          <a:lstStyle>
            <a:lvl1pPr algn="r" eaLnBrk="1" hangingPunct="1">
              <a:defRPr sz="1200">
                <a:latin typeface="Times New Roman" charset="0"/>
                <a:ea typeface="ＭＳ Ｐゴシック" charset="0"/>
                <a:cs typeface="ＭＳ Ｐゴシック" charset="0"/>
              </a:defRPr>
            </a:lvl1pPr>
          </a:lstStyle>
          <a:p>
            <a:pPr>
              <a:defRPr/>
            </a:pPr>
            <a:endParaRPr lang="en-US"/>
          </a:p>
        </p:txBody>
      </p:sp>
      <p:sp>
        <p:nvSpPr>
          <p:cNvPr id="40964" name="Rectangle 4">
            <a:extLst>
              <a:ext uri="{FF2B5EF4-FFF2-40B4-BE49-F238E27FC236}">
                <a16:creationId xmlns:a16="http://schemas.microsoft.com/office/drawing/2014/main" id="{9C563CAA-0DCA-4111-8AC9-3766B5EB428C}"/>
              </a:ext>
            </a:extLst>
          </p:cNvPr>
          <p:cNvSpPr>
            <a:spLocks noGrp="1" noRot="1" noChangeAspect="1" noChangeArrowheads="1" noTextEdit="1"/>
          </p:cNvSpPr>
          <p:nvPr>
            <p:ph type="sldImg" idx="2"/>
          </p:nvPr>
        </p:nvSpPr>
        <p:spPr bwMode="auto">
          <a:xfrm>
            <a:off x="1150938" y="684213"/>
            <a:ext cx="4557712" cy="34178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E32BF278-1771-4A62-911E-D0BD38621EA7}"/>
              </a:ext>
            </a:extLst>
          </p:cNvPr>
          <p:cNvSpPr>
            <a:spLocks noGrp="1" noChangeArrowheads="1"/>
          </p:cNvSpPr>
          <p:nvPr>
            <p:ph type="body" sz="quarter" idx="3"/>
          </p:nvPr>
        </p:nvSpPr>
        <p:spPr bwMode="auto">
          <a:xfrm>
            <a:off x="914400" y="4330700"/>
            <a:ext cx="5029200" cy="4102100"/>
          </a:xfrm>
          <a:prstGeom prst="rect">
            <a:avLst/>
          </a:prstGeom>
          <a:noFill/>
          <a:ln w="9525">
            <a:noFill/>
            <a:miter lim="800000"/>
            <a:headEnd/>
            <a:tailEnd/>
          </a:ln>
          <a:effectLst/>
        </p:spPr>
        <p:txBody>
          <a:bodyPr vert="horz" wrap="square" lIns="91433" tIns="45716" rIns="91433" bIns="4571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91AAC776-5109-4099-8DAF-09BE1D8AA653}"/>
              </a:ext>
            </a:extLst>
          </p:cNvPr>
          <p:cNvSpPr>
            <a:spLocks noGrp="1" noChangeArrowheads="1"/>
          </p:cNvSpPr>
          <p:nvPr>
            <p:ph type="ftr" sz="quarter" idx="4"/>
          </p:nvPr>
        </p:nvSpPr>
        <p:spPr bwMode="auto">
          <a:xfrm>
            <a:off x="0" y="8661400"/>
            <a:ext cx="2971800" cy="455613"/>
          </a:xfrm>
          <a:prstGeom prst="rect">
            <a:avLst/>
          </a:prstGeom>
          <a:noFill/>
          <a:ln w="9525">
            <a:noFill/>
            <a:miter lim="800000"/>
            <a:headEnd/>
            <a:tailEnd/>
          </a:ln>
          <a:effectLst/>
        </p:spPr>
        <p:txBody>
          <a:bodyPr vert="horz" wrap="square" lIns="91433" tIns="45716" rIns="91433" bIns="45716" numCol="1" anchor="b" anchorCtr="0" compatLnSpc="1">
            <a:prstTxWarp prst="textNoShape">
              <a:avLst/>
            </a:prstTxWarp>
          </a:bodyPr>
          <a:lstStyle>
            <a:lvl1pPr algn="l" eaLnBrk="1" hangingPunct="1">
              <a:defRPr sz="1200">
                <a:latin typeface="Times New Roman" charset="0"/>
                <a:ea typeface="ＭＳ Ｐゴシック" charset="0"/>
                <a:cs typeface="ＭＳ Ｐゴシック" charset="0"/>
              </a:defRPr>
            </a:lvl1pPr>
          </a:lstStyle>
          <a:p>
            <a:pPr>
              <a:defRPr/>
            </a:pPr>
            <a:endParaRPr lang="en-US"/>
          </a:p>
        </p:txBody>
      </p:sp>
      <p:sp>
        <p:nvSpPr>
          <p:cNvPr id="6151" name="Rectangle 7">
            <a:extLst>
              <a:ext uri="{FF2B5EF4-FFF2-40B4-BE49-F238E27FC236}">
                <a16:creationId xmlns:a16="http://schemas.microsoft.com/office/drawing/2014/main" id="{E3EC57C2-863C-4904-9D30-0DDB5B78DC1E}"/>
              </a:ext>
            </a:extLst>
          </p:cNvPr>
          <p:cNvSpPr>
            <a:spLocks noGrp="1" noChangeArrowheads="1"/>
          </p:cNvSpPr>
          <p:nvPr>
            <p:ph type="sldNum" sz="quarter" idx="5"/>
          </p:nvPr>
        </p:nvSpPr>
        <p:spPr bwMode="auto">
          <a:xfrm>
            <a:off x="3886200" y="8661400"/>
            <a:ext cx="2971800" cy="455613"/>
          </a:xfrm>
          <a:prstGeom prst="rect">
            <a:avLst/>
          </a:prstGeom>
          <a:noFill/>
          <a:ln w="9525">
            <a:noFill/>
            <a:miter lim="800000"/>
            <a:headEnd/>
            <a:tailEnd/>
          </a:ln>
          <a:effectLst/>
        </p:spPr>
        <p:txBody>
          <a:bodyPr vert="horz" wrap="square" lIns="91433" tIns="45716" rIns="91433" bIns="45716" numCol="1" anchor="b" anchorCtr="0" compatLnSpc="1">
            <a:prstTxWarp prst="textNoShape">
              <a:avLst/>
            </a:prstTxWarp>
          </a:bodyPr>
          <a:lstStyle>
            <a:lvl1pPr algn="r" eaLnBrk="1" hangingPunct="1">
              <a:defRPr sz="1200">
                <a:latin typeface="Times New Roman" panose="02020603050405020304" pitchFamily="18" charset="0"/>
              </a:defRPr>
            </a:lvl1pPr>
          </a:lstStyle>
          <a:p>
            <a:fld id="{EE59634D-AD59-4326-BC70-900E4EF4BCD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65"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Times New Roman" pitchFamily="-65"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65"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65"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65"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D18C423F-198D-4CE5-A0FE-7FCFEF5BF2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E70BAB5B-D5D8-49F7-9655-83E52361A9EE}" type="slidenum">
              <a:rPr lang="en-US" altLang="en-US" sz="1200">
                <a:latin typeface="Times New Roman" panose="02020603050405020304" pitchFamily="18" charset="0"/>
              </a:rPr>
              <a:pPr/>
              <a:t>1</a:t>
            </a:fld>
            <a:endParaRPr lang="en-US" altLang="en-US" sz="1200">
              <a:latin typeface="Times New Roman" panose="02020603050405020304" pitchFamily="18" charset="0"/>
            </a:endParaRPr>
          </a:p>
        </p:txBody>
      </p:sp>
      <p:sp>
        <p:nvSpPr>
          <p:cNvPr id="41987" name="Rectangle 2">
            <a:extLst>
              <a:ext uri="{FF2B5EF4-FFF2-40B4-BE49-F238E27FC236}">
                <a16:creationId xmlns:a16="http://schemas.microsoft.com/office/drawing/2014/main" id="{9B82118D-6465-40AB-9689-611732D52F94}"/>
              </a:ext>
            </a:extLst>
          </p:cNvPr>
          <p:cNvSpPr>
            <a:spLocks noGrp="1" noRot="1" noChangeAspect="1" noChangeArrowheads="1" noTextEdit="1"/>
          </p:cNvSpPr>
          <p:nvPr>
            <p:ph type="sldImg"/>
          </p:nvPr>
        </p:nvSpPr>
        <p:spPr>
          <a:xfrm>
            <a:off x="1150938" y="682625"/>
            <a:ext cx="4559300" cy="3419475"/>
          </a:xfrm>
          <a:ln/>
        </p:spPr>
      </p:sp>
      <p:sp>
        <p:nvSpPr>
          <p:cNvPr id="41988" name="Rectangle 3">
            <a:extLst>
              <a:ext uri="{FF2B5EF4-FFF2-40B4-BE49-F238E27FC236}">
                <a16:creationId xmlns:a16="http://schemas.microsoft.com/office/drawing/2014/main" id="{E4B9B448-0761-4569-8D4E-7A57A01738E1}"/>
              </a:ext>
            </a:extLst>
          </p:cNvPr>
          <p:cNvSpPr>
            <a:spLocks noGrp="1" noChangeArrowheads="1"/>
          </p:cNvSpPr>
          <p:nvPr>
            <p:ph type="body" idx="1"/>
          </p:nvPr>
        </p:nvSpPr>
        <p:spPr>
          <a:xfrm>
            <a:off x="685800" y="4330700"/>
            <a:ext cx="5486400" cy="41036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This program will be about personal visibility. We</a:t>
            </a:r>
            <a:r>
              <a:rPr lang="ja-JP" altLang="en-US">
                <a:latin typeface="Times New Roman" panose="02020603050405020304" pitchFamily="18" charset="0"/>
              </a:rPr>
              <a:t>’</a:t>
            </a:r>
            <a:r>
              <a:rPr lang="en-US" altLang="ja-JP">
                <a:latin typeface="Times New Roman" panose="02020603050405020304" pitchFamily="18" charset="0"/>
              </a:rPr>
              <a:t>re taking a different cut at it.</a:t>
            </a:r>
          </a:p>
          <a:p>
            <a:pPr eaLnBrk="1" hangingPunct="1"/>
            <a:r>
              <a:rPr lang="en-US" altLang="en-US">
                <a:latin typeface="Times New Roman" panose="02020603050405020304" pitchFamily="18" charset="0"/>
              </a:rPr>
              <a:t>Scientists in the room may be thinking, </a:t>
            </a:r>
            <a:r>
              <a:rPr lang="ja-JP" altLang="en-US">
                <a:latin typeface="Times New Roman" panose="02020603050405020304" pitchFamily="18" charset="0"/>
              </a:rPr>
              <a:t>“</a:t>
            </a:r>
            <a:r>
              <a:rPr lang="en-US" altLang="ja-JP">
                <a:latin typeface="Times New Roman" panose="02020603050405020304" pitchFamily="18" charset="0"/>
              </a:rPr>
              <a:t>this brand thing is too marketing oriented</a:t>
            </a:r>
            <a:r>
              <a:rPr lang="ja-JP" altLang="en-US">
                <a:latin typeface="Times New Roman" panose="02020603050405020304" pitchFamily="18" charset="0"/>
              </a:rPr>
              <a:t>”</a:t>
            </a:r>
            <a:r>
              <a:rPr lang="en-US" altLang="ja-JP">
                <a:latin typeface="Times New Roman" panose="02020603050405020304" pitchFamily="18" charset="0"/>
              </a:rPr>
              <a:t>  Hang in here, we are talking about your personal impact and how inspired performance leads to inspired customers.</a:t>
            </a:r>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9224DCEB-75AB-45AD-B77B-B56F18ADC0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505F8C75-3D2E-425A-A60B-30C5A79A7391}" type="slidenum">
              <a:rPr lang="en-US" altLang="en-US" sz="1200">
                <a:latin typeface="Times New Roman" panose="02020603050405020304" pitchFamily="18" charset="0"/>
              </a:rPr>
              <a:pPr/>
              <a:t>2</a:t>
            </a:fld>
            <a:endParaRPr lang="en-US" altLang="en-US" sz="1200">
              <a:latin typeface="Times New Roman" panose="02020603050405020304" pitchFamily="18" charset="0"/>
            </a:endParaRPr>
          </a:p>
        </p:txBody>
      </p:sp>
      <p:sp>
        <p:nvSpPr>
          <p:cNvPr id="43011" name="Rectangle 2">
            <a:extLst>
              <a:ext uri="{FF2B5EF4-FFF2-40B4-BE49-F238E27FC236}">
                <a16:creationId xmlns:a16="http://schemas.microsoft.com/office/drawing/2014/main" id="{28105CCA-A84A-49A2-A194-79928B9ACF4A}"/>
              </a:ext>
            </a:extLst>
          </p:cNvPr>
          <p:cNvSpPr>
            <a:spLocks noChangeArrowheads="1"/>
          </p:cNvSpPr>
          <p:nvPr/>
        </p:nvSpPr>
        <p:spPr bwMode="auto">
          <a:xfrm>
            <a:off x="388620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3012" name="Rectangle 3">
            <a:extLst>
              <a:ext uri="{FF2B5EF4-FFF2-40B4-BE49-F238E27FC236}">
                <a16:creationId xmlns:a16="http://schemas.microsoft.com/office/drawing/2014/main" id="{F092CC21-19A2-4EE1-BEA3-A912B56C1F7E}"/>
              </a:ext>
            </a:extLst>
          </p:cNvPr>
          <p:cNvSpPr>
            <a:spLocks noChangeArrowheads="1"/>
          </p:cNvSpPr>
          <p:nvPr/>
        </p:nvSpPr>
        <p:spPr bwMode="auto">
          <a:xfrm>
            <a:off x="388620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r"/>
            <a:r>
              <a:rPr lang="en-US" altLang="en-US" sz="1200">
                <a:latin typeface="Times" panose="02020603050405020304" pitchFamily="18" charset="0"/>
              </a:rPr>
              <a:t>3</a:t>
            </a:r>
          </a:p>
        </p:txBody>
      </p:sp>
      <p:sp>
        <p:nvSpPr>
          <p:cNvPr id="43013" name="Rectangle 4">
            <a:extLst>
              <a:ext uri="{FF2B5EF4-FFF2-40B4-BE49-F238E27FC236}">
                <a16:creationId xmlns:a16="http://schemas.microsoft.com/office/drawing/2014/main" id="{DA87A22E-291C-443E-A535-689A93B72860}"/>
              </a:ext>
            </a:extLst>
          </p:cNvPr>
          <p:cNvSpPr>
            <a:spLocks noChangeArrowheads="1"/>
          </p:cNvSpPr>
          <p:nvPr/>
        </p:nvSpPr>
        <p:spPr bwMode="auto">
          <a:xfrm>
            <a:off x="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3014" name="Rectangle 5">
            <a:extLst>
              <a:ext uri="{FF2B5EF4-FFF2-40B4-BE49-F238E27FC236}">
                <a16:creationId xmlns:a16="http://schemas.microsoft.com/office/drawing/2014/main" id="{B00D8243-E07F-4D0A-9A9F-67F4F777FBD7}"/>
              </a:ext>
            </a:extLst>
          </p:cNvPr>
          <p:cNvSpPr>
            <a:spLocks noChangeArrowheads="1"/>
          </p:cNvSpPr>
          <p:nvPr/>
        </p:nvSpPr>
        <p:spPr bwMode="auto">
          <a:xfrm>
            <a:off x="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3015" name="Rectangle 6">
            <a:extLst>
              <a:ext uri="{FF2B5EF4-FFF2-40B4-BE49-F238E27FC236}">
                <a16:creationId xmlns:a16="http://schemas.microsoft.com/office/drawing/2014/main" id="{201A36BA-AFF9-40F4-A400-670EDE07C18A}"/>
              </a:ext>
            </a:extLst>
          </p:cNvPr>
          <p:cNvSpPr>
            <a:spLocks noGrp="1" noRot="1" noChangeAspect="1" noChangeArrowheads="1" noTextEdit="1"/>
          </p:cNvSpPr>
          <p:nvPr>
            <p:ph type="sldImg"/>
          </p:nvPr>
        </p:nvSpPr>
        <p:spPr>
          <a:xfrm>
            <a:off x="1158875" y="690563"/>
            <a:ext cx="4540250" cy="3405187"/>
          </a:xfrm>
          <a:ln w="12700" cap="flat"/>
        </p:spPr>
      </p:sp>
      <p:sp>
        <p:nvSpPr>
          <p:cNvPr id="43016" name="Rectangle 7">
            <a:extLst>
              <a:ext uri="{FF2B5EF4-FFF2-40B4-BE49-F238E27FC236}">
                <a16:creationId xmlns:a16="http://schemas.microsoft.com/office/drawing/2014/main" id="{EA8D6CFB-0251-47AF-AAA8-DF085F4782C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r>
              <a:rPr lang="en-US" altLang="en-US" sz="1600">
                <a:latin typeface="Times New Roman" panose="02020603050405020304" pitchFamily="18" charset="0"/>
              </a:rPr>
              <a:t>Here are our objectives.</a:t>
            </a:r>
          </a:p>
          <a:p>
            <a:pPr eaLnBrk="1" hangingPunct="1"/>
            <a:endParaRPr lang="en-US" altLang="en-US" sz="16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E2306CB2-4F6D-4D38-863D-F08D0FB17C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4F19A54C-B861-465A-904E-906ADBD9D541}" type="slidenum">
              <a:rPr lang="en-US" altLang="en-US" sz="1200">
                <a:latin typeface="Times New Roman" panose="02020603050405020304" pitchFamily="18" charset="0"/>
              </a:rPr>
              <a:pPr/>
              <a:t>3</a:t>
            </a:fld>
            <a:endParaRPr lang="en-US" altLang="en-US" sz="1200">
              <a:latin typeface="Times New Roman" panose="02020603050405020304" pitchFamily="18" charset="0"/>
            </a:endParaRPr>
          </a:p>
        </p:txBody>
      </p:sp>
      <p:sp>
        <p:nvSpPr>
          <p:cNvPr id="44035" name="Rectangle 2">
            <a:extLst>
              <a:ext uri="{FF2B5EF4-FFF2-40B4-BE49-F238E27FC236}">
                <a16:creationId xmlns:a16="http://schemas.microsoft.com/office/drawing/2014/main" id="{E75CABD9-EE2B-44B2-8FDB-A8EBC49C7730}"/>
              </a:ext>
            </a:extLst>
          </p:cNvPr>
          <p:cNvSpPr>
            <a:spLocks noChangeArrowheads="1"/>
          </p:cNvSpPr>
          <p:nvPr/>
        </p:nvSpPr>
        <p:spPr bwMode="auto">
          <a:xfrm>
            <a:off x="388620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4036" name="Rectangle 3">
            <a:extLst>
              <a:ext uri="{FF2B5EF4-FFF2-40B4-BE49-F238E27FC236}">
                <a16:creationId xmlns:a16="http://schemas.microsoft.com/office/drawing/2014/main" id="{10B2F78A-CBFA-44B0-B345-032E14D5D56F}"/>
              </a:ext>
            </a:extLst>
          </p:cNvPr>
          <p:cNvSpPr>
            <a:spLocks noChangeArrowheads="1"/>
          </p:cNvSpPr>
          <p:nvPr/>
        </p:nvSpPr>
        <p:spPr bwMode="auto">
          <a:xfrm>
            <a:off x="388620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r"/>
            <a:r>
              <a:rPr lang="en-US" altLang="en-US" sz="1200">
                <a:latin typeface="Times" panose="02020603050405020304" pitchFamily="18" charset="0"/>
              </a:rPr>
              <a:t>4</a:t>
            </a:r>
          </a:p>
        </p:txBody>
      </p:sp>
      <p:sp>
        <p:nvSpPr>
          <p:cNvPr id="44037" name="Rectangle 4">
            <a:extLst>
              <a:ext uri="{FF2B5EF4-FFF2-40B4-BE49-F238E27FC236}">
                <a16:creationId xmlns:a16="http://schemas.microsoft.com/office/drawing/2014/main" id="{E7E32D33-E4B6-4D8E-B02B-7AC7312EFF12}"/>
              </a:ext>
            </a:extLst>
          </p:cNvPr>
          <p:cNvSpPr>
            <a:spLocks noChangeArrowheads="1"/>
          </p:cNvSpPr>
          <p:nvPr/>
        </p:nvSpPr>
        <p:spPr bwMode="auto">
          <a:xfrm>
            <a:off x="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4038" name="Rectangle 5">
            <a:extLst>
              <a:ext uri="{FF2B5EF4-FFF2-40B4-BE49-F238E27FC236}">
                <a16:creationId xmlns:a16="http://schemas.microsoft.com/office/drawing/2014/main" id="{6F0D0A6D-81D2-40AA-AEBC-86FF65596D1A}"/>
              </a:ext>
            </a:extLst>
          </p:cNvPr>
          <p:cNvSpPr>
            <a:spLocks noChangeArrowheads="1"/>
          </p:cNvSpPr>
          <p:nvPr/>
        </p:nvSpPr>
        <p:spPr bwMode="auto">
          <a:xfrm>
            <a:off x="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4039" name="Rectangle 6">
            <a:extLst>
              <a:ext uri="{FF2B5EF4-FFF2-40B4-BE49-F238E27FC236}">
                <a16:creationId xmlns:a16="http://schemas.microsoft.com/office/drawing/2014/main" id="{0CFB5442-B7D1-4FDF-807E-43D1C7E01833}"/>
              </a:ext>
            </a:extLst>
          </p:cNvPr>
          <p:cNvSpPr>
            <a:spLocks noGrp="1" noRot="1" noChangeAspect="1" noChangeArrowheads="1" noTextEdit="1"/>
          </p:cNvSpPr>
          <p:nvPr>
            <p:ph type="sldImg"/>
          </p:nvPr>
        </p:nvSpPr>
        <p:spPr>
          <a:xfrm>
            <a:off x="1158875" y="690563"/>
            <a:ext cx="4540250" cy="3405187"/>
          </a:xfrm>
          <a:ln w="12700" cap="flat"/>
        </p:spPr>
      </p:sp>
      <p:sp>
        <p:nvSpPr>
          <p:cNvPr id="44040" name="Rectangle 7">
            <a:extLst>
              <a:ext uri="{FF2B5EF4-FFF2-40B4-BE49-F238E27FC236}">
                <a16:creationId xmlns:a16="http://schemas.microsoft.com/office/drawing/2014/main" id="{EE88B30E-A56D-4C1E-BCDC-D1C9F97FF9EE}"/>
              </a:ext>
            </a:extLst>
          </p:cNvPr>
          <p:cNvSpPr>
            <a:spLocks noGrp="1" noChangeArrowheads="1"/>
          </p:cNvSpPr>
          <p:nvPr>
            <p:ph type="body" idx="1"/>
          </p:nvPr>
        </p:nvSpPr>
        <p:spPr>
          <a:xfrm>
            <a:off x="915988" y="4332288"/>
            <a:ext cx="5026025" cy="4098925"/>
          </a:xfrm>
          <a:solidFill>
            <a:srgbClr val="FFFFFF"/>
          </a:solidFill>
          <a:ln w="12700" cap="flat">
            <a:solidFill>
              <a:srgbClr val="000000"/>
            </a:solidFill>
          </a:ln>
        </p:spPr>
        <p:txBody>
          <a:bodyPr lIns="90488" tIns="44450" rIns="90488" bIns="44450"/>
          <a:lstStyle/>
          <a:p>
            <a:pPr eaLnBrk="1" hangingPunct="1"/>
            <a:r>
              <a:rPr lang="en-US" altLang="en-US" sz="1600">
                <a:latin typeface="Times New Roman" panose="02020603050405020304" pitchFamily="18" charset="0"/>
              </a:rPr>
              <a:t>Here are our objectives.</a:t>
            </a:r>
          </a:p>
          <a:p>
            <a:pPr eaLnBrk="1" hangingPunct="1"/>
            <a:endParaRPr lang="en-US" altLang="en-US" sz="1600">
              <a:latin typeface="Times New Roman" panose="02020603050405020304" pitchFamily="18" charset="0"/>
            </a:endParaRPr>
          </a:p>
          <a:p>
            <a:pPr eaLnBrk="1" hangingPunct="1"/>
            <a:r>
              <a:rPr lang="en-US" altLang="en-US" sz="1600">
                <a:latin typeface="Times New Roman" panose="02020603050405020304" pitchFamily="18" charset="0"/>
              </a:rPr>
              <a:t>Customize to client if appropriate!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4E18E267-02C5-4FA4-913B-95F1782C09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0E31B8E0-9415-4101-836B-E25DCF66BA97}" type="slidenum">
              <a:rPr lang="en-US" altLang="en-US" sz="1200">
                <a:latin typeface="Times New Roman" panose="02020603050405020304" pitchFamily="18" charset="0"/>
              </a:rPr>
              <a:pPr/>
              <a:t>8</a:t>
            </a:fld>
            <a:endParaRPr lang="en-US" altLang="en-US" sz="1200">
              <a:latin typeface="Times New Roman" panose="02020603050405020304" pitchFamily="18" charset="0"/>
            </a:endParaRPr>
          </a:p>
        </p:txBody>
      </p:sp>
      <p:sp>
        <p:nvSpPr>
          <p:cNvPr id="45059" name="Rectangle 2">
            <a:extLst>
              <a:ext uri="{FF2B5EF4-FFF2-40B4-BE49-F238E27FC236}">
                <a16:creationId xmlns:a16="http://schemas.microsoft.com/office/drawing/2014/main" id="{8CE2BBAB-5C68-45E2-B8E0-1FF1963766AE}"/>
              </a:ext>
            </a:extLst>
          </p:cNvPr>
          <p:cNvSpPr>
            <a:spLocks noChangeArrowheads="1"/>
          </p:cNvSpPr>
          <p:nvPr/>
        </p:nvSpPr>
        <p:spPr bwMode="auto">
          <a:xfrm>
            <a:off x="388620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5060" name="Rectangle 3">
            <a:extLst>
              <a:ext uri="{FF2B5EF4-FFF2-40B4-BE49-F238E27FC236}">
                <a16:creationId xmlns:a16="http://schemas.microsoft.com/office/drawing/2014/main" id="{EEC72995-C482-4DE0-8EE7-3F706D61D129}"/>
              </a:ext>
            </a:extLst>
          </p:cNvPr>
          <p:cNvSpPr>
            <a:spLocks noChangeArrowheads="1"/>
          </p:cNvSpPr>
          <p:nvPr/>
        </p:nvSpPr>
        <p:spPr bwMode="auto">
          <a:xfrm>
            <a:off x="388620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r"/>
            <a:r>
              <a:rPr lang="en-US" altLang="en-US" sz="1200">
                <a:latin typeface="Times" panose="02020603050405020304" pitchFamily="18" charset="0"/>
              </a:rPr>
              <a:t>1</a:t>
            </a:r>
          </a:p>
        </p:txBody>
      </p:sp>
      <p:sp>
        <p:nvSpPr>
          <p:cNvPr id="45061" name="Rectangle 4">
            <a:extLst>
              <a:ext uri="{FF2B5EF4-FFF2-40B4-BE49-F238E27FC236}">
                <a16:creationId xmlns:a16="http://schemas.microsoft.com/office/drawing/2014/main" id="{84EC6BF3-C9FC-4C5B-B3D2-7CAFC36D037F}"/>
              </a:ext>
            </a:extLst>
          </p:cNvPr>
          <p:cNvSpPr>
            <a:spLocks noChangeArrowheads="1"/>
          </p:cNvSpPr>
          <p:nvPr/>
        </p:nvSpPr>
        <p:spPr bwMode="auto">
          <a:xfrm>
            <a:off x="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5062" name="Rectangle 5">
            <a:extLst>
              <a:ext uri="{FF2B5EF4-FFF2-40B4-BE49-F238E27FC236}">
                <a16:creationId xmlns:a16="http://schemas.microsoft.com/office/drawing/2014/main" id="{CD39D7C9-D6C0-41D0-91A7-EA9E3013AAD3}"/>
              </a:ext>
            </a:extLst>
          </p:cNvPr>
          <p:cNvSpPr>
            <a:spLocks noChangeArrowheads="1"/>
          </p:cNvSpPr>
          <p:nvPr/>
        </p:nvSpPr>
        <p:spPr bwMode="auto">
          <a:xfrm>
            <a:off x="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5063" name="Rectangle 6">
            <a:extLst>
              <a:ext uri="{FF2B5EF4-FFF2-40B4-BE49-F238E27FC236}">
                <a16:creationId xmlns:a16="http://schemas.microsoft.com/office/drawing/2014/main" id="{663A7C00-B124-4B37-BED0-43028391DB73}"/>
              </a:ext>
            </a:extLst>
          </p:cNvPr>
          <p:cNvSpPr>
            <a:spLocks noGrp="1" noRot="1" noChangeAspect="1" noChangeArrowheads="1" noTextEdit="1"/>
          </p:cNvSpPr>
          <p:nvPr>
            <p:ph type="sldImg"/>
          </p:nvPr>
        </p:nvSpPr>
        <p:spPr>
          <a:xfrm>
            <a:off x="1158875" y="690563"/>
            <a:ext cx="4540250" cy="3405187"/>
          </a:xfrm>
          <a:ln w="12700" cap="flat"/>
        </p:spPr>
      </p:sp>
      <p:sp>
        <p:nvSpPr>
          <p:cNvPr id="45064" name="Rectangle 7">
            <a:extLst>
              <a:ext uri="{FF2B5EF4-FFF2-40B4-BE49-F238E27FC236}">
                <a16:creationId xmlns:a16="http://schemas.microsoft.com/office/drawing/2014/main" id="{0FFE1E0D-6C60-48A7-9CFE-9ABB6FF4116F}"/>
              </a:ext>
            </a:extLst>
          </p:cNvPr>
          <p:cNvSpPr>
            <a:spLocks noGrp="1" noChangeArrowheads="1"/>
          </p:cNvSpPr>
          <p:nvPr>
            <p:ph type="body" idx="1"/>
          </p:nvPr>
        </p:nvSpPr>
        <p:spPr>
          <a:xfrm>
            <a:off x="915988" y="4332288"/>
            <a:ext cx="5026025" cy="4098925"/>
          </a:xfrm>
          <a:solidFill>
            <a:srgbClr val="FFFFFF"/>
          </a:solidFill>
          <a:ln w="12700" cap="flat">
            <a:solidFill>
              <a:srgbClr val="000000"/>
            </a:solidFill>
          </a:ln>
        </p:spPr>
        <p:txBody>
          <a:bodyPr lIns="90488" tIns="44450" rIns="90488" bIns="44450"/>
          <a:lstStyle/>
          <a:p>
            <a:pPr eaLnBrk="1" hangingPunct="1"/>
            <a:r>
              <a:rPr lang="en-US" altLang="en-US">
                <a:latin typeface="Times New Roman" panose="02020603050405020304" pitchFamily="18" charset="0"/>
              </a:rPr>
              <a:t>This is just one of many questions we</a:t>
            </a:r>
            <a:r>
              <a:rPr lang="ja-JP" altLang="en-US">
                <a:latin typeface="Times New Roman" panose="02020603050405020304" pitchFamily="18" charset="0"/>
              </a:rPr>
              <a:t>’</a:t>
            </a:r>
            <a:r>
              <a:rPr lang="en-US" altLang="ja-JP">
                <a:latin typeface="Times New Roman" panose="02020603050405020304" pitchFamily="18" charset="0"/>
              </a:rPr>
              <a:t>ll be suggesting you use powerfully throughout this short program to make the best choices for yourself around your personal impact.</a:t>
            </a:r>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DE5FB520-A4FC-41E4-85F8-EF61931B85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1932948E-8E87-4D24-8821-7FF1F7CD6D15}" type="slidenum">
              <a:rPr lang="en-US" altLang="en-US" sz="1200">
                <a:latin typeface="Times New Roman" panose="02020603050405020304" pitchFamily="18" charset="0"/>
              </a:rPr>
              <a:pPr/>
              <a:t>9</a:t>
            </a:fld>
            <a:endParaRPr lang="en-US" altLang="en-US" sz="1200">
              <a:latin typeface="Times New Roman" panose="02020603050405020304" pitchFamily="18" charset="0"/>
            </a:endParaRPr>
          </a:p>
        </p:txBody>
      </p:sp>
      <p:sp>
        <p:nvSpPr>
          <p:cNvPr id="46083" name="Rectangle 2">
            <a:extLst>
              <a:ext uri="{FF2B5EF4-FFF2-40B4-BE49-F238E27FC236}">
                <a16:creationId xmlns:a16="http://schemas.microsoft.com/office/drawing/2014/main" id="{8D3FFA5F-AF43-4B08-8E5E-6408BC7DD325}"/>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47D879FD-E683-41A5-8D15-4253D50FE90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latin typeface="Times New Roman" panose="02020603050405020304" pitchFamily="18" charset="0"/>
              </a:rPr>
              <a:t>Introduce the concept of a </a:t>
            </a:r>
            <a:r>
              <a:rPr lang="ja-JP" altLang="en-US" sz="1600">
                <a:latin typeface="Times New Roman" panose="02020603050405020304" pitchFamily="18" charset="0"/>
              </a:rPr>
              <a:t>“</a:t>
            </a:r>
            <a:r>
              <a:rPr lang="en-US" altLang="ja-JP" sz="1600">
                <a:latin typeface="Times New Roman" panose="02020603050405020304" pitchFamily="18" charset="0"/>
              </a:rPr>
              <a:t>default brand</a:t>
            </a:r>
            <a:r>
              <a:rPr lang="ja-JP" altLang="en-US" sz="1600">
                <a:latin typeface="Times New Roman" panose="02020603050405020304" pitchFamily="18" charset="0"/>
              </a:rPr>
              <a:t>”</a:t>
            </a:r>
            <a:r>
              <a:rPr lang="en-US" altLang="ja-JP" sz="1600">
                <a:latin typeface="Times New Roman" panose="02020603050405020304" pitchFamily="18" charset="0"/>
              </a:rPr>
              <a:t> - i.e. the brand you currently have without thinking much about it.     It just happens.</a:t>
            </a:r>
          </a:p>
          <a:p>
            <a:pPr eaLnBrk="1" hangingPunct="1"/>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2F0A1141-6AC3-484E-884B-DD4EFBA18C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C55791F5-C9D0-4E96-83BB-03565C8E61A0}" type="slidenum">
              <a:rPr lang="en-US" altLang="en-US" sz="1200">
                <a:latin typeface="Times New Roman" panose="02020603050405020304" pitchFamily="18" charset="0"/>
              </a:rPr>
              <a:pPr/>
              <a:t>10</a:t>
            </a:fld>
            <a:endParaRPr lang="en-US" altLang="en-US" sz="1200">
              <a:latin typeface="Times New Roman" panose="02020603050405020304" pitchFamily="18" charset="0"/>
            </a:endParaRPr>
          </a:p>
        </p:txBody>
      </p:sp>
      <p:sp>
        <p:nvSpPr>
          <p:cNvPr id="47107" name="Rectangle 2">
            <a:extLst>
              <a:ext uri="{FF2B5EF4-FFF2-40B4-BE49-F238E27FC236}">
                <a16:creationId xmlns:a16="http://schemas.microsoft.com/office/drawing/2014/main" id="{99B5CE88-CDE1-499A-B319-946A6DF58A18}"/>
              </a:ext>
            </a:extLst>
          </p:cNvPr>
          <p:cNvSpPr>
            <a:spLocks noChangeArrowheads="1"/>
          </p:cNvSpPr>
          <p:nvPr/>
        </p:nvSpPr>
        <p:spPr bwMode="auto">
          <a:xfrm>
            <a:off x="388620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7108" name="Rectangle 3">
            <a:extLst>
              <a:ext uri="{FF2B5EF4-FFF2-40B4-BE49-F238E27FC236}">
                <a16:creationId xmlns:a16="http://schemas.microsoft.com/office/drawing/2014/main" id="{AE7BF4A1-2948-491E-BF9B-74224FAEABD7}"/>
              </a:ext>
            </a:extLst>
          </p:cNvPr>
          <p:cNvSpPr>
            <a:spLocks noChangeArrowheads="1"/>
          </p:cNvSpPr>
          <p:nvPr/>
        </p:nvSpPr>
        <p:spPr bwMode="auto">
          <a:xfrm>
            <a:off x="388620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r"/>
            <a:r>
              <a:rPr lang="en-US" altLang="en-US" sz="1200">
                <a:latin typeface="Times" panose="02020603050405020304" pitchFamily="18" charset="0"/>
              </a:rPr>
              <a:t>5</a:t>
            </a:r>
          </a:p>
        </p:txBody>
      </p:sp>
      <p:sp>
        <p:nvSpPr>
          <p:cNvPr id="47109" name="Rectangle 4">
            <a:extLst>
              <a:ext uri="{FF2B5EF4-FFF2-40B4-BE49-F238E27FC236}">
                <a16:creationId xmlns:a16="http://schemas.microsoft.com/office/drawing/2014/main" id="{C9CF202F-2E90-441A-9480-D50C0C8D6D09}"/>
              </a:ext>
            </a:extLst>
          </p:cNvPr>
          <p:cNvSpPr>
            <a:spLocks noChangeArrowheads="1"/>
          </p:cNvSpPr>
          <p:nvPr/>
        </p:nvSpPr>
        <p:spPr bwMode="auto">
          <a:xfrm>
            <a:off x="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7110" name="Rectangle 5">
            <a:extLst>
              <a:ext uri="{FF2B5EF4-FFF2-40B4-BE49-F238E27FC236}">
                <a16:creationId xmlns:a16="http://schemas.microsoft.com/office/drawing/2014/main" id="{D5123FBD-6809-4E83-80EB-25527730B3DC}"/>
              </a:ext>
            </a:extLst>
          </p:cNvPr>
          <p:cNvSpPr>
            <a:spLocks noChangeArrowheads="1"/>
          </p:cNvSpPr>
          <p:nvPr/>
        </p:nvSpPr>
        <p:spPr bwMode="auto">
          <a:xfrm>
            <a:off x="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7111" name="Rectangle 6">
            <a:extLst>
              <a:ext uri="{FF2B5EF4-FFF2-40B4-BE49-F238E27FC236}">
                <a16:creationId xmlns:a16="http://schemas.microsoft.com/office/drawing/2014/main" id="{C5D3E300-F724-4E9B-8254-59EE7DF672B0}"/>
              </a:ext>
            </a:extLst>
          </p:cNvPr>
          <p:cNvSpPr>
            <a:spLocks noGrp="1" noRot="1" noChangeAspect="1" noChangeArrowheads="1" noTextEdit="1"/>
          </p:cNvSpPr>
          <p:nvPr>
            <p:ph type="sldImg"/>
          </p:nvPr>
        </p:nvSpPr>
        <p:spPr>
          <a:xfrm>
            <a:off x="1158875" y="690563"/>
            <a:ext cx="4540250" cy="3405187"/>
          </a:xfrm>
          <a:ln w="12700" cap="flat"/>
        </p:spPr>
      </p:sp>
      <p:sp>
        <p:nvSpPr>
          <p:cNvPr id="47112" name="Rectangle 7">
            <a:extLst>
              <a:ext uri="{FF2B5EF4-FFF2-40B4-BE49-F238E27FC236}">
                <a16:creationId xmlns:a16="http://schemas.microsoft.com/office/drawing/2014/main" id="{D97FB1C5-20C2-4F92-BC53-2B767518A7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r>
              <a:rPr lang="en-US" altLang="en-US" sz="1600">
                <a:latin typeface="Times New Roman" panose="02020603050405020304" pitchFamily="18" charset="0"/>
              </a:rPr>
              <a:t>At  this point in the workshop people need to get up and move!    Run the experiential exercise and make the point in setting it up that our experiences are a uniquely important part of our brand choices.   This activity is designed to show the diversity and commonality of some of our experiences.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2F0A1141-6AC3-484E-884B-DD4EFBA18C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C55791F5-C9D0-4E96-83BB-03565C8E61A0}" type="slidenum">
              <a:rPr lang="en-US" altLang="en-US" sz="1200">
                <a:latin typeface="Times New Roman" panose="02020603050405020304" pitchFamily="18" charset="0"/>
              </a:rPr>
              <a:pPr/>
              <a:t>12</a:t>
            </a:fld>
            <a:endParaRPr lang="en-US" altLang="en-US" sz="1200">
              <a:latin typeface="Times New Roman" panose="02020603050405020304" pitchFamily="18" charset="0"/>
            </a:endParaRPr>
          </a:p>
        </p:txBody>
      </p:sp>
      <p:sp>
        <p:nvSpPr>
          <p:cNvPr id="47107" name="Rectangle 2">
            <a:extLst>
              <a:ext uri="{FF2B5EF4-FFF2-40B4-BE49-F238E27FC236}">
                <a16:creationId xmlns:a16="http://schemas.microsoft.com/office/drawing/2014/main" id="{99B5CE88-CDE1-499A-B319-946A6DF58A18}"/>
              </a:ext>
            </a:extLst>
          </p:cNvPr>
          <p:cNvSpPr>
            <a:spLocks noChangeArrowheads="1"/>
          </p:cNvSpPr>
          <p:nvPr/>
        </p:nvSpPr>
        <p:spPr bwMode="auto">
          <a:xfrm>
            <a:off x="388620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7108" name="Rectangle 3">
            <a:extLst>
              <a:ext uri="{FF2B5EF4-FFF2-40B4-BE49-F238E27FC236}">
                <a16:creationId xmlns:a16="http://schemas.microsoft.com/office/drawing/2014/main" id="{AE7BF4A1-2948-491E-BF9B-74224FAEABD7}"/>
              </a:ext>
            </a:extLst>
          </p:cNvPr>
          <p:cNvSpPr>
            <a:spLocks noChangeArrowheads="1"/>
          </p:cNvSpPr>
          <p:nvPr/>
        </p:nvSpPr>
        <p:spPr bwMode="auto">
          <a:xfrm>
            <a:off x="388620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r"/>
            <a:r>
              <a:rPr lang="en-US" altLang="en-US" sz="1200">
                <a:latin typeface="Times" panose="02020603050405020304" pitchFamily="18" charset="0"/>
              </a:rPr>
              <a:t>5</a:t>
            </a:r>
          </a:p>
        </p:txBody>
      </p:sp>
      <p:sp>
        <p:nvSpPr>
          <p:cNvPr id="47109" name="Rectangle 4">
            <a:extLst>
              <a:ext uri="{FF2B5EF4-FFF2-40B4-BE49-F238E27FC236}">
                <a16:creationId xmlns:a16="http://schemas.microsoft.com/office/drawing/2014/main" id="{C9CF202F-2E90-441A-9480-D50C0C8D6D09}"/>
              </a:ext>
            </a:extLst>
          </p:cNvPr>
          <p:cNvSpPr>
            <a:spLocks noChangeArrowheads="1"/>
          </p:cNvSpPr>
          <p:nvPr/>
        </p:nvSpPr>
        <p:spPr bwMode="auto">
          <a:xfrm>
            <a:off x="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7110" name="Rectangle 5">
            <a:extLst>
              <a:ext uri="{FF2B5EF4-FFF2-40B4-BE49-F238E27FC236}">
                <a16:creationId xmlns:a16="http://schemas.microsoft.com/office/drawing/2014/main" id="{D5123FBD-6809-4E83-80EB-25527730B3DC}"/>
              </a:ext>
            </a:extLst>
          </p:cNvPr>
          <p:cNvSpPr>
            <a:spLocks noChangeArrowheads="1"/>
          </p:cNvSpPr>
          <p:nvPr/>
        </p:nvSpPr>
        <p:spPr bwMode="auto">
          <a:xfrm>
            <a:off x="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7111" name="Rectangle 6">
            <a:extLst>
              <a:ext uri="{FF2B5EF4-FFF2-40B4-BE49-F238E27FC236}">
                <a16:creationId xmlns:a16="http://schemas.microsoft.com/office/drawing/2014/main" id="{C5D3E300-F724-4E9B-8254-59EE7DF672B0}"/>
              </a:ext>
            </a:extLst>
          </p:cNvPr>
          <p:cNvSpPr>
            <a:spLocks noGrp="1" noRot="1" noChangeAspect="1" noChangeArrowheads="1" noTextEdit="1"/>
          </p:cNvSpPr>
          <p:nvPr>
            <p:ph type="sldImg"/>
          </p:nvPr>
        </p:nvSpPr>
        <p:spPr>
          <a:xfrm>
            <a:off x="1158875" y="690563"/>
            <a:ext cx="4540250" cy="3405187"/>
          </a:xfrm>
          <a:ln w="12700" cap="flat"/>
        </p:spPr>
      </p:sp>
      <p:sp>
        <p:nvSpPr>
          <p:cNvPr id="47112" name="Rectangle 7">
            <a:extLst>
              <a:ext uri="{FF2B5EF4-FFF2-40B4-BE49-F238E27FC236}">
                <a16:creationId xmlns:a16="http://schemas.microsoft.com/office/drawing/2014/main" id="{D97FB1C5-20C2-4F92-BC53-2B767518A77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p>
            <a:pPr eaLnBrk="1" hangingPunct="1"/>
            <a:r>
              <a:rPr lang="en-US" altLang="en-US" sz="1600">
                <a:latin typeface="Times New Roman" panose="02020603050405020304" pitchFamily="18" charset="0"/>
              </a:rPr>
              <a:t>At  this point in the workshop people need to get up and move!    Run the experiential exercise and make the point in setting it up that our experiences are a uniquely important part of our brand choices.   This activity is designed to show the diversity and commonality of some of our experiences.</a:t>
            </a:r>
          </a:p>
        </p:txBody>
      </p:sp>
    </p:spTree>
    <p:extLst>
      <p:ext uri="{BB962C8B-B14F-4D97-AF65-F5344CB8AC3E}">
        <p14:creationId xmlns:p14="http://schemas.microsoft.com/office/powerpoint/2010/main" val="25416278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DA6ABAA4-6252-4599-BC23-9E9C327D2F9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6D13F976-03F4-4FC6-BB54-06018549A2BC}" type="slidenum">
              <a:rPr lang="en-US" altLang="en-US" sz="1200">
                <a:latin typeface="Times New Roman" panose="02020603050405020304" pitchFamily="18" charset="0"/>
              </a:rPr>
              <a:pPr/>
              <a:t>13</a:t>
            </a:fld>
            <a:endParaRPr lang="en-US" altLang="en-US" sz="1200">
              <a:latin typeface="Times New Roman" panose="02020603050405020304" pitchFamily="18" charset="0"/>
            </a:endParaRPr>
          </a:p>
        </p:txBody>
      </p:sp>
      <p:sp>
        <p:nvSpPr>
          <p:cNvPr id="48131" name="Rectangle 2">
            <a:extLst>
              <a:ext uri="{FF2B5EF4-FFF2-40B4-BE49-F238E27FC236}">
                <a16:creationId xmlns:a16="http://schemas.microsoft.com/office/drawing/2014/main" id="{58EBCDF7-B45F-4526-8EAC-299068BFB211}"/>
              </a:ext>
            </a:extLst>
          </p:cNvPr>
          <p:cNvSpPr>
            <a:spLocks noChangeArrowheads="1"/>
          </p:cNvSpPr>
          <p:nvPr/>
        </p:nvSpPr>
        <p:spPr bwMode="auto">
          <a:xfrm>
            <a:off x="388620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8132" name="Rectangle 3">
            <a:extLst>
              <a:ext uri="{FF2B5EF4-FFF2-40B4-BE49-F238E27FC236}">
                <a16:creationId xmlns:a16="http://schemas.microsoft.com/office/drawing/2014/main" id="{B611208B-AF7E-4DE1-A280-902CC0B03B05}"/>
              </a:ext>
            </a:extLst>
          </p:cNvPr>
          <p:cNvSpPr>
            <a:spLocks noChangeArrowheads="1"/>
          </p:cNvSpPr>
          <p:nvPr/>
        </p:nvSpPr>
        <p:spPr bwMode="auto">
          <a:xfrm>
            <a:off x="388620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r"/>
            <a:r>
              <a:rPr lang="en-US" altLang="en-US" sz="1200">
                <a:latin typeface="Times" panose="02020603050405020304" pitchFamily="18" charset="0"/>
              </a:rPr>
              <a:t>6</a:t>
            </a:r>
          </a:p>
        </p:txBody>
      </p:sp>
      <p:sp>
        <p:nvSpPr>
          <p:cNvPr id="48133" name="Rectangle 4">
            <a:extLst>
              <a:ext uri="{FF2B5EF4-FFF2-40B4-BE49-F238E27FC236}">
                <a16:creationId xmlns:a16="http://schemas.microsoft.com/office/drawing/2014/main" id="{665D43FC-F267-4456-AE58-A2EF7DAE7477}"/>
              </a:ext>
            </a:extLst>
          </p:cNvPr>
          <p:cNvSpPr>
            <a:spLocks noChangeArrowheads="1"/>
          </p:cNvSpPr>
          <p:nvPr/>
        </p:nvSpPr>
        <p:spPr bwMode="auto">
          <a:xfrm>
            <a:off x="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8134" name="Rectangle 5">
            <a:extLst>
              <a:ext uri="{FF2B5EF4-FFF2-40B4-BE49-F238E27FC236}">
                <a16:creationId xmlns:a16="http://schemas.microsoft.com/office/drawing/2014/main" id="{08B10376-9D98-43EF-81F6-D25B3A453FF9}"/>
              </a:ext>
            </a:extLst>
          </p:cNvPr>
          <p:cNvSpPr>
            <a:spLocks noChangeArrowheads="1"/>
          </p:cNvSpPr>
          <p:nvPr/>
        </p:nvSpPr>
        <p:spPr bwMode="auto">
          <a:xfrm>
            <a:off x="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8135" name="Rectangle 6">
            <a:extLst>
              <a:ext uri="{FF2B5EF4-FFF2-40B4-BE49-F238E27FC236}">
                <a16:creationId xmlns:a16="http://schemas.microsoft.com/office/drawing/2014/main" id="{073C6519-4BD8-4223-BA6B-73BC93A1FB1C}"/>
              </a:ext>
            </a:extLst>
          </p:cNvPr>
          <p:cNvSpPr>
            <a:spLocks noGrp="1" noRot="1" noChangeAspect="1" noChangeArrowheads="1" noTextEdit="1"/>
          </p:cNvSpPr>
          <p:nvPr>
            <p:ph type="sldImg"/>
          </p:nvPr>
        </p:nvSpPr>
        <p:spPr>
          <a:xfrm>
            <a:off x="1158875" y="690563"/>
            <a:ext cx="4540250" cy="3405187"/>
          </a:xfrm>
          <a:ln w="12700" cap="flat"/>
        </p:spPr>
      </p:sp>
      <p:sp>
        <p:nvSpPr>
          <p:cNvPr id="48136" name="Rectangle 7">
            <a:extLst>
              <a:ext uri="{FF2B5EF4-FFF2-40B4-BE49-F238E27FC236}">
                <a16:creationId xmlns:a16="http://schemas.microsoft.com/office/drawing/2014/main" id="{AC488B76-B0F1-4F71-8ED0-62BB4A9BD70A}"/>
              </a:ext>
            </a:extLst>
          </p:cNvPr>
          <p:cNvSpPr>
            <a:spLocks noGrp="1" noChangeArrowheads="1"/>
          </p:cNvSpPr>
          <p:nvPr>
            <p:ph type="body" idx="1"/>
          </p:nvPr>
        </p:nvSpPr>
        <p:spPr>
          <a:xfrm>
            <a:off x="915988" y="4332288"/>
            <a:ext cx="5026025" cy="4098925"/>
          </a:xfrm>
          <a:solidFill>
            <a:srgbClr val="FFFFFF"/>
          </a:solidFill>
          <a:ln w="12700" cap="flat">
            <a:solidFill>
              <a:srgbClr val="000000"/>
            </a:solidFill>
          </a:ln>
        </p:spPr>
        <p:txBody>
          <a:bodyPr lIns="90488" tIns="44450" rIns="90488" bIns="44450"/>
          <a:lstStyle/>
          <a:p>
            <a:pPr eaLnBrk="1" hangingPunct="1"/>
            <a:r>
              <a:rPr lang="en-US" altLang="en-US" sz="1600">
                <a:latin typeface="Times New Roman" panose="02020603050405020304" pitchFamily="18" charset="0"/>
              </a:rPr>
              <a:t>For each set of logs we ask them to </a:t>
            </a:r>
            <a:r>
              <a:rPr lang="ja-JP" altLang="en-US" sz="1600">
                <a:latin typeface="Times New Roman" panose="02020603050405020304" pitchFamily="18" charset="0"/>
              </a:rPr>
              <a:t>“</a:t>
            </a:r>
            <a:r>
              <a:rPr lang="en-US" altLang="ja-JP" sz="1600">
                <a:latin typeface="Times New Roman" panose="02020603050405020304" pitchFamily="18" charset="0"/>
              </a:rPr>
              <a:t>CHOOSE!</a:t>
            </a:r>
            <a:r>
              <a:rPr lang="ja-JP" altLang="en-US" sz="1600">
                <a:latin typeface="Times New Roman" panose="02020603050405020304" pitchFamily="18" charset="0"/>
              </a:rPr>
              <a:t>”</a:t>
            </a:r>
            <a:r>
              <a:rPr lang="en-US" altLang="ja-JP" sz="1600">
                <a:latin typeface="Times New Roman" panose="02020603050405020304" pitchFamily="18" charset="0"/>
              </a:rPr>
              <a:t> and then ask why  they chose -- fast and include  as many responses as possible.   Start to weave themes.</a:t>
            </a:r>
          </a:p>
          <a:p>
            <a:pPr eaLnBrk="1" hangingPunct="1"/>
            <a:endParaRPr lang="en-US" altLang="en-US" sz="1600">
              <a:latin typeface="Times New Roman" panose="02020603050405020304" pitchFamily="18" charset="0"/>
            </a:endParaRPr>
          </a:p>
          <a:p>
            <a:pPr eaLnBrk="1" hangingPunct="1"/>
            <a:r>
              <a:rPr lang="en-US" altLang="en-US">
                <a:latin typeface="Times New Roman" panose="02020603050405020304" pitchFamily="18" charset="0"/>
              </a:rPr>
              <a:t>What Led You to Choose that Brand?</a:t>
            </a:r>
          </a:p>
          <a:p>
            <a:pPr eaLnBrk="1" hangingPunct="1"/>
            <a:r>
              <a:rPr lang="en-US" altLang="en-US">
                <a:latin typeface="Times New Roman" panose="02020603050405020304" pitchFamily="18" charset="0"/>
              </a:rPr>
              <a:t>Any Other Reasons?</a:t>
            </a:r>
          </a:p>
          <a:p>
            <a:pPr eaLnBrk="1" hangingPunct="1"/>
            <a:r>
              <a:rPr lang="en-US" altLang="en-US">
                <a:latin typeface="Times New Roman" panose="02020603050405020304" pitchFamily="18" charset="0"/>
              </a:rPr>
              <a:t>What Questions Do You Ask Yourself When Choosing?</a:t>
            </a:r>
          </a:p>
          <a:p>
            <a:pPr eaLnBrk="1" hangingPunct="1"/>
            <a:endParaRPr lang="en-US" altLang="en-US">
              <a:latin typeface="Times New Roman" panose="02020603050405020304" pitchFamily="18" charset="0"/>
            </a:endParaRPr>
          </a:p>
          <a:p>
            <a:pPr eaLnBrk="1" hangingPunct="1"/>
            <a:r>
              <a:rPr lang="en-US" altLang="en-US">
                <a:latin typeface="Times New Roman" panose="02020603050405020304" pitchFamily="18" charset="0"/>
              </a:rPr>
              <a:t>Emphasize utility, history, consistency, quality, and how it leads to TRUST</a:t>
            </a:r>
          </a:p>
          <a:p>
            <a:pPr eaLnBrk="1" hangingPunct="1"/>
            <a:endParaRPr lang="en-US" altLang="en-US" sz="160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6A9F31FF-B5ED-425B-882E-08C16CAE6E2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8B042588-B429-44EA-862E-BE80C725AB5D}" type="slidenum">
              <a:rPr lang="en-US" altLang="en-US" sz="1200">
                <a:latin typeface="Times New Roman" panose="02020603050405020304" pitchFamily="18" charset="0"/>
              </a:rPr>
              <a:pPr/>
              <a:t>14</a:t>
            </a:fld>
            <a:endParaRPr lang="en-US" altLang="en-US" sz="1200">
              <a:latin typeface="Times New Roman" panose="02020603050405020304" pitchFamily="18" charset="0"/>
            </a:endParaRPr>
          </a:p>
        </p:txBody>
      </p:sp>
      <p:sp>
        <p:nvSpPr>
          <p:cNvPr id="49155" name="Rectangle 2">
            <a:extLst>
              <a:ext uri="{FF2B5EF4-FFF2-40B4-BE49-F238E27FC236}">
                <a16:creationId xmlns:a16="http://schemas.microsoft.com/office/drawing/2014/main" id="{881E2B86-2391-41D2-810D-41617FD3CDC5}"/>
              </a:ext>
            </a:extLst>
          </p:cNvPr>
          <p:cNvSpPr>
            <a:spLocks noChangeArrowheads="1"/>
          </p:cNvSpPr>
          <p:nvPr/>
        </p:nvSpPr>
        <p:spPr bwMode="auto">
          <a:xfrm>
            <a:off x="388620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9156" name="Rectangle 3">
            <a:extLst>
              <a:ext uri="{FF2B5EF4-FFF2-40B4-BE49-F238E27FC236}">
                <a16:creationId xmlns:a16="http://schemas.microsoft.com/office/drawing/2014/main" id="{05A393E9-D8D7-45D3-8783-17138682EB50}"/>
              </a:ext>
            </a:extLst>
          </p:cNvPr>
          <p:cNvSpPr>
            <a:spLocks noChangeArrowheads="1"/>
          </p:cNvSpPr>
          <p:nvPr/>
        </p:nvSpPr>
        <p:spPr bwMode="auto">
          <a:xfrm>
            <a:off x="388620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r"/>
            <a:r>
              <a:rPr lang="en-US" altLang="en-US" sz="1200">
                <a:latin typeface="Times" panose="02020603050405020304" pitchFamily="18" charset="0"/>
              </a:rPr>
              <a:t>6</a:t>
            </a:r>
          </a:p>
        </p:txBody>
      </p:sp>
      <p:sp>
        <p:nvSpPr>
          <p:cNvPr id="49157" name="Rectangle 4">
            <a:extLst>
              <a:ext uri="{FF2B5EF4-FFF2-40B4-BE49-F238E27FC236}">
                <a16:creationId xmlns:a16="http://schemas.microsoft.com/office/drawing/2014/main" id="{ABDB49A1-406A-41D8-9C79-594920A6BA30}"/>
              </a:ext>
            </a:extLst>
          </p:cNvPr>
          <p:cNvSpPr>
            <a:spLocks noChangeArrowheads="1"/>
          </p:cNvSpPr>
          <p:nvPr/>
        </p:nvSpPr>
        <p:spPr bwMode="auto">
          <a:xfrm>
            <a:off x="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9158" name="Rectangle 5">
            <a:extLst>
              <a:ext uri="{FF2B5EF4-FFF2-40B4-BE49-F238E27FC236}">
                <a16:creationId xmlns:a16="http://schemas.microsoft.com/office/drawing/2014/main" id="{A5E7C0B5-1BF5-4D5E-833D-F5448C71736B}"/>
              </a:ext>
            </a:extLst>
          </p:cNvPr>
          <p:cNvSpPr>
            <a:spLocks noChangeArrowheads="1"/>
          </p:cNvSpPr>
          <p:nvPr/>
        </p:nvSpPr>
        <p:spPr bwMode="auto">
          <a:xfrm>
            <a:off x="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9159" name="Rectangle 6">
            <a:extLst>
              <a:ext uri="{FF2B5EF4-FFF2-40B4-BE49-F238E27FC236}">
                <a16:creationId xmlns:a16="http://schemas.microsoft.com/office/drawing/2014/main" id="{B30C3FD5-516C-444E-AA11-59304FD00056}"/>
              </a:ext>
            </a:extLst>
          </p:cNvPr>
          <p:cNvSpPr>
            <a:spLocks noGrp="1" noRot="1" noChangeAspect="1" noChangeArrowheads="1" noTextEdit="1"/>
          </p:cNvSpPr>
          <p:nvPr>
            <p:ph type="sldImg"/>
          </p:nvPr>
        </p:nvSpPr>
        <p:spPr>
          <a:xfrm>
            <a:off x="1158875" y="690563"/>
            <a:ext cx="4540250" cy="3405187"/>
          </a:xfrm>
          <a:ln w="12700" cap="flat"/>
        </p:spPr>
      </p:sp>
      <p:sp>
        <p:nvSpPr>
          <p:cNvPr id="49160" name="Rectangle 7">
            <a:extLst>
              <a:ext uri="{FF2B5EF4-FFF2-40B4-BE49-F238E27FC236}">
                <a16:creationId xmlns:a16="http://schemas.microsoft.com/office/drawing/2014/main" id="{F74324EB-87DF-4589-A07D-5BB6CEBD016E}"/>
              </a:ext>
            </a:extLst>
          </p:cNvPr>
          <p:cNvSpPr>
            <a:spLocks noGrp="1" noChangeArrowheads="1"/>
          </p:cNvSpPr>
          <p:nvPr>
            <p:ph type="body" idx="1"/>
          </p:nvPr>
        </p:nvSpPr>
        <p:spPr>
          <a:xfrm>
            <a:off x="915988" y="4332288"/>
            <a:ext cx="5026025" cy="4098925"/>
          </a:xfrm>
          <a:solidFill>
            <a:srgbClr val="FFFFFF"/>
          </a:solidFill>
          <a:ln w="12700" cap="flat">
            <a:solidFill>
              <a:srgbClr val="000000"/>
            </a:solidFill>
          </a:ln>
        </p:spPr>
        <p:txBody>
          <a:bodyPr lIns="90488" tIns="44450" rIns="90488" bIns="44450"/>
          <a:lstStyle/>
          <a:p>
            <a:pPr eaLnBrk="1" hangingPunct="1"/>
            <a:r>
              <a:rPr lang="en-US" altLang="en-US" sz="1600">
                <a:latin typeface="Times New Roman" panose="02020603050405020304" pitchFamily="18" charset="0"/>
              </a:rPr>
              <a:t>For each set of logs we ask them to </a:t>
            </a:r>
            <a:r>
              <a:rPr lang="ja-JP" altLang="en-US" sz="1600">
                <a:latin typeface="Times New Roman" panose="02020603050405020304" pitchFamily="18" charset="0"/>
              </a:rPr>
              <a:t>“</a:t>
            </a:r>
            <a:r>
              <a:rPr lang="en-US" altLang="ja-JP" sz="1600">
                <a:latin typeface="Times New Roman" panose="02020603050405020304" pitchFamily="18" charset="0"/>
              </a:rPr>
              <a:t>CHOOSE!</a:t>
            </a:r>
            <a:r>
              <a:rPr lang="ja-JP" altLang="en-US" sz="1600">
                <a:latin typeface="Times New Roman" panose="02020603050405020304" pitchFamily="18" charset="0"/>
              </a:rPr>
              <a:t>”</a:t>
            </a:r>
            <a:r>
              <a:rPr lang="en-US" altLang="ja-JP" sz="1600">
                <a:latin typeface="Times New Roman" panose="02020603050405020304" pitchFamily="18" charset="0"/>
              </a:rPr>
              <a:t> and then ask why  they chose -- fast and include  as many responses as possible.   Start to weave themes.</a:t>
            </a:r>
          </a:p>
          <a:p>
            <a:pPr eaLnBrk="1" hangingPunct="1"/>
            <a:endParaRPr lang="en-US" altLang="en-US" sz="1600">
              <a:latin typeface="Times New Roman" panose="02020603050405020304" pitchFamily="18" charset="0"/>
            </a:endParaRPr>
          </a:p>
          <a:p>
            <a:pPr eaLnBrk="1" hangingPunct="1"/>
            <a:r>
              <a:rPr lang="en-US" altLang="en-US">
                <a:latin typeface="Times New Roman" panose="02020603050405020304" pitchFamily="18" charset="0"/>
              </a:rPr>
              <a:t>What Led You to Choose that Brand?</a:t>
            </a:r>
          </a:p>
          <a:p>
            <a:pPr eaLnBrk="1" hangingPunct="1"/>
            <a:r>
              <a:rPr lang="en-US" altLang="en-US">
                <a:latin typeface="Times New Roman" panose="02020603050405020304" pitchFamily="18" charset="0"/>
              </a:rPr>
              <a:t>Any Other Reasons?</a:t>
            </a:r>
          </a:p>
          <a:p>
            <a:pPr eaLnBrk="1" hangingPunct="1"/>
            <a:r>
              <a:rPr lang="en-US" altLang="en-US">
                <a:latin typeface="Times New Roman" panose="02020603050405020304" pitchFamily="18" charset="0"/>
              </a:rPr>
              <a:t>What Questions Do You Ask Yourself When Choosing?</a:t>
            </a:r>
          </a:p>
          <a:p>
            <a:pPr eaLnBrk="1" hangingPunct="1"/>
            <a:endParaRPr lang="en-US" altLang="en-US">
              <a:latin typeface="Times New Roman" panose="02020603050405020304" pitchFamily="18" charset="0"/>
            </a:endParaRPr>
          </a:p>
          <a:p>
            <a:pPr eaLnBrk="1" hangingPunct="1"/>
            <a:r>
              <a:rPr lang="en-US" altLang="en-US">
                <a:latin typeface="Times New Roman" panose="02020603050405020304" pitchFamily="18" charset="0"/>
              </a:rPr>
              <a:t>Emphasize utility, history, consistency, quality, and how it leads to TRUST</a:t>
            </a:r>
          </a:p>
          <a:p>
            <a:pPr eaLnBrk="1" hangingPunct="1"/>
            <a:endParaRPr lang="en-US" altLang="en-US" sz="160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A11E5B88-7FBE-4A39-BEB2-845EF3DF5E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E0A0617F-78FC-4B65-9DE1-A018C515AE53}" type="slidenum">
              <a:rPr lang="en-US" altLang="en-US" sz="1200">
                <a:latin typeface="Times New Roman" panose="02020603050405020304" pitchFamily="18" charset="0"/>
              </a:rPr>
              <a:pPr/>
              <a:t>15</a:t>
            </a:fld>
            <a:endParaRPr lang="en-US" altLang="en-US" sz="1200">
              <a:latin typeface="Times New Roman" panose="02020603050405020304" pitchFamily="18" charset="0"/>
            </a:endParaRPr>
          </a:p>
        </p:txBody>
      </p:sp>
      <p:sp>
        <p:nvSpPr>
          <p:cNvPr id="50179" name="Rectangle 2">
            <a:extLst>
              <a:ext uri="{FF2B5EF4-FFF2-40B4-BE49-F238E27FC236}">
                <a16:creationId xmlns:a16="http://schemas.microsoft.com/office/drawing/2014/main" id="{12A32EBF-0303-49AB-A3B8-70AE43B8B1B6}"/>
              </a:ext>
            </a:extLst>
          </p:cNvPr>
          <p:cNvSpPr>
            <a:spLocks noChangeArrowheads="1"/>
          </p:cNvSpPr>
          <p:nvPr/>
        </p:nvSpPr>
        <p:spPr bwMode="auto">
          <a:xfrm>
            <a:off x="388620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50180" name="Rectangle 3">
            <a:extLst>
              <a:ext uri="{FF2B5EF4-FFF2-40B4-BE49-F238E27FC236}">
                <a16:creationId xmlns:a16="http://schemas.microsoft.com/office/drawing/2014/main" id="{076FCD7E-32CC-487F-9A0B-41D07502A9DD}"/>
              </a:ext>
            </a:extLst>
          </p:cNvPr>
          <p:cNvSpPr>
            <a:spLocks noChangeArrowheads="1"/>
          </p:cNvSpPr>
          <p:nvPr/>
        </p:nvSpPr>
        <p:spPr bwMode="auto">
          <a:xfrm>
            <a:off x="388620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r"/>
            <a:r>
              <a:rPr lang="en-US" altLang="en-US" sz="1200">
                <a:latin typeface="Times" panose="02020603050405020304" pitchFamily="18" charset="0"/>
              </a:rPr>
              <a:t>6</a:t>
            </a:r>
          </a:p>
        </p:txBody>
      </p:sp>
      <p:sp>
        <p:nvSpPr>
          <p:cNvPr id="50181" name="Rectangle 4">
            <a:extLst>
              <a:ext uri="{FF2B5EF4-FFF2-40B4-BE49-F238E27FC236}">
                <a16:creationId xmlns:a16="http://schemas.microsoft.com/office/drawing/2014/main" id="{7BF9C4B9-3B95-4F89-BFF5-56A6149706DA}"/>
              </a:ext>
            </a:extLst>
          </p:cNvPr>
          <p:cNvSpPr>
            <a:spLocks noChangeArrowheads="1"/>
          </p:cNvSpPr>
          <p:nvPr/>
        </p:nvSpPr>
        <p:spPr bwMode="auto">
          <a:xfrm>
            <a:off x="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50182" name="Rectangle 5">
            <a:extLst>
              <a:ext uri="{FF2B5EF4-FFF2-40B4-BE49-F238E27FC236}">
                <a16:creationId xmlns:a16="http://schemas.microsoft.com/office/drawing/2014/main" id="{A8CF07BA-8615-40C9-94F8-316ECAE64E37}"/>
              </a:ext>
            </a:extLst>
          </p:cNvPr>
          <p:cNvSpPr>
            <a:spLocks noChangeArrowheads="1"/>
          </p:cNvSpPr>
          <p:nvPr/>
        </p:nvSpPr>
        <p:spPr bwMode="auto">
          <a:xfrm>
            <a:off x="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50183" name="Rectangle 6">
            <a:extLst>
              <a:ext uri="{FF2B5EF4-FFF2-40B4-BE49-F238E27FC236}">
                <a16:creationId xmlns:a16="http://schemas.microsoft.com/office/drawing/2014/main" id="{1DB7513D-B5CD-4964-9730-55E44EB27C62}"/>
              </a:ext>
            </a:extLst>
          </p:cNvPr>
          <p:cNvSpPr>
            <a:spLocks noGrp="1" noRot="1" noChangeAspect="1" noChangeArrowheads="1" noTextEdit="1"/>
          </p:cNvSpPr>
          <p:nvPr>
            <p:ph type="sldImg"/>
          </p:nvPr>
        </p:nvSpPr>
        <p:spPr>
          <a:xfrm>
            <a:off x="1158875" y="690563"/>
            <a:ext cx="4540250" cy="3405187"/>
          </a:xfrm>
          <a:ln w="12700" cap="flat"/>
        </p:spPr>
      </p:sp>
      <p:sp>
        <p:nvSpPr>
          <p:cNvPr id="50184" name="Rectangle 7">
            <a:extLst>
              <a:ext uri="{FF2B5EF4-FFF2-40B4-BE49-F238E27FC236}">
                <a16:creationId xmlns:a16="http://schemas.microsoft.com/office/drawing/2014/main" id="{7D6902D3-27D0-44F5-9D59-F1690D5C3556}"/>
              </a:ext>
            </a:extLst>
          </p:cNvPr>
          <p:cNvSpPr>
            <a:spLocks noGrp="1" noChangeArrowheads="1"/>
          </p:cNvSpPr>
          <p:nvPr>
            <p:ph type="body" idx="1"/>
          </p:nvPr>
        </p:nvSpPr>
        <p:spPr>
          <a:xfrm>
            <a:off x="915988" y="4332288"/>
            <a:ext cx="5026025" cy="4098925"/>
          </a:xfrm>
          <a:solidFill>
            <a:srgbClr val="FFFFFF"/>
          </a:solidFill>
          <a:ln w="12700" cap="flat">
            <a:solidFill>
              <a:srgbClr val="000000"/>
            </a:solidFill>
          </a:ln>
        </p:spPr>
        <p:txBody>
          <a:bodyPr lIns="90488" tIns="44450" rIns="90488" bIns="44450"/>
          <a:lstStyle/>
          <a:p>
            <a:pPr eaLnBrk="1" hangingPunct="1"/>
            <a:r>
              <a:rPr lang="en-US" altLang="en-US" sz="1600">
                <a:latin typeface="Times New Roman" panose="02020603050405020304" pitchFamily="18" charset="0"/>
              </a:rPr>
              <a:t>For each set of logs we ask them to </a:t>
            </a:r>
            <a:r>
              <a:rPr lang="ja-JP" altLang="en-US" sz="1600">
                <a:latin typeface="Times New Roman" panose="02020603050405020304" pitchFamily="18" charset="0"/>
              </a:rPr>
              <a:t>“</a:t>
            </a:r>
            <a:r>
              <a:rPr lang="en-US" altLang="ja-JP" sz="1600">
                <a:latin typeface="Times New Roman" panose="02020603050405020304" pitchFamily="18" charset="0"/>
              </a:rPr>
              <a:t>CHOOSE!</a:t>
            </a:r>
            <a:r>
              <a:rPr lang="ja-JP" altLang="en-US" sz="1600">
                <a:latin typeface="Times New Roman" panose="02020603050405020304" pitchFamily="18" charset="0"/>
              </a:rPr>
              <a:t>”</a:t>
            </a:r>
            <a:r>
              <a:rPr lang="en-US" altLang="ja-JP" sz="1600">
                <a:latin typeface="Times New Roman" panose="02020603050405020304" pitchFamily="18" charset="0"/>
              </a:rPr>
              <a:t> and then ask why  they chose -- fast and include  as many responses as possible.   Start to weave themes.</a:t>
            </a:r>
          </a:p>
          <a:p>
            <a:pPr eaLnBrk="1" hangingPunct="1"/>
            <a:endParaRPr lang="en-US" altLang="en-US" sz="1600">
              <a:latin typeface="Times New Roman" panose="02020603050405020304" pitchFamily="18" charset="0"/>
            </a:endParaRPr>
          </a:p>
          <a:p>
            <a:pPr eaLnBrk="1" hangingPunct="1"/>
            <a:r>
              <a:rPr lang="en-US" altLang="en-US">
                <a:latin typeface="Times New Roman" panose="02020603050405020304" pitchFamily="18" charset="0"/>
              </a:rPr>
              <a:t>What Led You to Choose that Brand?</a:t>
            </a:r>
          </a:p>
          <a:p>
            <a:pPr eaLnBrk="1" hangingPunct="1"/>
            <a:r>
              <a:rPr lang="en-US" altLang="en-US">
                <a:latin typeface="Times New Roman" panose="02020603050405020304" pitchFamily="18" charset="0"/>
              </a:rPr>
              <a:t>Any Other Reasons?</a:t>
            </a:r>
          </a:p>
          <a:p>
            <a:pPr eaLnBrk="1" hangingPunct="1"/>
            <a:r>
              <a:rPr lang="en-US" altLang="en-US">
                <a:latin typeface="Times New Roman" panose="02020603050405020304" pitchFamily="18" charset="0"/>
              </a:rPr>
              <a:t>What Questions Do You Ask Yourself When Choosing?</a:t>
            </a:r>
          </a:p>
          <a:p>
            <a:pPr eaLnBrk="1" hangingPunct="1"/>
            <a:endParaRPr lang="en-US" altLang="en-US">
              <a:latin typeface="Times New Roman" panose="02020603050405020304" pitchFamily="18" charset="0"/>
            </a:endParaRPr>
          </a:p>
          <a:p>
            <a:pPr eaLnBrk="1" hangingPunct="1"/>
            <a:r>
              <a:rPr lang="en-US" altLang="en-US">
                <a:latin typeface="Times New Roman" panose="02020603050405020304" pitchFamily="18" charset="0"/>
              </a:rPr>
              <a:t>Emphasize utility, history, consistency, quality, and how it leads to TRUST</a:t>
            </a:r>
          </a:p>
          <a:p>
            <a:pPr eaLnBrk="1" hangingPunct="1"/>
            <a:endParaRPr lang="en-US" altLang="en-US" sz="160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A11E5B88-7FBE-4A39-BEB2-845EF3DF5E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E0A0617F-78FC-4B65-9DE1-A018C515AE53}" type="slidenum">
              <a:rPr lang="en-US" altLang="en-US" sz="1200">
                <a:latin typeface="Times New Roman" panose="02020603050405020304" pitchFamily="18" charset="0"/>
              </a:rPr>
              <a:pPr/>
              <a:t>16</a:t>
            </a:fld>
            <a:endParaRPr lang="en-US" altLang="en-US" sz="1200">
              <a:latin typeface="Times New Roman" panose="02020603050405020304" pitchFamily="18" charset="0"/>
            </a:endParaRPr>
          </a:p>
        </p:txBody>
      </p:sp>
      <p:sp>
        <p:nvSpPr>
          <p:cNvPr id="50179" name="Rectangle 2">
            <a:extLst>
              <a:ext uri="{FF2B5EF4-FFF2-40B4-BE49-F238E27FC236}">
                <a16:creationId xmlns:a16="http://schemas.microsoft.com/office/drawing/2014/main" id="{12A32EBF-0303-49AB-A3B8-70AE43B8B1B6}"/>
              </a:ext>
            </a:extLst>
          </p:cNvPr>
          <p:cNvSpPr>
            <a:spLocks noChangeArrowheads="1"/>
          </p:cNvSpPr>
          <p:nvPr/>
        </p:nvSpPr>
        <p:spPr bwMode="auto">
          <a:xfrm>
            <a:off x="388620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50180" name="Rectangle 3">
            <a:extLst>
              <a:ext uri="{FF2B5EF4-FFF2-40B4-BE49-F238E27FC236}">
                <a16:creationId xmlns:a16="http://schemas.microsoft.com/office/drawing/2014/main" id="{076FCD7E-32CC-487F-9A0B-41D07502A9DD}"/>
              </a:ext>
            </a:extLst>
          </p:cNvPr>
          <p:cNvSpPr>
            <a:spLocks noChangeArrowheads="1"/>
          </p:cNvSpPr>
          <p:nvPr/>
        </p:nvSpPr>
        <p:spPr bwMode="auto">
          <a:xfrm>
            <a:off x="388620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r"/>
            <a:r>
              <a:rPr lang="en-US" altLang="en-US" sz="1200">
                <a:latin typeface="Times" panose="02020603050405020304" pitchFamily="18" charset="0"/>
              </a:rPr>
              <a:t>6</a:t>
            </a:r>
          </a:p>
        </p:txBody>
      </p:sp>
      <p:sp>
        <p:nvSpPr>
          <p:cNvPr id="50181" name="Rectangle 4">
            <a:extLst>
              <a:ext uri="{FF2B5EF4-FFF2-40B4-BE49-F238E27FC236}">
                <a16:creationId xmlns:a16="http://schemas.microsoft.com/office/drawing/2014/main" id="{7BF9C4B9-3B95-4F89-BFF5-56A6149706DA}"/>
              </a:ext>
            </a:extLst>
          </p:cNvPr>
          <p:cNvSpPr>
            <a:spLocks noChangeArrowheads="1"/>
          </p:cNvSpPr>
          <p:nvPr/>
        </p:nvSpPr>
        <p:spPr bwMode="auto">
          <a:xfrm>
            <a:off x="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50182" name="Rectangle 5">
            <a:extLst>
              <a:ext uri="{FF2B5EF4-FFF2-40B4-BE49-F238E27FC236}">
                <a16:creationId xmlns:a16="http://schemas.microsoft.com/office/drawing/2014/main" id="{A8CF07BA-8615-40C9-94F8-316ECAE64E37}"/>
              </a:ext>
            </a:extLst>
          </p:cNvPr>
          <p:cNvSpPr>
            <a:spLocks noChangeArrowheads="1"/>
          </p:cNvSpPr>
          <p:nvPr/>
        </p:nvSpPr>
        <p:spPr bwMode="auto">
          <a:xfrm>
            <a:off x="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50183" name="Rectangle 6">
            <a:extLst>
              <a:ext uri="{FF2B5EF4-FFF2-40B4-BE49-F238E27FC236}">
                <a16:creationId xmlns:a16="http://schemas.microsoft.com/office/drawing/2014/main" id="{1DB7513D-B5CD-4964-9730-55E44EB27C62}"/>
              </a:ext>
            </a:extLst>
          </p:cNvPr>
          <p:cNvSpPr>
            <a:spLocks noGrp="1" noRot="1" noChangeAspect="1" noChangeArrowheads="1" noTextEdit="1"/>
          </p:cNvSpPr>
          <p:nvPr>
            <p:ph type="sldImg"/>
          </p:nvPr>
        </p:nvSpPr>
        <p:spPr>
          <a:xfrm>
            <a:off x="1158875" y="690563"/>
            <a:ext cx="4540250" cy="3405187"/>
          </a:xfrm>
          <a:ln w="12700" cap="flat"/>
        </p:spPr>
      </p:sp>
      <p:sp>
        <p:nvSpPr>
          <p:cNvPr id="50184" name="Rectangle 7">
            <a:extLst>
              <a:ext uri="{FF2B5EF4-FFF2-40B4-BE49-F238E27FC236}">
                <a16:creationId xmlns:a16="http://schemas.microsoft.com/office/drawing/2014/main" id="{7D6902D3-27D0-44F5-9D59-F1690D5C3556}"/>
              </a:ext>
            </a:extLst>
          </p:cNvPr>
          <p:cNvSpPr>
            <a:spLocks noGrp="1" noChangeArrowheads="1"/>
          </p:cNvSpPr>
          <p:nvPr>
            <p:ph type="body" idx="1"/>
          </p:nvPr>
        </p:nvSpPr>
        <p:spPr>
          <a:xfrm>
            <a:off x="915988" y="4332288"/>
            <a:ext cx="5026025" cy="4098925"/>
          </a:xfrm>
          <a:solidFill>
            <a:srgbClr val="FFFFFF"/>
          </a:solidFill>
          <a:ln w="12700" cap="flat">
            <a:solidFill>
              <a:srgbClr val="000000"/>
            </a:solidFill>
          </a:ln>
        </p:spPr>
        <p:txBody>
          <a:bodyPr lIns="90488" tIns="44450" rIns="90488" bIns="44450"/>
          <a:lstStyle/>
          <a:p>
            <a:pPr eaLnBrk="1" hangingPunct="1"/>
            <a:r>
              <a:rPr lang="en-US" altLang="en-US" sz="1600">
                <a:latin typeface="Times New Roman" panose="02020603050405020304" pitchFamily="18" charset="0"/>
              </a:rPr>
              <a:t>For each set of logs we ask them to </a:t>
            </a:r>
            <a:r>
              <a:rPr lang="ja-JP" altLang="en-US" sz="1600">
                <a:latin typeface="Times New Roman" panose="02020603050405020304" pitchFamily="18" charset="0"/>
              </a:rPr>
              <a:t>“</a:t>
            </a:r>
            <a:r>
              <a:rPr lang="en-US" altLang="ja-JP" sz="1600">
                <a:latin typeface="Times New Roman" panose="02020603050405020304" pitchFamily="18" charset="0"/>
              </a:rPr>
              <a:t>CHOOSE!</a:t>
            </a:r>
            <a:r>
              <a:rPr lang="ja-JP" altLang="en-US" sz="1600">
                <a:latin typeface="Times New Roman" panose="02020603050405020304" pitchFamily="18" charset="0"/>
              </a:rPr>
              <a:t>”</a:t>
            </a:r>
            <a:r>
              <a:rPr lang="en-US" altLang="ja-JP" sz="1600">
                <a:latin typeface="Times New Roman" panose="02020603050405020304" pitchFamily="18" charset="0"/>
              </a:rPr>
              <a:t> and then ask why  they chose -- fast and include  as many responses as possible.   Start to weave themes.</a:t>
            </a:r>
          </a:p>
          <a:p>
            <a:pPr eaLnBrk="1" hangingPunct="1"/>
            <a:endParaRPr lang="en-US" altLang="en-US" sz="1600">
              <a:latin typeface="Times New Roman" panose="02020603050405020304" pitchFamily="18" charset="0"/>
            </a:endParaRPr>
          </a:p>
          <a:p>
            <a:pPr eaLnBrk="1" hangingPunct="1"/>
            <a:r>
              <a:rPr lang="en-US" altLang="en-US">
                <a:latin typeface="Times New Roman" panose="02020603050405020304" pitchFamily="18" charset="0"/>
              </a:rPr>
              <a:t>What Led You to Choose that Brand?</a:t>
            </a:r>
          </a:p>
          <a:p>
            <a:pPr eaLnBrk="1" hangingPunct="1"/>
            <a:r>
              <a:rPr lang="en-US" altLang="en-US">
                <a:latin typeface="Times New Roman" panose="02020603050405020304" pitchFamily="18" charset="0"/>
              </a:rPr>
              <a:t>Any Other Reasons?</a:t>
            </a:r>
          </a:p>
          <a:p>
            <a:pPr eaLnBrk="1" hangingPunct="1"/>
            <a:r>
              <a:rPr lang="en-US" altLang="en-US">
                <a:latin typeface="Times New Roman" panose="02020603050405020304" pitchFamily="18" charset="0"/>
              </a:rPr>
              <a:t>What Questions Do You Ask Yourself When Choosing?</a:t>
            </a:r>
          </a:p>
          <a:p>
            <a:pPr eaLnBrk="1" hangingPunct="1"/>
            <a:endParaRPr lang="en-US" altLang="en-US">
              <a:latin typeface="Times New Roman" panose="02020603050405020304" pitchFamily="18" charset="0"/>
            </a:endParaRPr>
          </a:p>
          <a:p>
            <a:pPr eaLnBrk="1" hangingPunct="1"/>
            <a:r>
              <a:rPr lang="en-US" altLang="en-US">
                <a:latin typeface="Times New Roman" panose="02020603050405020304" pitchFamily="18" charset="0"/>
              </a:rPr>
              <a:t>Emphasize utility, history, consistency, quality, and how it leads to TRUST</a:t>
            </a:r>
          </a:p>
          <a:p>
            <a:pPr eaLnBrk="1" hangingPunct="1"/>
            <a:endParaRPr lang="en-US" altLang="en-US" sz="1600">
              <a:latin typeface="Times New Roman" panose="02020603050405020304" pitchFamily="18" charset="0"/>
            </a:endParaRPr>
          </a:p>
        </p:txBody>
      </p:sp>
    </p:spTree>
    <p:extLst>
      <p:ext uri="{BB962C8B-B14F-4D97-AF65-F5344CB8AC3E}">
        <p14:creationId xmlns:p14="http://schemas.microsoft.com/office/powerpoint/2010/main" val="1907838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5D914FA-2339-4D4F-B0EB-5C4A5CE8E0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21D7FC9B-3F95-47FB-837A-9A1A1B6991BC}" type="slidenum">
              <a:rPr lang="en-US" altLang="en-US" sz="1200">
                <a:latin typeface="Times New Roman" panose="02020603050405020304" pitchFamily="18" charset="0"/>
              </a:rPr>
              <a:pPr/>
              <a:t>17</a:t>
            </a:fld>
            <a:endParaRPr lang="en-US" altLang="en-US" sz="1200">
              <a:latin typeface="Times New Roman" panose="02020603050405020304" pitchFamily="18" charset="0"/>
            </a:endParaRPr>
          </a:p>
        </p:txBody>
      </p:sp>
      <p:sp>
        <p:nvSpPr>
          <p:cNvPr id="53251" name="Rectangle 2">
            <a:extLst>
              <a:ext uri="{FF2B5EF4-FFF2-40B4-BE49-F238E27FC236}">
                <a16:creationId xmlns:a16="http://schemas.microsoft.com/office/drawing/2014/main" id="{E35B9720-4C67-410D-9BDC-894652D98B6D}"/>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BBA21134-FAB5-460C-BDAF-76C8AB31C8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Just like the choices we make concerning the products we buy, people are </a:t>
            </a:r>
            <a:r>
              <a:rPr lang="ja-JP" altLang="en-US">
                <a:latin typeface="Times New Roman" panose="02020603050405020304" pitchFamily="18" charset="0"/>
              </a:rPr>
              <a:t>“</a:t>
            </a:r>
            <a:r>
              <a:rPr lang="en-US" altLang="ja-JP">
                <a:latin typeface="Times New Roman" panose="02020603050405020304" pitchFamily="18" charset="0"/>
              </a:rPr>
              <a:t>taken off the shelf</a:t>
            </a:r>
            <a:r>
              <a:rPr lang="ja-JP" altLang="en-US">
                <a:latin typeface="Times New Roman" panose="02020603050405020304" pitchFamily="18" charset="0"/>
              </a:rPr>
              <a:t>”</a:t>
            </a:r>
            <a:r>
              <a:rPr lang="en-US" altLang="ja-JP">
                <a:latin typeface="Times New Roman" panose="02020603050405020304" pitchFamily="18" charset="0"/>
              </a:rPr>
              <a:t> for project teams and other opportunities.</a:t>
            </a:r>
            <a:endParaRPr lang="en-US" altLang="en-US">
              <a:latin typeface="Times New Roman" panose="02020603050405020304" pitchFamily="18" charset="0"/>
            </a:endParaRPr>
          </a:p>
        </p:txBody>
      </p:sp>
    </p:spTree>
    <p:extLst>
      <p:ext uri="{BB962C8B-B14F-4D97-AF65-F5344CB8AC3E}">
        <p14:creationId xmlns:p14="http://schemas.microsoft.com/office/powerpoint/2010/main" val="2367322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297F221D-8AB5-4F17-B23A-47B942AAA5A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5A1C4DCF-5CA8-4574-91CC-9AFED1FCBCC4}" type="slidenum">
              <a:rPr lang="en-US" altLang="en-US" sz="1200">
                <a:latin typeface="Times New Roman" panose="02020603050405020304" pitchFamily="18" charset="0"/>
              </a:rPr>
              <a:pPr/>
              <a:t>18</a:t>
            </a:fld>
            <a:endParaRPr lang="en-US" altLang="en-US" sz="1200">
              <a:latin typeface="Times New Roman" panose="02020603050405020304" pitchFamily="18" charset="0"/>
            </a:endParaRPr>
          </a:p>
        </p:txBody>
      </p:sp>
      <p:sp>
        <p:nvSpPr>
          <p:cNvPr id="52227" name="Rectangle 2">
            <a:extLst>
              <a:ext uri="{FF2B5EF4-FFF2-40B4-BE49-F238E27FC236}">
                <a16:creationId xmlns:a16="http://schemas.microsoft.com/office/drawing/2014/main" id="{575F4AF8-CD9D-41B0-84CD-1837FD3CC1DD}"/>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909DD1A0-9644-48E7-83E4-71C3E9228F4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It</a:t>
            </a:r>
            <a:r>
              <a:rPr lang="ja-JP" altLang="en-US" dirty="0">
                <a:latin typeface="Times New Roman" panose="02020603050405020304" pitchFamily="18" charset="0"/>
              </a:rPr>
              <a:t>’</a:t>
            </a:r>
            <a:r>
              <a:rPr lang="en-US" altLang="ja-JP" dirty="0">
                <a:latin typeface="Times New Roman" panose="02020603050405020304" pitchFamily="18" charset="0"/>
              </a:rPr>
              <a:t>s all about trust! The aspects of the branding concept that matter the most to trust are:</a:t>
            </a:r>
          </a:p>
          <a:p>
            <a:pPr eaLnBrk="1" hangingPunct="1"/>
            <a:r>
              <a:rPr lang="en-US" altLang="en-US" dirty="0">
                <a:latin typeface="Times New Roman" panose="02020603050405020304" pitchFamily="18" charset="0"/>
              </a:rPr>
              <a:t>Authenticity and Integrity</a:t>
            </a:r>
          </a:p>
          <a:p>
            <a:pPr eaLnBrk="1" hangingPunct="1"/>
            <a:r>
              <a:rPr lang="en-US" altLang="en-US" dirty="0">
                <a:latin typeface="Times New Roman" panose="02020603050405020304" pitchFamily="18" charset="0"/>
              </a:rPr>
              <a:t>Consistency and Reliability</a:t>
            </a:r>
          </a:p>
          <a:p>
            <a:pPr eaLnBrk="1" hangingPunct="1"/>
            <a:r>
              <a:rPr lang="en-US" altLang="en-US" dirty="0">
                <a:latin typeface="Times New Roman" panose="02020603050405020304" pitchFamily="18" charset="0"/>
              </a:rPr>
              <a:t>Distinction</a:t>
            </a:r>
          </a:p>
          <a:p>
            <a:pPr eaLnBrk="1" hangingPunct="1"/>
            <a:r>
              <a:rPr lang="en-US" altLang="en-US" dirty="0">
                <a:latin typeface="Times New Roman" panose="02020603050405020304" pitchFamily="18" charset="0"/>
              </a:rPr>
              <a:t>Excellence</a:t>
            </a:r>
          </a:p>
          <a:p>
            <a:pPr eaLnBrk="1" hangingPunct="1"/>
            <a:r>
              <a:rPr lang="en-US" altLang="en-US" dirty="0">
                <a:latin typeface="Times New Roman" panose="02020603050405020304" pitchFamily="18" charset="0"/>
              </a:rPr>
              <a:t>What else?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4F477BB3-5CBF-4748-BA52-8F44422489C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5B81CC32-23D4-410A-9FEF-57A60283B685}" type="slidenum">
              <a:rPr lang="en-US" altLang="en-US" sz="1200">
                <a:latin typeface="Times New Roman" panose="02020603050405020304" pitchFamily="18" charset="0"/>
              </a:rPr>
              <a:pPr/>
              <a:t>19</a:t>
            </a:fld>
            <a:endParaRPr lang="en-US" altLang="en-US" sz="1200">
              <a:latin typeface="Times New Roman" panose="02020603050405020304" pitchFamily="18" charset="0"/>
            </a:endParaRPr>
          </a:p>
        </p:txBody>
      </p:sp>
      <p:sp>
        <p:nvSpPr>
          <p:cNvPr id="60419" name="Rectangle 2">
            <a:extLst>
              <a:ext uri="{FF2B5EF4-FFF2-40B4-BE49-F238E27FC236}">
                <a16:creationId xmlns:a16="http://schemas.microsoft.com/office/drawing/2014/main" id="{2F360B01-4D12-4420-8697-8CF455BD0DAF}"/>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E71FDDF3-D92E-4ADC-8023-C69DF67F4FE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latin typeface="Times New Roman" panose="02020603050405020304" pitchFamily="18" charset="0"/>
              </a:rPr>
              <a:t>Link the power of the automatic choices the group so naturally made in choosing the brands they just did to the debrief of the exercise by  getting people to explore  this and other questions:</a:t>
            </a:r>
          </a:p>
          <a:p>
            <a:pPr eaLnBrk="1" hangingPunct="1"/>
            <a:r>
              <a:rPr lang="en-US" altLang="en-US" sz="1600">
                <a:latin typeface="Times New Roman" panose="02020603050405020304" pitchFamily="18" charset="0"/>
              </a:rPr>
              <a:t>What makes a truly great brand?</a:t>
            </a:r>
          </a:p>
          <a:p>
            <a:pPr eaLnBrk="1" hangingPunct="1"/>
            <a:r>
              <a:rPr lang="en-US" altLang="en-US" sz="1600">
                <a:latin typeface="Times New Roman" panose="02020603050405020304" pitchFamily="18" charset="0"/>
              </a:rPr>
              <a:t>What did making these choices show you?</a:t>
            </a:r>
          </a:p>
          <a:p>
            <a:pPr eaLnBrk="1" hangingPunct="1"/>
            <a:r>
              <a:rPr lang="en-US" altLang="en-US" sz="1600">
                <a:latin typeface="Times New Roman" panose="02020603050405020304" pitchFamily="18" charset="0"/>
              </a:rPr>
              <a:t>Do your customers currently choose you the way you chose [nordstroms]?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0C8FFC6D-BB9C-49C4-A24F-DA4157915F0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1EF785F5-A3E6-4EBB-BD8D-D55A36AE8549}" type="slidenum">
              <a:rPr lang="en-US" altLang="en-US" sz="1200">
                <a:latin typeface="Times New Roman" panose="02020603050405020304" pitchFamily="18" charset="0"/>
              </a:rPr>
              <a:pPr/>
              <a:t>20</a:t>
            </a:fld>
            <a:endParaRPr lang="en-US" altLang="en-US" sz="1200">
              <a:latin typeface="Times New Roman" panose="02020603050405020304" pitchFamily="18" charset="0"/>
            </a:endParaRPr>
          </a:p>
        </p:txBody>
      </p:sp>
      <p:sp>
        <p:nvSpPr>
          <p:cNvPr id="59395" name="Rectangle 2">
            <a:extLst>
              <a:ext uri="{FF2B5EF4-FFF2-40B4-BE49-F238E27FC236}">
                <a16:creationId xmlns:a16="http://schemas.microsoft.com/office/drawing/2014/main" id="{B2C4C8E9-5488-4860-8985-B2EACB5A6C4C}"/>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542B83BF-A47B-418C-8E93-D6596E84127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Discuss the tension between current reality and the vision of the desired brand; how an accurate acknowledgement of the current state always resolves in favor of a compelling future.</a:t>
            </a:r>
          </a:p>
          <a:p>
            <a:pPr eaLnBrk="1" hangingPunct="1"/>
            <a:endParaRPr lang="en-US" altLang="en-US">
              <a:latin typeface="Times New Roman" panose="02020603050405020304" pitchFamily="18" charset="0"/>
            </a:endParaRPr>
          </a:p>
          <a:p>
            <a:pPr eaLnBrk="1" hangingPunct="1"/>
            <a:r>
              <a:rPr lang="en-US" altLang="en-US">
                <a:latin typeface="Times New Roman" panose="02020603050405020304" pitchFamily="18" charset="0"/>
              </a:rPr>
              <a:t>The way it resolves is also connected to how we use our internal questions or Self-Qs. We call this natural process of how questions work powerfully behind our thinking QDAR, and the practical methods and tools of QuestionThinking</a:t>
            </a:r>
            <a:r>
              <a:rPr lang="en-US" altLang="en-US">
                <a:latin typeface="Times New Roman" panose="02020603050405020304" pitchFamily="18" charset="0"/>
                <a:cs typeface="Times New Roman" panose="02020603050405020304" pitchFamily="18" charset="0"/>
              </a:rPr>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AA69304E-D9E8-4928-9D7C-1FA77F8F5F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93AC465A-1FD5-4EAE-930F-833C2E20DBD7}" type="slidenum">
              <a:rPr lang="en-US" altLang="en-US" sz="1200">
                <a:latin typeface="Times New Roman" panose="02020603050405020304" pitchFamily="18" charset="0"/>
              </a:rPr>
              <a:pPr/>
              <a:t>22</a:t>
            </a:fld>
            <a:endParaRPr lang="en-US" altLang="en-US" sz="1200">
              <a:latin typeface="Times New Roman" panose="02020603050405020304" pitchFamily="18" charset="0"/>
            </a:endParaRPr>
          </a:p>
        </p:txBody>
      </p:sp>
      <p:sp>
        <p:nvSpPr>
          <p:cNvPr id="61443" name="Rectangle 2">
            <a:extLst>
              <a:ext uri="{FF2B5EF4-FFF2-40B4-BE49-F238E27FC236}">
                <a16:creationId xmlns:a16="http://schemas.microsoft.com/office/drawing/2014/main" id="{410AA16B-9F1F-439C-A43B-A033FF6B3A09}"/>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07A0D5C0-7F9B-489D-AC34-2BFF273B177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3AEF3389-05F5-4AA5-A9F3-9D3B3D4EEE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434B2758-4FB3-41BD-9417-443D2DAA8CD3}" type="slidenum">
              <a:rPr lang="en-US" altLang="en-US" sz="1200">
                <a:latin typeface="Times New Roman" panose="02020603050405020304" pitchFamily="18" charset="0"/>
              </a:rPr>
              <a:pPr/>
              <a:t>25</a:t>
            </a:fld>
            <a:endParaRPr lang="en-US" altLang="en-US" sz="1200">
              <a:latin typeface="Times New Roman" panose="02020603050405020304" pitchFamily="18" charset="0"/>
            </a:endParaRPr>
          </a:p>
        </p:txBody>
      </p:sp>
      <p:sp>
        <p:nvSpPr>
          <p:cNvPr id="54275" name="Rectangle 2">
            <a:extLst>
              <a:ext uri="{FF2B5EF4-FFF2-40B4-BE49-F238E27FC236}">
                <a16:creationId xmlns:a16="http://schemas.microsoft.com/office/drawing/2014/main" id="{315C98B8-0CEB-4E80-BD45-C61DA6D8FD63}"/>
              </a:ext>
            </a:extLst>
          </p:cNvPr>
          <p:cNvSpPr>
            <a:spLocks noGrp="1" noRot="1" noChangeAspect="1" noChangeArrowheads="1" noTextEdit="1"/>
          </p:cNvSpPr>
          <p:nvPr>
            <p:ph type="sldImg"/>
          </p:nvPr>
        </p:nvSpPr>
        <p:spPr>
          <a:ln/>
        </p:spPr>
      </p:sp>
      <p:sp>
        <p:nvSpPr>
          <p:cNvPr id="54276" name="Rectangle 3">
            <a:extLst>
              <a:ext uri="{FF2B5EF4-FFF2-40B4-BE49-F238E27FC236}">
                <a16:creationId xmlns:a16="http://schemas.microsoft.com/office/drawing/2014/main" id="{F5758FAE-D8BC-46FD-B50B-C29366A1DBC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latin typeface="Times New Roman" panose="02020603050405020304" pitchFamily="18" charset="0"/>
              </a:rPr>
              <a:t>Question:   Why  should we worry  about this? </a:t>
            </a:r>
          </a:p>
          <a:p>
            <a:pPr eaLnBrk="1" hangingPunct="1"/>
            <a:r>
              <a:rPr lang="en-US" altLang="en-US" sz="1600">
                <a:latin typeface="Times New Roman" panose="02020603050405020304" pitchFamily="18" charset="0"/>
              </a:rPr>
              <a:t>Answer:  Because if you don</a:t>
            </a:r>
            <a:r>
              <a:rPr lang="ja-JP" altLang="en-US" sz="1600">
                <a:latin typeface="Times New Roman" panose="02020603050405020304" pitchFamily="18" charset="0"/>
              </a:rPr>
              <a:t>’</a:t>
            </a:r>
            <a:r>
              <a:rPr lang="en-US" altLang="ja-JP" sz="1600">
                <a:latin typeface="Times New Roman" panose="02020603050405020304" pitchFamily="18" charset="0"/>
              </a:rPr>
              <a:t>t work to make your brand promise live in every customer interaction or transaction you are vulnerable to a very serious disconnect in credibility -- or a </a:t>
            </a:r>
            <a:r>
              <a:rPr lang="ja-JP" altLang="en-US" sz="1600">
                <a:latin typeface="Times New Roman" panose="02020603050405020304" pitchFamily="18" charset="0"/>
              </a:rPr>
              <a:t>“</a:t>
            </a:r>
            <a:r>
              <a:rPr lang="en-US" altLang="ja-JP" sz="1600">
                <a:latin typeface="Times New Roman" panose="02020603050405020304" pitchFamily="18" charset="0"/>
              </a:rPr>
              <a:t>Don</a:t>
            </a:r>
            <a:r>
              <a:rPr lang="ja-JP" altLang="en-US" sz="1600">
                <a:latin typeface="Times New Roman" panose="02020603050405020304" pitchFamily="18" charset="0"/>
              </a:rPr>
              <a:t>’</a:t>
            </a:r>
            <a:r>
              <a:rPr lang="en-US" altLang="ja-JP" sz="1600">
                <a:latin typeface="Times New Roman" panose="02020603050405020304" pitchFamily="18" charset="0"/>
              </a:rPr>
              <a:t>t Do As We Say</a:t>
            </a:r>
            <a:r>
              <a:rPr lang="ja-JP" altLang="en-US" sz="1600">
                <a:latin typeface="Times New Roman" panose="02020603050405020304" pitchFamily="18" charset="0"/>
              </a:rPr>
              <a:t>”</a:t>
            </a:r>
            <a:r>
              <a:rPr lang="en-US" altLang="ja-JP" sz="1600">
                <a:latin typeface="Times New Roman" panose="02020603050405020304" pitchFamily="18" charset="0"/>
              </a:rPr>
              <a:t> culture, and customers will not stand for it.     </a:t>
            </a:r>
          </a:p>
          <a:p>
            <a:pPr eaLnBrk="1" hangingPunct="1"/>
            <a:endParaRPr lang="en-US" altLang="en-US" sz="1600">
              <a:latin typeface="Times New Roman" panose="02020603050405020304" pitchFamily="18" charset="0"/>
            </a:endParaRPr>
          </a:p>
          <a:p>
            <a:pPr eaLnBrk="1" hangingPunct="1"/>
            <a:r>
              <a:rPr lang="en-US" altLang="en-US" sz="1600">
                <a:latin typeface="Times New Roman" panose="02020603050405020304" pitchFamily="18" charset="0"/>
              </a:rPr>
              <a:t>Fed Ex, Disney, the Four Seasons, Southwest Airlines all understand and practice this important branding concept -- they all have formal and informal ways of immersing current and future employees in the brand promise, personality, characteristics, values, and most of all, behaviors.  They encourage employees to embody their brands.</a:t>
            </a:r>
          </a:p>
          <a:p>
            <a:pPr eaLnBrk="1" hangingPunct="1"/>
            <a:endParaRPr lang="en-US" altLang="en-US" sz="1600">
              <a:latin typeface="Times New Roman" panose="02020603050405020304" pitchFamily="18" charset="0"/>
            </a:endParaRPr>
          </a:p>
          <a:p>
            <a:pPr eaLnBrk="1" hangingPunct="1"/>
            <a:endParaRPr lang="en-US" altLang="en-US" sz="1600">
              <a:latin typeface="Times New Roman" panose="02020603050405020304" pitchFamily="18" charset="0"/>
            </a:endParaRPr>
          </a:p>
          <a:p>
            <a:pPr eaLnBrk="1" hangingPunct="1"/>
            <a:endParaRPr lang="en-US" altLang="en-US" sz="1600">
              <a:latin typeface="Times New Roman" panose="02020603050405020304" pitchFamily="18" charset="0"/>
            </a:endParaRPr>
          </a:p>
          <a:p>
            <a:pPr eaLnBrk="1" hangingPunct="1"/>
            <a:endParaRPr lang="en-US" altLang="en-US" sz="1600">
              <a:latin typeface="Times New Roman" panose="02020603050405020304" pitchFamily="18" charset="0"/>
            </a:endParaRPr>
          </a:p>
        </p:txBody>
      </p:sp>
    </p:spTree>
    <p:extLst>
      <p:ext uri="{BB962C8B-B14F-4D97-AF65-F5344CB8AC3E}">
        <p14:creationId xmlns:p14="http://schemas.microsoft.com/office/powerpoint/2010/main" val="27037837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a:extLst>
              <a:ext uri="{FF2B5EF4-FFF2-40B4-BE49-F238E27FC236}">
                <a16:creationId xmlns:a16="http://schemas.microsoft.com/office/drawing/2014/main" id="{653BE746-84D2-4853-8C9D-0577725EEE6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439176E6-B064-4218-A270-C2E5AF50057F}" type="slidenum">
              <a:rPr lang="en-US" altLang="en-US" sz="1200">
                <a:latin typeface="Times New Roman" panose="02020603050405020304" pitchFamily="18" charset="0"/>
              </a:rPr>
              <a:pPr/>
              <a:t>26</a:t>
            </a:fld>
            <a:endParaRPr lang="en-US" altLang="en-US" sz="1200">
              <a:latin typeface="Times New Roman" panose="02020603050405020304" pitchFamily="18" charset="0"/>
            </a:endParaRPr>
          </a:p>
        </p:txBody>
      </p:sp>
      <p:sp>
        <p:nvSpPr>
          <p:cNvPr id="55299" name="Rectangle 2">
            <a:extLst>
              <a:ext uri="{FF2B5EF4-FFF2-40B4-BE49-F238E27FC236}">
                <a16:creationId xmlns:a16="http://schemas.microsoft.com/office/drawing/2014/main" id="{7EF56DB9-6B75-4FF1-B291-3F2AACDC0995}"/>
              </a:ext>
            </a:extLst>
          </p:cNvPr>
          <p:cNvSpPr>
            <a:spLocks noGrp="1" noRot="1" noChangeAspect="1" noChangeArrowheads="1" noTextEdit="1"/>
          </p:cNvSpPr>
          <p:nvPr>
            <p:ph type="sldImg"/>
          </p:nvPr>
        </p:nvSpPr>
        <p:spPr>
          <a:ln/>
        </p:spPr>
      </p:sp>
      <p:sp>
        <p:nvSpPr>
          <p:cNvPr id="55300" name="Rectangle 3">
            <a:extLst>
              <a:ext uri="{FF2B5EF4-FFF2-40B4-BE49-F238E27FC236}">
                <a16:creationId xmlns:a16="http://schemas.microsoft.com/office/drawing/2014/main" id="{A0726E11-0C7A-4273-AC1C-4EE5A489531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D5D914FA-2339-4D4F-B0EB-5C4A5CE8E04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21D7FC9B-3F95-47FB-837A-9A1A1B6991BC}" type="slidenum">
              <a:rPr lang="en-US" altLang="en-US" sz="1200">
                <a:latin typeface="Times New Roman" panose="02020603050405020304" pitchFamily="18" charset="0"/>
              </a:rPr>
              <a:pPr/>
              <a:t>27</a:t>
            </a:fld>
            <a:endParaRPr lang="en-US" altLang="en-US" sz="1200">
              <a:latin typeface="Times New Roman" panose="02020603050405020304" pitchFamily="18" charset="0"/>
            </a:endParaRPr>
          </a:p>
        </p:txBody>
      </p:sp>
      <p:sp>
        <p:nvSpPr>
          <p:cNvPr id="53251" name="Rectangle 2">
            <a:extLst>
              <a:ext uri="{FF2B5EF4-FFF2-40B4-BE49-F238E27FC236}">
                <a16:creationId xmlns:a16="http://schemas.microsoft.com/office/drawing/2014/main" id="{E35B9720-4C67-410D-9BDC-894652D98B6D}"/>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BBA21134-FAB5-460C-BDAF-76C8AB31C8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Just like the choices we make concerning the products we buy, people are </a:t>
            </a:r>
            <a:r>
              <a:rPr lang="ja-JP" altLang="en-US">
                <a:latin typeface="Times New Roman" panose="02020603050405020304" pitchFamily="18" charset="0"/>
              </a:rPr>
              <a:t>“</a:t>
            </a:r>
            <a:r>
              <a:rPr lang="en-US" altLang="ja-JP">
                <a:latin typeface="Times New Roman" panose="02020603050405020304" pitchFamily="18" charset="0"/>
              </a:rPr>
              <a:t>taken off the shelf</a:t>
            </a:r>
            <a:r>
              <a:rPr lang="ja-JP" altLang="en-US">
                <a:latin typeface="Times New Roman" panose="02020603050405020304" pitchFamily="18" charset="0"/>
              </a:rPr>
              <a:t>”</a:t>
            </a:r>
            <a:r>
              <a:rPr lang="en-US" altLang="ja-JP">
                <a:latin typeface="Times New Roman" panose="02020603050405020304" pitchFamily="18" charset="0"/>
              </a:rPr>
              <a:t> for project teams and other opportunities.</a:t>
            </a:r>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735B6156-F7A6-4CA1-A5F3-07526DA588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FE5CB0F8-D2FE-4148-A082-A5549A20B805}" type="slidenum">
              <a:rPr lang="en-US" altLang="en-US" sz="1200">
                <a:latin typeface="Times New Roman" panose="02020603050405020304" pitchFamily="18" charset="0"/>
              </a:rPr>
              <a:pPr/>
              <a:t>28</a:t>
            </a:fld>
            <a:endParaRPr lang="en-US" altLang="en-US" sz="1200">
              <a:latin typeface="Times New Roman" panose="02020603050405020304" pitchFamily="18" charset="0"/>
            </a:endParaRPr>
          </a:p>
        </p:txBody>
      </p:sp>
      <p:sp>
        <p:nvSpPr>
          <p:cNvPr id="56323" name="Rectangle 2">
            <a:extLst>
              <a:ext uri="{FF2B5EF4-FFF2-40B4-BE49-F238E27FC236}">
                <a16:creationId xmlns:a16="http://schemas.microsoft.com/office/drawing/2014/main" id="{69295203-CB6D-4F88-A2C5-6AFB4674D2F4}"/>
              </a:ext>
            </a:extLst>
          </p:cNvPr>
          <p:cNvSpPr>
            <a:spLocks noGrp="1" noRot="1" noChangeAspect="1" noChangeArrowheads="1" noTextEdit="1"/>
          </p:cNvSpPr>
          <p:nvPr>
            <p:ph type="sldImg"/>
          </p:nvPr>
        </p:nvSpPr>
        <p:spPr>
          <a:ln/>
        </p:spPr>
      </p:sp>
      <p:sp>
        <p:nvSpPr>
          <p:cNvPr id="56324" name="Rectangle 3">
            <a:extLst>
              <a:ext uri="{FF2B5EF4-FFF2-40B4-BE49-F238E27FC236}">
                <a16:creationId xmlns:a16="http://schemas.microsoft.com/office/drawing/2014/main" id="{E4848768-9730-49ED-8B7B-97563999BF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latin typeface="Times New Roman" panose="02020603050405020304" pitchFamily="18" charset="0"/>
              </a:rPr>
              <a:t>If you know anyone else in this room, including your mentor or mentee, go over to them and ask them to describe you with 4 words. If not, then think of feedback from your mentor, mentee, last review, any 360 feedback and come up with 16 words.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BC48F889-9BC8-4423-B1A3-98BCD7988F5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CE85B758-64B1-4368-99E9-A0EDF616F0ED}" type="slidenum">
              <a:rPr lang="en-US" altLang="en-US" sz="1200">
                <a:latin typeface="Times New Roman" panose="02020603050405020304" pitchFamily="18" charset="0"/>
              </a:rPr>
              <a:pPr/>
              <a:t>29</a:t>
            </a:fld>
            <a:endParaRPr lang="en-US" altLang="en-US" sz="1200">
              <a:latin typeface="Times New Roman" panose="02020603050405020304" pitchFamily="18" charset="0"/>
            </a:endParaRPr>
          </a:p>
        </p:txBody>
      </p:sp>
      <p:sp>
        <p:nvSpPr>
          <p:cNvPr id="57347" name="Rectangle 2">
            <a:extLst>
              <a:ext uri="{FF2B5EF4-FFF2-40B4-BE49-F238E27FC236}">
                <a16:creationId xmlns:a16="http://schemas.microsoft.com/office/drawing/2014/main" id="{B81302D0-8E23-4630-9BEF-BA9EB5B7C537}"/>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6C3D3A1E-B7C9-460A-AE39-077DF88E47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Tell the story of the person who canvassed others and found out her brand was being late. The issue of a label of being late is to be perceived as </a:t>
            </a:r>
            <a:r>
              <a:rPr lang="ja-JP" altLang="en-US">
                <a:latin typeface="Times New Roman" panose="02020603050405020304" pitchFamily="18" charset="0"/>
              </a:rPr>
              <a:t>“</a:t>
            </a:r>
            <a:r>
              <a:rPr lang="en-US" altLang="ja-JP">
                <a:latin typeface="Times New Roman" panose="02020603050405020304" pitchFamily="18" charset="0"/>
              </a:rPr>
              <a:t>unreliable.</a:t>
            </a:r>
            <a:r>
              <a:rPr lang="ja-JP" altLang="en-US">
                <a:latin typeface="Times New Roman" panose="02020603050405020304" pitchFamily="18" charset="0"/>
              </a:rPr>
              <a:t>”</a:t>
            </a:r>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9FC5FFDE-A01E-4473-BE62-581427F108E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6145E57F-600D-48C7-8E96-457220B2C410}" type="slidenum">
              <a:rPr lang="en-US" altLang="en-US" sz="1200">
                <a:latin typeface="Times New Roman" panose="02020603050405020304" pitchFamily="18" charset="0"/>
              </a:rPr>
              <a:pPr/>
              <a:t>30</a:t>
            </a:fld>
            <a:endParaRPr lang="en-US" altLang="en-US" sz="1200">
              <a:latin typeface="Times New Roman" panose="02020603050405020304" pitchFamily="18" charset="0"/>
            </a:endParaRPr>
          </a:p>
        </p:txBody>
      </p:sp>
      <p:sp>
        <p:nvSpPr>
          <p:cNvPr id="58371" name="Rectangle 2">
            <a:extLst>
              <a:ext uri="{FF2B5EF4-FFF2-40B4-BE49-F238E27FC236}">
                <a16:creationId xmlns:a16="http://schemas.microsoft.com/office/drawing/2014/main" id="{312B136C-0E66-4214-ABA4-1178BBA697ED}"/>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A8463267-AD05-4CF4-8487-144154CFB4F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latin typeface="Times New Roman" panose="02020603050405020304" pitchFamily="18" charset="0"/>
              </a:rPr>
              <a:t>We then ask people if it</a:t>
            </a:r>
            <a:r>
              <a:rPr lang="ja-JP" altLang="en-US" sz="1600">
                <a:latin typeface="Times New Roman" panose="02020603050405020304" pitchFamily="18" charset="0"/>
              </a:rPr>
              <a:t>’</a:t>
            </a:r>
            <a:r>
              <a:rPr lang="en-US" altLang="ja-JP" sz="1600">
                <a:latin typeface="Times New Roman" panose="02020603050405020304" pitchFamily="18" charset="0"/>
              </a:rPr>
              <a:t>s OK with them. </a:t>
            </a:r>
          </a:p>
          <a:p>
            <a:pPr eaLnBrk="1" hangingPunct="1"/>
            <a:r>
              <a:rPr lang="en-US" altLang="en-US" sz="1600">
                <a:latin typeface="Times New Roman" panose="02020603050405020304" pitchFamily="18" charset="0"/>
              </a:rPr>
              <a:t>Is that the brand they want?  Is there anything missing?</a:t>
            </a:r>
          </a:p>
          <a:p>
            <a:pPr eaLnBrk="1" hangingPunct="1"/>
            <a:endParaRPr lang="en-US" altLang="en-US" sz="1600">
              <a:latin typeface="Times New Roman" panose="02020603050405020304" pitchFamily="18" charset="0"/>
            </a:endParaRPr>
          </a:p>
          <a:p>
            <a:pPr eaLnBrk="1" hangingPunct="1"/>
            <a:r>
              <a:rPr lang="en-US" altLang="en-US" sz="1600">
                <a:latin typeface="Times New Roman" panose="02020603050405020304" pitchFamily="18" charset="0"/>
              </a:rPr>
              <a:t>Mention that these types of questions are ones we call </a:t>
            </a:r>
            <a:r>
              <a:rPr lang="ja-JP" altLang="en-US" sz="1600">
                <a:latin typeface="Times New Roman" panose="02020603050405020304" pitchFamily="18" charset="0"/>
              </a:rPr>
              <a:t>“</a:t>
            </a:r>
            <a:r>
              <a:rPr lang="en-US" altLang="ja-JP" sz="1600">
                <a:latin typeface="Times New Roman" panose="02020603050405020304" pitchFamily="18" charset="0"/>
              </a:rPr>
              <a:t>Self-Q</a:t>
            </a:r>
            <a:r>
              <a:rPr lang="ja-JP" altLang="en-US" sz="1600">
                <a:latin typeface="Times New Roman" panose="02020603050405020304" pitchFamily="18" charset="0"/>
              </a:rPr>
              <a:t>’</a:t>
            </a:r>
            <a:r>
              <a:rPr lang="en-US" altLang="ja-JP" sz="1600">
                <a:latin typeface="Times New Roman" panose="02020603050405020304" pitchFamily="18" charset="0"/>
              </a:rPr>
              <a:t>s.</a:t>
            </a:r>
            <a:r>
              <a:rPr lang="ja-JP" altLang="en-US" sz="1600">
                <a:latin typeface="Times New Roman" panose="02020603050405020304" pitchFamily="18" charset="0"/>
              </a:rPr>
              <a:t>”</a:t>
            </a:r>
            <a:r>
              <a:rPr lang="en-US" altLang="ja-JP" sz="1600">
                <a:latin typeface="Times New Roman" panose="02020603050405020304" pitchFamily="18" charset="0"/>
              </a:rPr>
              <a:t> They are the types of questions we ask ourselves in our thinking. We are often aware of these questions, but many times we are not. </a:t>
            </a:r>
          </a:p>
          <a:p>
            <a:pPr eaLnBrk="1" hangingPunct="1"/>
            <a:endParaRPr lang="en-US" altLang="en-US" sz="1600">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5CB1E136-E67E-4430-A551-275B0CBEDBB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2767D572-A5C1-45A7-B4DF-3C2AD559BB44}" type="slidenum">
              <a:rPr lang="en-US" altLang="en-US" sz="1200">
                <a:latin typeface="Times New Roman" panose="02020603050405020304" pitchFamily="18" charset="0"/>
              </a:rPr>
              <a:pPr/>
              <a:t>32</a:t>
            </a:fld>
            <a:endParaRPr lang="en-US" altLang="en-US" sz="1200">
              <a:latin typeface="Times New Roman" panose="02020603050405020304" pitchFamily="18" charset="0"/>
            </a:endParaRPr>
          </a:p>
        </p:txBody>
      </p:sp>
      <p:sp>
        <p:nvSpPr>
          <p:cNvPr id="62467" name="Rectangle 2">
            <a:extLst>
              <a:ext uri="{FF2B5EF4-FFF2-40B4-BE49-F238E27FC236}">
                <a16:creationId xmlns:a16="http://schemas.microsoft.com/office/drawing/2014/main" id="{1BAD78A1-4D1D-45E5-91C2-7C802C93515B}"/>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1B195ECC-2D80-4C2C-B357-B9BCF84B6B4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latin typeface="Times New Roman" panose="02020603050405020304" pitchFamily="18" charset="0"/>
              </a:rPr>
              <a:t>This is the first brand promise exercise.   Participants use the workbook and construct one based on the words/phrases and then share it with a partner.</a:t>
            </a:r>
          </a:p>
          <a:p>
            <a:pPr eaLnBrk="1" hangingPunct="1"/>
            <a:r>
              <a:rPr lang="en-US" altLang="en-US" sz="1600">
                <a:latin typeface="Times New Roman" panose="02020603050405020304" pitchFamily="18" charset="0"/>
              </a:rPr>
              <a:t>FORM IN WORKBOOK</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9E94B720-DDDC-4D12-B080-AE6B6CF856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9D821E23-98B4-4873-9181-6829DCA52C20}" type="slidenum">
              <a:rPr lang="en-US" altLang="en-US" sz="1200">
                <a:latin typeface="Times New Roman" panose="02020603050405020304" pitchFamily="18" charset="0"/>
              </a:rPr>
              <a:pPr/>
              <a:t>33</a:t>
            </a:fld>
            <a:endParaRPr lang="en-US" altLang="en-US" sz="1200">
              <a:latin typeface="Times New Roman" panose="02020603050405020304" pitchFamily="18" charset="0"/>
            </a:endParaRPr>
          </a:p>
        </p:txBody>
      </p:sp>
      <p:sp>
        <p:nvSpPr>
          <p:cNvPr id="63491" name="Rectangle 2">
            <a:extLst>
              <a:ext uri="{FF2B5EF4-FFF2-40B4-BE49-F238E27FC236}">
                <a16:creationId xmlns:a16="http://schemas.microsoft.com/office/drawing/2014/main" id="{DF90170F-72DE-41EE-9D66-DA53BA9C15FF}"/>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AC8B7FF6-F098-4E83-8289-689206BD70B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latin typeface="Times New Roman" panose="02020603050405020304" pitchFamily="18" charset="0"/>
              </a:rPr>
              <a:t>This is what we mean by brand promise.   It</a:t>
            </a:r>
            <a:r>
              <a:rPr lang="ja-JP" altLang="en-US" sz="1600">
                <a:latin typeface="Times New Roman" panose="02020603050405020304" pitchFamily="18" charset="0"/>
              </a:rPr>
              <a:t>’</a:t>
            </a:r>
            <a:r>
              <a:rPr lang="en-US" altLang="ja-JP" sz="1600">
                <a:latin typeface="Times New Roman" panose="02020603050405020304" pitchFamily="18" charset="0"/>
              </a:rPr>
              <a:t>s what you can be counted on to deliver.</a:t>
            </a:r>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4DE303C8-FAC0-4D7A-B61D-9E7BF50B09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83A9BAB9-B7BD-409E-8A87-C6B6D4D71DF7}" type="slidenum">
              <a:rPr lang="en-US" altLang="en-US" sz="1200">
                <a:latin typeface="Times New Roman" panose="02020603050405020304" pitchFamily="18" charset="0"/>
              </a:rPr>
              <a:pPr/>
              <a:t>35</a:t>
            </a:fld>
            <a:endParaRPr lang="en-US" altLang="en-US" sz="1200">
              <a:latin typeface="Times New Roman" panose="02020603050405020304" pitchFamily="18" charset="0"/>
            </a:endParaRPr>
          </a:p>
        </p:txBody>
      </p:sp>
      <p:sp>
        <p:nvSpPr>
          <p:cNvPr id="64515" name="Rectangle 2">
            <a:extLst>
              <a:ext uri="{FF2B5EF4-FFF2-40B4-BE49-F238E27FC236}">
                <a16:creationId xmlns:a16="http://schemas.microsoft.com/office/drawing/2014/main" id="{4CDBBED1-1C7E-4A54-BD1F-0E17F1C187EA}"/>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993AEBBC-047D-4743-A651-D9761F067C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Please share with one person, then another, then another. Listen to how you express your brand, does this sing for you/does it fit? Ask your partner for feedback about whether it feels right to them. It</a:t>
            </a:r>
            <a:r>
              <a:rPr lang="ja-JP" altLang="en-US">
                <a:latin typeface="Times New Roman" panose="02020603050405020304" pitchFamily="18" charset="0"/>
              </a:rPr>
              <a:t>’</a:t>
            </a:r>
            <a:r>
              <a:rPr lang="en-US" altLang="ja-JP">
                <a:latin typeface="Times New Roman" panose="02020603050405020304" pitchFamily="18" charset="0"/>
              </a:rPr>
              <a:t>s a work in progress.</a:t>
            </a:r>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4E18E267-02C5-4FA4-913B-95F1782C09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0E31B8E0-9415-4101-836B-E25DCF66BA97}" type="slidenum">
              <a:rPr lang="en-US" altLang="en-US" sz="1200">
                <a:latin typeface="Times New Roman" panose="02020603050405020304" pitchFamily="18" charset="0"/>
              </a:rPr>
              <a:pPr/>
              <a:t>37</a:t>
            </a:fld>
            <a:endParaRPr lang="en-US" altLang="en-US" sz="1200">
              <a:latin typeface="Times New Roman" panose="02020603050405020304" pitchFamily="18" charset="0"/>
            </a:endParaRPr>
          </a:p>
        </p:txBody>
      </p:sp>
      <p:sp>
        <p:nvSpPr>
          <p:cNvPr id="45059" name="Rectangle 2">
            <a:extLst>
              <a:ext uri="{FF2B5EF4-FFF2-40B4-BE49-F238E27FC236}">
                <a16:creationId xmlns:a16="http://schemas.microsoft.com/office/drawing/2014/main" id="{8CE2BBAB-5C68-45E2-B8E0-1FF1963766AE}"/>
              </a:ext>
            </a:extLst>
          </p:cNvPr>
          <p:cNvSpPr>
            <a:spLocks noChangeArrowheads="1"/>
          </p:cNvSpPr>
          <p:nvPr/>
        </p:nvSpPr>
        <p:spPr bwMode="auto">
          <a:xfrm>
            <a:off x="388620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5060" name="Rectangle 3">
            <a:extLst>
              <a:ext uri="{FF2B5EF4-FFF2-40B4-BE49-F238E27FC236}">
                <a16:creationId xmlns:a16="http://schemas.microsoft.com/office/drawing/2014/main" id="{EEC72995-C482-4DE0-8EE7-3F706D61D129}"/>
              </a:ext>
            </a:extLst>
          </p:cNvPr>
          <p:cNvSpPr>
            <a:spLocks noChangeArrowheads="1"/>
          </p:cNvSpPr>
          <p:nvPr/>
        </p:nvSpPr>
        <p:spPr bwMode="auto">
          <a:xfrm>
            <a:off x="388620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nchor="b"/>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r"/>
            <a:r>
              <a:rPr lang="en-US" altLang="en-US" sz="1200">
                <a:latin typeface="Times" panose="02020603050405020304" pitchFamily="18" charset="0"/>
              </a:rPr>
              <a:t>1</a:t>
            </a:r>
          </a:p>
        </p:txBody>
      </p:sp>
      <p:sp>
        <p:nvSpPr>
          <p:cNvPr id="45061" name="Rectangle 4">
            <a:extLst>
              <a:ext uri="{FF2B5EF4-FFF2-40B4-BE49-F238E27FC236}">
                <a16:creationId xmlns:a16="http://schemas.microsoft.com/office/drawing/2014/main" id="{84EC6BF3-C9FC-4C5B-B3D2-7CAFC36D037F}"/>
              </a:ext>
            </a:extLst>
          </p:cNvPr>
          <p:cNvSpPr>
            <a:spLocks noChangeArrowheads="1"/>
          </p:cNvSpPr>
          <p:nvPr/>
        </p:nvSpPr>
        <p:spPr bwMode="auto">
          <a:xfrm>
            <a:off x="0" y="866140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5062" name="Rectangle 5">
            <a:extLst>
              <a:ext uri="{FF2B5EF4-FFF2-40B4-BE49-F238E27FC236}">
                <a16:creationId xmlns:a16="http://schemas.microsoft.com/office/drawing/2014/main" id="{CD39D7C9-D6C0-41D0-91A7-EA9E3013AAD3}"/>
              </a:ext>
            </a:extLst>
          </p:cNvPr>
          <p:cNvSpPr>
            <a:spLocks noChangeArrowheads="1"/>
          </p:cNvSpPr>
          <p:nvPr/>
        </p:nvSpPr>
        <p:spPr bwMode="auto">
          <a:xfrm>
            <a:off x="0" y="0"/>
            <a:ext cx="2971800" cy="45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5063" name="Rectangle 6">
            <a:extLst>
              <a:ext uri="{FF2B5EF4-FFF2-40B4-BE49-F238E27FC236}">
                <a16:creationId xmlns:a16="http://schemas.microsoft.com/office/drawing/2014/main" id="{663A7C00-B124-4B37-BED0-43028391DB73}"/>
              </a:ext>
            </a:extLst>
          </p:cNvPr>
          <p:cNvSpPr>
            <a:spLocks noGrp="1" noRot="1" noChangeAspect="1" noChangeArrowheads="1" noTextEdit="1"/>
          </p:cNvSpPr>
          <p:nvPr>
            <p:ph type="sldImg"/>
          </p:nvPr>
        </p:nvSpPr>
        <p:spPr>
          <a:xfrm>
            <a:off x="1158875" y="690563"/>
            <a:ext cx="4540250" cy="3405187"/>
          </a:xfrm>
          <a:ln w="12700" cap="flat"/>
        </p:spPr>
      </p:sp>
      <p:sp>
        <p:nvSpPr>
          <p:cNvPr id="45064" name="Rectangle 7">
            <a:extLst>
              <a:ext uri="{FF2B5EF4-FFF2-40B4-BE49-F238E27FC236}">
                <a16:creationId xmlns:a16="http://schemas.microsoft.com/office/drawing/2014/main" id="{0FFE1E0D-6C60-48A7-9CFE-9ABB6FF4116F}"/>
              </a:ext>
            </a:extLst>
          </p:cNvPr>
          <p:cNvSpPr>
            <a:spLocks noGrp="1" noChangeArrowheads="1"/>
          </p:cNvSpPr>
          <p:nvPr>
            <p:ph type="body" idx="1"/>
          </p:nvPr>
        </p:nvSpPr>
        <p:spPr>
          <a:xfrm>
            <a:off x="915988" y="4332288"/>
            <a:ext cx="5026025" cy="4098925"/>
          </a:xfrm>
          <a:solidFill>
            <a:srgbClr val="FFFFFF"/>
          </a:solidFill>
          <a:ln w="12700" cap="flat">
            <a:solidFill>
              <a:srgbClr val="000000"/>
            </a:solidFill>
          </a:ln>
        </p:spPr>
        <p:txBody>
          <a:bodyPr lIns="90488" tIns="44450" rIns="90488" bIns="44450"/>
          <a:lstStyle/>
          <a:p>
            <a:pPr eaLnBrk="1" hangingPunct="1"/>
            <a:r>
              <a:rPr lang="en-US" altLang="en-US">
                <a:latin typeface="Times New Roman" panose="02020603050405020304" pitchFamily="18" charset="0"/>
              </a:rPr>
              <a:t>This is just one of many questions we</a:t>
            </a:r>
            <a:r>
              <a:rPr lang="ja-JP" altLang="en-US">
                <a:latin typeface="Times New Roman" panose="02020603050405020304" pitchFamily="18" charset="0"/>
              </a:rPr>
              <a:t>’</a:t>
            </a:r>
            <a:r>
              <a:rPr lang="en-US" altLang="ja-JP">
                <a:latin typeface="Times New Roman" panose="02020603050405020304" pitchFamily="18" charset="0"/>
              </a:rPr>
              <a:t>ll be suggesting you use powerfully throughout this short program to make the best choices for yourself around your personal impact.</a:t>
            </a:r>
            <a:endParaRPr lang="en-US" altLang="en-US">
              <a:latin typeface="Times New Roman" panose="02020603050405020304" pitchFamily="18" charset="0"/>
            </a:endParaRPr>
          </a:p>
        </p:txBody>
      </p:sp>
    </p:spTree>
    <p:extLst>
      <p:ext uri="{BB962C8B-B14F-4D97-AF65-F5344CB8AC3E}">
        <p14:creationId xmlns:p14="http://schemas.microsoft.com/office/powerpoint/2010/main" val="14226341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5B45A1E9-B07A-47F5-ADD9-9A065C4C2F7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E7D51614-78C0-4590-991D-858316C30009}" type="slidenum">
              <a:rPr lang="en-US" altLang="en-US" sz="1200">
                <a:latin typeface="Times New Roman" panose="02020603050405020304" pitchFamily="18" charset="0"/>
              </a:rPr>
              <a:pPr/>
              <a:t>38</a:t>
            </a:fld>
            <a:endParaRPr lang="en-US" altLang="en-US" sz="1200">
              <a:latin typeface="Times New Roman" panose="02020603050405020304" pitchFamily="18" charset="0"/>
            </a:endParaRPr>
          </a:p>
        </p:txBody>
      </p:sp>
      <p:sp>
        <p:nvSpPr>
          <p:cNvPr id="65539" name="Rectangle 2">
            <a:extLst>
              <a:ext uri="{FF2B5EF4-FFF2-40B4-BE49-F238E27FC236}">
                <a16:creationId xmlns:a16="http://schemas.microsoft.com/office/drawing/2014/main" id="{2C501F16-298C-4C59-B8A4-D870900AF749}"/>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40320129-C25E-4644-A0B1-AE6526AC8FF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latin typeface="Times New Roman" panose="02020603050405020304" pitchFamily="18" charset="0"/>
              </a:rPr>
              <a:t>Think about the last meeting you were in and answer these questions.</a:t>
            </a:r>
          </a:p>
          <a:p>
            <a:pPr eaLnBrk="1" hangingPunct="1"/>
            <a:endParaRPr lang="en-US" altLang="en-US" sz="1600">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7B0729CD-58A8-42A2-A387-5BBE7B9ABC0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90562296-A683-42E6-B3A3-0C6112EC4289}" type="slidenum">
              <a:rPr lang="en-US" altLang="en-US" sz="1200">
                <a:latin typeface="Times New Roman" panose="02020603050405020304" pitchFamily="18" charset="0"/>
              </a:rPr>
              <a:pPr/>
              <a:t>39</a:t>
            </a:fld>
            <a:endParaRPr lang="en-US" altLang="en-US" sz="1200">
              <a:latin typeface="Times New Roman" panose="02020603050405020304" pitchFamily="18" charset="0"/>
            </a:endParaRPr>
          </a:p>
        </p:txBody>
      </p:sp>
      <p:sp>
        <p:nvSpPr>
          <p:cNvPr id="66563" name="Rectangle 2">
            <a:extLst>
              <a:ext uri="{FF2B5EF4-FFF2-40B4-BE49-F238E27FC236}">
                <a16:creationId xmlns:a16="http://schemas.microsoft.com/office/drawing/2014/main" id="{63A2D374-35CB-456F-8312-41AAC709AB3E}"/>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C513406E-376E-4B70-86CC-B78002A24B9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z="1600">
                <a:latin typeface="Times New Roman" panose="02020603050405020304" pitchFamily="18" charset="0"/>
              </a:rPr>
              <a:t>A Cautionary tale...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 name="Text Box 4">
            <a:extLst>
              <a:ext uri="{FF2B5EF4-FFF2-40B4-BE49-F238E27FC236}">
                <a16:creationId xmlns:a16="http://schemas.microsoft.com/office/drawing/2014/main" id="{CE36030F-82B4-41DD-8080-C47FC6C47A3B}"/>
              </a:ext>
            </a:extLst>
          </p:cNvPr>
          <p:cNvSpPr txBox="1">
            <a:spLocks noChangeArrowheads="1"/>
          </p:cNvSpPr>
          <p:nvPr/>
        </p:nvSpPr>
        <p:spPr bwMode="auto">
          <a:xfrm>
            <a:off x="103188" y="6510338"/>
            <a:ext cx="2314575" cy="244475"/>
          </a:xfrm>
          <a:prstGeom prst="rect">
            <a:avLst/>
          </a:prstGeom>
          <a:noFill/>
          <a:ln w="9525">
            <a:noFill/>
            <a:miter lim="800000"/>
            <a:headEnd/>
            <a:tailEnd/>
          </a:ln>
          <a:effectLst/>
        </p:spPr>
        <p:txBody>
          <a:bodyPr wrap="none">
            <a:spAutoFit/>
          </a:bodyPr>
          <a:lstStyle>
            <a:lvl1pPr marL="342900" indent="-342900">
              <a:defRPr sz="2400">
                <a:solidFill>
                  <a:schemeClr val="tx1"/>
                </a:solidFill>
                <a:latin typeface="Century Gothic" pitchFamily="34" charset="0"/>
                <a:ea typeface="MS PGothic" pitchFamily="34" charset="-128"/>
              </a:defRPr>
            </a:lvl1pPr>
            <a:lvl2pPr marL="742950" indent="-285750">
              <a:defRPr sz="2400">
                <a:solidFill>
                  <a:schemeClr val="tx1"/>
                </a:solidFill>
                <a:latin typeface="Century Gothic" pitchFamily="34" charset="0"/>
                <a:ea typeface="MS PGothic" pitchFamily="34" charset="-128"/>
              </a:defRPr>
            </a:lvl2pPr>
            <a:lvl3pPr marL="1143000" indent="-228600">
              <a:defRPr sz="2400">
                <a:solidFill>
                  <a:schemeClr val="tx1"/>
                </a:solidFill>
                <a:latin typeface="Century Gothic" pitchFamily="34" charset="0"/>
                <a:ea typeface="MS PGothic" pitchFamily="34" charset="-128"/>
              </a:defRPr>
            </a:lvl3pPr>
            <a:lvl4pPr marL="1600200" indent="-228600">
              <a:defRPr sz="2400">
                <a:solidFill>
                  <a:schemeClr val="tx1"/>
                </a:solidFill>
                <a:latin typeface="Century Gothic" pitchFamily="34" charset="0"/>
                <a:ea typeface="MS PGothic" pitchFamily="34" charset="-128"/>
              </a:defRPr>
            </a:lvl4pPr>
            <a:lvl5pPr marL="2057400" indent="-228600">
              <a:defRPr sz="2400">
                <a:solidFill>
                  <a:schemeClr val="tx1"/>
                </a:solidFill>
                <a:latin typeface="Century Gothic" pitchFamily="34" charset="0"/>
                <a:ea typeface="MS PGothic" pitchFamily="34" charset="-128"/>
              </a:defRPr>
            </a:lvl5pPr>
            <a:lvl6pPr marL="2514600" indent="-228600" algn="ctr" eaLnBrk="0" fontAlgn="base" hangingPunct="0">
              <a:spcBef>
                <a:spcPct val="0"/>
              </a:spcBef>
              <a:spcAft>
                <a:spcPct val="0"/>
              </a:spcAft>
              <a:defRPr sz="2400">
                <a:solidFill>
                  <a:schemeClr val="tx1"/>
                </a:solidFill>
                <a:latin typeface="Century Gothic" pitchFamily="34" charset="0"/>
                <a:ea typeface="MS PGothic" pitchFamily="34" charset="-128"/>
              </a:defRPr>
            </a:lvl6pPr>
            <a:lvl7pPr marL="2971800" indent="-228600" algn="ctr" eaLnBrk="0" fontAlgn="base" hangingPunct="0">
              <a:spcBef>
                <a:spcPct val="0"/>
              </a:spcBef>
              <a:spcAft>
                <a:spcPct val="0"/>
              </a:spcAft>
              <a:defRPr sz="2400">
                <a:solidFill>
                  <a:schemeClr val="tx1"/>
                </a:solidFill>
                <a:latin typeface="Century Gothic" pitchFamily="34" charset="0"/>
                <a:ea typeface="MS PGothic" pitchFamily="34" charset="-128"/>
              </a:defRPr>
            </a:lvl7pPr>
            <a:lvl8pPr marL="3429000" indent="-228600" algn="ctr" eaLnBrk="0" fontAlgn="base" hangingPunct="0">
              <a:spcBef>
                <a:spcPct val="0"/>
              </a:spcBef>
              <a:spcAft>
                <a:spcPct val="0"/>
              </a:spcAft>
              <a:defRPr sz="2400">
                <a:solidFill>
                  <a:schemeClr val="tx1"/>
                </a:solidFill>
                <a:latin typeface="Century Gothic" pitchFamily="34" charset="0"/>
                <a:ea typeface="MS PGothic" pitchFamily="34" charset="-128"/>
              </a:defRPr>
            </a:lvl8pPr>
            <a:lvl9pPr marL="3886200" indent="-228600" algn="ctr" eaLnBrk="0" fontAlgn="base" hangingPunct="0">
              <a:spcBef>
                <a:spcPct val="0"/>
              </a:spcBef>
              <a:spcAft>
                <a:spcPct val="0"/>
              </a:spcAft>
              <a:defRPr sz="2400">
                <a:solidFill>
                  <a:schemeClr val="tx1"/>
                </a:solidFill>
                <a:latin typeface="Century Gothic" pitchFamily="34" charset="0"/>
                <a:ea typeface="MS PGothic" pitchFamily="34" charset="-128"/>
              </a:defRPr>
            </a:lvl9pPr>
          </a:lstStyle>
          <a:p>
            <a:pPr algn="l" eaLnBrk="1" hangingPunct="1">
              <a:spcBef>
                <a:spcPct val="20000"/>
              </a:spcBef>
              <a:buClr>
                <a:srgbClr val="003366"/>
              </a:buClr>
              <a:buSzPct val="70000"/>
              <a:buFont typeface="Wingdings" pitchFamily="2" charset="2"/>
              <a:buNone/>
              <a:defRPr/>
            </a:pPr>
            <a:r>
              <a:rPr lang="en-US" sz="800">
                <a:solidFill>
                  <a:srgbClr val="66CCFF"/>
                </a:solidFill>
                <a:latin typeface="Verdana" pitchFamily="34" charset="0"/>
                <a:cs typeface="Arial" pitchFamily="34" charset="0"/>
              </a:rPr>
              <a:t>©2005 Center for Inquiring </a:t>
            </a:r>
            <a:r>
              <a:rPr lang="en-US" sz="1000">
                <a:solidFill>
                  <a:srgbClr val="66CCFF"/>
                </a:solidFill>
                <a:cs typeface="Arial" pitchFamily="34" charset="0"/>
              </a:rPr>
              <a:t>Leadership</a:t>
            </a:r>
          </a:p>
        </p:txBody>
      </p:sp>
      <p:sp>
        <p:nvSpPr>
          <p:cNvPr id="637954" name="Rectangle 2"/>
          <p:cNvSpPr>
            <a:spLocks noGrp="1" noChangeArrowheads="1"/>
          </p:cNvSpPr>
          <p:nvPr>
            <p:ph type="ctrTitle"/>
          </p:nvPr>
        </p:nvSpPr>
        <p:spPr>
          <a:xfrm>
            <a:off x="685800" y="2130425"/>
            <a:ext cx="7772400" cy="1470025"/>
          </a:xfrm>
        </p:spPr>
        <p:txBody>
          <a:bodyPr/>
          <a:lstStyle>
            <a:lvl1pPr algn="ctr">
              <a:defRPr sz="5400">
                <a:solidFill>
                  <a:schemeClr val="bg1"/>
                </a:solidFill>
              </a:defRPr>
            </a:lvl1pPr>
          </a:lstStyle>
          <a:p>
            <a:r>
              <a:rPr lang="en-US"/>
              <a:t>Click to edit Master title style</a:t>
            </a:r>
          </a:p>
        </p:txBody>
      </p:sp>
      <p:sp>
        <p:nvSpPr>
          <p:cNvPr id="4" name="Slide Number Placeholder 3">
            <a:extLst>
              <a:ext uri="{FF2B5EF4-FFF2-40B4-BE49-F238E27FC236}">
                <a16:creationId xmlns:a16="http://schemas.microsoft.com/office/drawing/2014/main" id="{CB4E63DE-3912-403F-9E02-F2F3A7EC5F6F}"/>
              </a:ext>
            </a:extLst>
          </p:cNvPr>
          <p:cNvSpPr>
            <a:spLocks noGrp="1" noChangeArrowheads="1"/>
          </p:cNvSpPr>
          <p:nvPr>
            <p:ph type="sldNum" sz="quarter" idx="10"/>
          </p:nvPr>
        </p:nvSpPr>
        <p:spPr>
          <a:xfrm>
            <a:off x="6553200" y="6245225"/>
            <a:ext cx="2133600" cy="476250"/>
          </a:xfrm>
        </p:spPr>
        <p:txBody>
          <a:bodyPr/>
          <a:lstStyle>
            <a:lvl1pPr>
              <a:defRPr/>
            </a:lvl1pPr>
          </a:lstStyle>
          <a:p>
            <a:fld id="{D58F957F-9900-4733-A7F2-CB6291581FDD}" type="slidenum">
              <a:rPr lang="en-US" altLang="en-US"/>
              <a:pPr/>
              <a:t>‹#›</a:t>
            </a:fld>
            <a:endParaRPr lang="en-US" altLang="en-US"/>
          </a:p>
        </p:txBody>
      </p:sp>
    </p:spTree>
    <p:extLst>
      <p:ext uri="{BB962C8B-B14F-4D97-AF65-F5344CB8AC3E}">
        <p14:creationId xmlns:p14="http://schemas.microsoft.com/office/powerpoint/2010/main" val="232813741"/>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a:extLst>
              <a:ext uri="{FF2B5EF4-FFF2-40B4-BE49-F238E27FC236}">
                <a16:creationId xmlns:a16="http://schemas.microsoft.com/office/drawing/2014/main" id="{DC215EE9-2D83-466A-91C4-DCABB38C5CFA}"/>
              </a:ext>
            </a:extLst>
          </p:cNvPr>
          <p:cNvSpPr>
            <a:spLocks noGrp="1" noChangeArrowheads="1"/>
          </p:cNvSpPr>
          <p:nvPr>
            <p:ph type="sldNum" sz="quarter" idx="10"/>
          </p:nvPr>
        </p:nvSpPr>
        <p:spPr>
          <a:ln/>
        </p:spPr>
        <p:txBody>
          <a:bodyPr/>
          <a:lstStyle>
            <a:lvl1pPr>
              <a:defRPr/>
            </a:lvl1pPr>
          </a:lstStyle>
          <a:p>
            <a:fld id="{F945A04D-1CB0-485D-AC16-AD17742ECC64}" type="slidenum">
              <a:rPr lang="en-US" altLang="en-US"/>
              <a:pPr/>
              <a:t>‹#›</a:t>
            </a:fld>
            <a:endParaRPr lang="en-US" altLang="en-US"/>
          </a:p>
        </p:txBody>
      </p:sp>
    </p:spTree>
    <p:extLst>
      <p:ext uri="{BB962C8B-B14F-4D97-AF65-F5344CB8AC3E}">
        <p14:creationId xmlns:p14="http://schemas.microsoft.com/office/powerpoint/2010/main" val="3363342342"/>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7">
            <a:extLst>
              <a:ext uri="{FF2B5EF4-FFF2-40B4-BE49-F238E27FC236}">
                <a16:creationId xmlns:a16="http://schemas.microsoft.com/office/drawing/2014/main" id="{D46EC874-9D42-469C-A472-4F895DAB050A}"/>
              </a:ext>
            </a:extLst>
          </p:cNvPr>
          <p:cNvSpPr>
            <a:spLocks noGrp="1" noChangeArrowheads="1"/>
          </p:cNvSpPr>
          <p:nvPr>
            <p:ph type="sldNum" sz="quarter" idx="10"/>
          </p:nvPr>
        </p:nvSpPr>
        <p:spPr>
          <a:ln/>
        </p:spPr>
        <p:txBody>
          <a:bodyPr/>
          <a:lstStyle>
            <a:lvl1pPr>
              <a:defRPr/>
            </a:lvl1pPr>
          </a:lstStyle>
          <a:p>
            <a:fld id="{9DA06127-936A-48C7-B415-D0B9A1432924}" type="slidenum">
              <a:rPr lang="en-US" altLang="en-US"/>
              <a:pPr/>
              <a:t>‹#›</a:t>
            </a:fld>
            <a:endParaRPr lang="en-US" altLang="en-US"/>
          </a:p>
        </p:txBody>
      </p:sp>
    </p:spTree>
    <p:extLst>
      <p:ext uri="{BB962C8B-B14F-4D97-AF65-F5344CB8AC3E}">
        <p14:creationId xmlns:p14="http://schemas.microsoft.com/office/powerpoint/2010/main" val="1124191889"/>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267200" y="10668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7">
            <a:extLst>
              <a:ext uri="{FF2B5EF4-FFF2-40B4-BE49-F238E27FC236}">
                <a16:creationId xmlns:a16="http://schemas.microsoft.com/office/drawing/2014/main" id="{B17329E8-ABD2-46ED-8CCD-F58BF96E605F}"/>
              </a:ext>
            </a:extLst>
          </p:cNvPr>
          <p:cNvSpPr>
            <a:spLocks noGrp="1" noChangeArrowheads="1"/>
          </p:cNvSpPr>
          <p:nvPr>
            <p:ph type="sldNum" sz="quarter" idx="10"/>
          </p:nvPr>
        </p:nvSpPr>
        <p:spPr>
          <a:ln/>
        </p:spPr>
        <p:txBody>
          <a:bodyPr/>
          <a:lstStyle>
            <a:lvl1pPr>
              <a:defRPr/>
            </a:lvl1pPr>
          </a:lstStyle>
          <a:p>
            <a:fld id="{A3B9BAB0-42D2-4A7E-9A61-D20ED496CF34}" type="slidenum">
              <a:rPr lang="en-US" altLang="en-US"/>
              <a:pPr/>
              <a:t>‹#›</a:t>
            </a:fld>
            <a:endParaRPr lang="en-US" altLang="en-US"/>
          </a:p>
        </p:txBody>
      </p:sp>
    </p:spTree>
    <p:extLst>
      <p:ext uri="{BB962C8B-B14F-4D97-AF65-F5344CB8AC3E}">
        <p14:creationId xmlns:p14="http://schemas.microsoft.com/office/powerpoint/2010/main" val="2064966261"/>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7">
            <a:extLst>
              <a:ext uri="{FF2B5EF4-FFF2-40B4-BE49-F238E27FC236}">
                <a16:creationId xmlns:a16="http://schemas.microsoft.com/office/drawing/2014/main" id="{801073CC-000E-4871-BA9D-DCEF20B6B216}"/>
              </a:ext>
            </a:extLst>
          </p:cNvPr>
          <p:cNvSpPr>
            <a:spLocks noGrp="1" noChangeArrowheads="1"/>
          </p:cNvSpPr>
          <p:nvPr>
            <p:ph type="sldNum" sz="quarter" idx="10"/>
          </p:nvPr>
        </p:nvSpPr>
        <p:spPr>
          <a:ln/>
        </p:spPr>
        <p:txBody>
          <a:bodyPr/>
          <a:lstStyle>
            <a:lvl1pPr>
              <a:defRPr/>
            </a:lvl1pPr>
          </a:lstStyle>
          <a:p>
            <a:fld id="{4AA528BE-D290-4066-80E6-6731C9FE959D}" type="slidenum">
              <a:rPr lang="en-US" altLang="en-US"/>
              <a:pPr/>
              <a:t>‹#›</a:t>
            </a:fld>
            <a:endParaRPr lang="en-US" altLang="en-US"/>
          </a:p>
        </p:txBody>
      </p:sp>
    </p:spTree>
    <p:extLst>
      <p:ext uri="{BB962C8B-B14F-4D97-AF65-F5344CB8AC3E}">
        <p14:creationId xmlns:p14="http://schemas.microsoft.com/office/powerpoint/2010/main" val="973738944"/>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7">
            <a:extLst>
              <a:ext uri="{FF2B5EF4-FFF2-40B4-BE49-F238E27FC236}">
                <a16:creationId xmlns:a16="http://schemas.microsoft.com/office/drawing/2014/main" id="{FE90BF12-69D9-4E50-B1ED-8D40A57B9372}"/>
              </a:ext>
            </a:extLst>
          </p:cNvPr>
          <p:cNvSpPr>
            <a:spLocks noGrp="1" noChangeArrowheads="1"/>
          </p:cNvSpPr>
          <p:nvPr>
            <p:ph type="sldNum" sz="quarter" idx="10"/>
          </p:nvPr>
        </p:nvSpPr>
        <p:spPr>
          <a:ln/>
        </p:spPr>
        <p:txBody>
          <a:bodyPr/>
          <a:lstStyle>
            <a:lvl1pPr>
              <a:defRPr/>
            </a:lvl1pPr>
          </a:lstStyle>
          <a:p>
            <a:fld id="{AF1EC1BA-794D-4550-8D2A-9F1902233611}" type="slidenum">
              <a:rPr lang="en-US" altLang="en-US"/>
              <a:pPr/>
              <a:t>‹#›</a:t>
            </a:fld>
            <a:endParaRPr lang="en-US" altLang="en-US"/>
          </a:p>
        </p:txBody>
      </p:sp>
    </p:spTree>
    <p:extLst>
      <p:ext uri="{BB962C8B-B14F-4D97-AF65-F5344CB8AC3E}">
        <p14:creationId xmlns:p14="http://schemas.microsoft.com/office/powerpoint/2010/main" val="2579936033"/>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7">
            <a:extLst>
              <a:ext uri="{FF2B5EF4-FFF2-40B4-BE49-F238E27FC236}">
                <a16:creationId xmlns:a16="http://schemas.microsoft.com/office/drawing/2014/main" id="{15231955-4713-48AE-8608-2621496DFA3A}"/>
              </a:ext>
            </a:extLst>
          </p:cNvPr>
          <p:cNvSpPr>
            <a:spLocks noGrp="1" noChangeArrowheads="1"/>
          </p:cNvSpPr>
          <p:nvPr>
            <p:ph type="sldNum" sz="quarter" idx="10"/>
          </p:nvPr>
        </p:nvSpPr>
        <p:spPr>
          <a:ln/>
        </p:spPr>
        <p:txBody>
          <a:bodyPr/>
          <a:lstStyle>
            <a:lvl1pPr>
              <a:defRPr/>
            </a:lvl1pPr>
          </a:lstStyle>
          <a:p>
            <a:fld id="{BA2C4F32-1AF7-4A5E-B5C9-43A2967A8F14}" type="slidenum">
              <a:rPr lang="en-US" altLang="en-US"/>
              <a:pPr/>
              <a:t>‹#›</a:t>
            </a:fld>
            <a:endParaRPr lang="en-US" altLang="en-US"/>
          </a:p>
        </p:txBody>
      </p:sp>
    </p:spTree>
    <p:extLst>
      <p:ext uri="{BB962C8B-B14F-4D97-AF65-F5344CB8AC3E}">
        <p14:creationId xmlns:p14="http://schemas.microsoft.com/office/powerpoint/2010/main" val="1856775782"/>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7">
            <a:extLst>
              <a:ext uri="{FF2B5EF4-FFF2-40B4-BE49-F238E27FC236}">
                <a16:creationId xmlns:a16="http://schemas.microsoft.com/office/drawing/2014/main" id="{F04AEF33-C3FF-45A9-ABBF-87CFBAB0E3B6}"/>
              </a:ext>
            </a:extLst>
          </p:cNvPr>
          <p:cNvSpPr>
            <a:spLocks noGrp="1" noChangeArrowheads="1"/>
          </p:cNvSpPr>
          <p:nvPr>
            <p:ph type="sldNum" sz="quarter" idx="10"/>
          </p:nvPr>
        </p:nvSpPr>
        <p:spPr>
          <a:ln/>
        </p:spPr>
        <p:txBody>
          <a:bodyPr/>
          <a:lstStyle>
            <a:lvl1pPr>
              <a:defRPr/>
            </a:lvl1pPr>
          </a:lstStyle>
          <a:p>
            <a:fld id="{ADB09871-E3EE-4112-9C16-B7ADAB00094F}" type="slidenum">
              <a:rPr lang="en-US" altLang="en-US"/>
              <a:pPr/>
              <a:t>‹#›</a:t>
            </a:fld>
            <a:endParaRPr lang="en-US" altLang="en-US"/>
          </a:p>
        </p:txBody>
      </p:sp>
    </p:spTree>
    <p:extLst>
      <p:ext uri="{BB962C8B-B14F-4D97-AF65-F5344CB8AC3E}">
        <p14:creationId xmlns:p14="http://schemas.microsoft.com/office/powerpoint/2010/main" val="2223688230"/>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7">
            <a:extLst>
              <a:ext uri="{FF2B5EF4-FFF2-40B4-BE49-F238E27FC236}">
                <a16:creationId xmlns:a16="http://schemas.microsoft.com/office/drawing/2014/main" id="{98F116AB-FD8C-4227-922D-2F7ED09AAB39}"/>
              </a:ext>
            </a:extLst>
          </p:cNvPr>
          <p:cNvSpPr>
            <a:spLocks noGrp="1" noChangeArrowheads="1"/>
          </p:cNvSpPr>
          <p:nvPr>
            <p:ph type="sldNum" sz="quarter" idx="10"/>
          </p:nvPr>
        </p:nvSpPr>
        <p:spPr>
          <a:ln/>
        </p:spPr>
        <p:txBody>
          <a:bodyPr/>
          <a:lstStyle>
            <a:lvl1pPr>
              <a:defRPr/>
            </a:lvl1pPr>
          </a:lstStyle>
          <a:p>
            <a:fld id="{D54D669F-87FC-4BF2-B5B7-62346136ADF8}" type="slidenum">
              <a:rPr lang="en-US" altLang="en-US"/>
              <a:pPr/>
              <a:t>‹#›</a:t>
            </a:fld>
            <a:endParaRPr lang="en-US" altLang="en-US"/>
          </a:p>
        </p:txBody>
      </p:sp>
    </p:spTree>
    <p:extLst>
      <p:ext uri="{BB962C8B-B14F-4D97-AF65-F5344CB8AC3E}">
        <p14:creationId xmlns:p14="http://schemas.microsoft.com/office/powerpoint/2010/main" val="2401688277"/>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a:extLst>
              <a:ext uri="{FF2B5EF4-FFF2-40B4-BE49-F238E27FC236}">
                <a16:creationId xmlns:a16="http://schemas.microsoft.com/office/drawing/2014/main" id="{D9960F80-558D-4219-BAD9-2CB2461374C5}"/>
              </a:ext>
            </a:extLst>
          </p:cNvPr>
          <p:cNvSpPr>
            <a:spLocks noGrp="1" noChangeArrowheads="1"/>
          </p:cNvSpPr>
          <p:nvPr>
            <p:ph type="sldNum" sz="quarter" idx="10"/>
          </p:nvPr>
        </p:nvSpPr>
        <p:spPr>
          <a:ln/>
        </p:spPr>
        <p:txBody>
          <a:bodyPr/>
          <a:lstStyle>
            <a:lvl1pPr>
              <a:defRPr/>
            </a:lvl1pPr>
          </a:lstStyle>
          <a:p>
            <a:fld id="{74B3E218-7EA1-460E-BF04-4D9E58B9A590}" type="slidenum">
              <a:rPr lang="en-US" altLang="en-US"/>
              <a:pPr/>
              <a:t>‹#›</a:t>
            </a:fld>
            <a:endParaRPr lang="en-US" altLang="en-US"/>
          </a:p>
        </p:txBody>
      </p:sp>
    </p:spTree>
    <p:extLst>
      <p:ext uri="{BB962C8B-B14F-4D97-AF65-F5344CB8AC3E}">
        <p14:creationId xmlns:p14="http://schemas.microsoft.com/office/powerpoint/2010/main" val="1208696132"/>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134100" y="152400"/>
            <a:ext cx="1943100" cy="5029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52400"/>
            <a:ext cx="567690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7">
            <a:extLst>
              <a:ext uri="{FF2B5EF4-FFF2-40B4-BE49-F238E27FC236}">
                <a16:creationId xmlns:a16="http://schemas.microsoft.com/office/drawing/2014/main" id="{65BD3BCA-E0E3-429D-A845-FEF517A0FD66}"/>
              </a:ext>
            </a:extLst>
          </p:cNvPr>
          <p:cNvSpPr>
            <a:spLocks noGrp="1" noChangeArrowheads="1"/>
          </p:cNvSpPr>
          <p:nvPr>
            <p:ph type="sldNum" sz="quarter" idx="10"/>
          </p:nvPr>
        </p:nvSpPr>
        <p:spPr>
          <a:ln/>
        </p:spPr>
        <p:txBody>
          <a:bodyPr/>
          <a:lstStyle>
            <a:lvl1pPr>
              <a:defRPr/>
            </a:lvl1pPr>
          </a:lstStyle>
          <a:p>
            <a:fld id="{360414E7-2F1F-47AE-8FB9-A0B1F31A2912}" type="slidenum">
              <a:rPr lang="en-US" altLang="en-US"/>
              <a:pPr/>
              <a:t>‹#›</a:t>
            </a:fld>
            <a:endParaRPr lang="en-US" altLang="en-US"/>
          </a:p>
        </p:txBody>
      </p:sp>
    </p:spTree>
    <p:extLst>
      <p:ext uri="{BB962C8B-B14F-4D97-AF65-F5344CB8AC3E}">
        <p14:creationId xmlns:p14="http://schemas.microsoft.com/office/powerpoint/2010/main" val="2150796657"/>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4A95BF37-DD9B-483C-B2E2-759A2CCC848A}"/>
              </a:ext>
            </a:extLst>
          </p:cNvPr>
          <p:cNvSpPr>
            <a:spLocks noGrp="1" noChangeArrowheads="1"/>
          </p:cNvSpPr>
          <p:nvPr>
            <p:ph type="title"/>
          </p:nvPr>
        </p:nvSpPr>
        <p:spPr bwMode="auto">
          <a:xfrm>
            <a:off x="304800" y="152400"/>
            <a:ext cx="7772400"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4">
            <a:extLst>
              <a:ext uri="{FF2B5EF4-FFF2-40B4-BE49-F238E27FC236}">
                <a16:creationId xmlns:a16="http://schemas.microsoft.com/office/drawing/2014/main" id="{D341205C-38D8-4068-AA87-97FD9AA7CE42}"/>
              </a:ext>
            </a:extLst>
          </p:cNvPr>
          <p:cNvSpPr>
            <a:spLocks noGrp="1" noChangeArrowheads="1"/>
          </p:cNvSpPr>
          <p:nvPr>
            <p:ph type="body" idx="1"/>
          </p:nvPr>
        </p:nvSpPr>
        <p:spPr bwMode="auto">
          <a:xfrm>
            <a:off x="304800" y="10668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34855" name="Rectangle 7">
            <a:extLst>
              <a:ext uri="{FF2B5EF4-FFF2-40B4-BE49-F238E27FC236}">
                <a16:creationId xmlns:a16="http://schemas.microsoft.com/office/drawing/2014/main" id="{9CC89A96-697C-48B1-9D78-28ED20B9DF12}"/>
              </a:ext>
            </a:extLst>
          </p:cNvPr>
          <p:cNvSpPr>
            <a:spLocks noGrp="1" noChangeArrowheads="1"/>
          </p:cNvSpPr>
          <p:nvPr>
            <p:ph type="sldNum" sz="quarter" idx="4"/>
          </p:nvPr>
        </p:nvSpPr>
        <p:spPr bwMode="auto">
          <a:xfrm>
            <a:off x="3505200" y="6529388"/>
            <a:ext cx="2133600" cy="2063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solidFill>
                  <a:srgbClr val="66CCFF"/>
                </a:solidFill>
              </a:defRPr>
            </a:lvl1pPr>
          </a:lstStyle>
          <a:p>
            <a:fld id="{C8CF57F2-404E-45C2-BA98-C16B8BB52B4D}"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810"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Lst>
  <p:transition spd="med">
    <p:fade/>
  </p:transition>
  <p:hf hdr="0" ftr="0" dt="0"/>
  <p:txStyles>
    <p:titleStyle>
      <a:lvl1pPr algn="l" rtl="0" eaLnBrk="0" fontAlgn="base" hangingPunct="0">
        <a:spcBef>
          <a:spcPct val="0"/>
        </a:spcBef>
        <a:spcAft>
          <a:spcPct val="0"/>
        </a:spcAft>
        <a:defRPr sz="4000" b="1">
          <a:solidFill>
            <a:srgbClr val="66CCFF"/>
          </a:solidFill>
          <a:latin typeface="+mj-lt"/>
          <a:ea typeface="MS PGothic" pitchFamily="34" charset="-128"/>
          <a:cs typeface="ＭＳ Ｐゴシック" charset="0"/>
        </a:defRPr>
      </a:lvl1pPr>
      <a:lvl2pPr algn="l" rtl="0" eaLnBrk="0" fontAlgn="base" hangingPunct="0">
        <a:spcBef>
          <a:spcPct val="0"/>
        </a:spcBef>
        <a:spcAft>
          <a:spcPct val="0"/>
        </a:spcAft>
        <a:defRPr sz="4000" b="1">
          <a:solidFill>
            <a:srgbClr val="66CCFF"/>
          </a:solidFill>
          <a:latin typeface="Century Gothic" pitchFamily="-65" charset="0"/>
          <a:ea typeface="MS PGothic" pitchFamily="34" charset="-128"/>
          <a:cs typeface="ＭＳ Ｐゴシック" charset="0"/>
        </a:defRPr>
      </a:lvl2pPr>
      <a:lvl3pPr algn="l" rtl="0" eaLnBrk="0" fontAlgn="base" hangingPunct="0">
        <a:spcBef>
          <a:spcPct val="0"/>
        </a:spcBef>
        <a:spcAft>
          <a:spcPct val="0"/>
        </a:spcAft>
        <a:defRPr sz="4000" b="1">
          <a:solidFill>
            <a:srgbClr val="66CCFF"/>
          </a:solidFill>
          <a:latin typeface="Century Gothic" pitchFamily="-65" charset="0"/>
          <a:ea typeface="MS PGothic" pitchFamily="34" charset="-128"/>
          <a:cs typeface="ＭＳ Ｐゴシック" charset="0"/>
        </a:defRPr>
      </a:lvl3pPr>
      <a:lvl4pPr algn="l" rtl="0" eaLnBrk="0" fontAlgn="base" hangingPunct="0">
        <a:spcBef>
          <a:spcPct val="0"/>
        </a:spcBef>
        <a:spcAft>
          <a:spcPct val="0"/>
        </a:spcAft>
        <a:defRPr sz="4000" b="1">
          <a:solidFill>
            <a:srgbClr val="66CCFF"/>
          </a:solidFill>
          <a:latin typeface="Century Gothic" pitchFamily="-65" charset="0"/>
          <a:ea typeface="MS PGothic" pitchFamily="34" charset="-128"/>
          <a:cs typeface="ＭＳ Ｐゴシック" charset="0"/>
        </a:defRPr>
      </a:lvl4pPr>
      <a:lvl5pPr algn="l" rtl="0" eaLnBrk="0" fontAlgn="base" hangingPunct="0">
        <a:spcBef>
          <a:spcPct val="0"/>
        </a:spcBef>
        <a:spcAft>
          <a:spcPct val="0"/>
        </a:spcAft>
        <a:defRPr sz="4000" b="1">
          <a:solidFill>
            <a:srgbClr val="66CCFF"/>
          </a:solidFill>
          <a:latin typeface="Century Gothic" pitchFamily="-65" charset="0"/>
          <a:ea typeface="MS PGothic" pitchFamily="34" charset="-128"/>
          <a:cs typeface="ＭＳ Ｐゴシック" charset="0"/>
        </a:defRPr>
      </a:lvl5pPr>
      <a:lvl6pPr marL="457200" algn="l" rtl="0" fontAlgn="base">
        <a:spcBef>
          <a:spcPct val="0"/>
        </a:spcBef>
        <a:spcAft>
          <a:spcPct val="0"/>
        </a:spcAft>
        <a:defRPr sz="4000" b="1">
          <a:solidFill>
            <a:srgbClr val="66CCFF"/>
          </a:solidFill>
          <a:latin typeface="Century Gothic" pitchFamily="-65" charset="0"/>
        </a:defRPr>
      </a:lvl6pPr>
      <a:lvl7pPr marL="914400" algn="l" rtl="0" fontAlgn="base">
        <a:spcBef>
          <a:spcPct val="0"/>
        </a:spcBef>
        <a:spcAft>
          <a:spcPct val="0"/>
        </a:spcAft>
        <a:defRPr sz="4000" b="1">
          <a:solidFill>
            <a:srgbClr val="66CCFF"/>
          </a:solidFill>
          <a:latin typeface="Century Gothic" pitchFamily="-65" charset="0"/>
        </a:defRPr>
      </a:lvl7pPr>
      <a:lvl8pPr marL="1371600" algn="l" rtl="0" fontAlgn="base">
        <a:spcBef>
          <a:spcPct val="0"/>
        </a:spcBef>
        <a:spcAft>
          <a:spcPct val="0"/>
        </a:spcAft>
        <a:defRPr sz="4000" b="1">
          <a:solidFill>
            <a:srgbClr val="66CCFF"/>
          </a:solidFill>
          <a:latin typeface="Century Gothic" pitchFamily="-65" charset="0"/>
        </a:defRPr>
      </a:lvl8pPr>
      <a:lvl9pPr marL="1828800" algn="l" rtl="0" fontAlgn="base">
        <a:spcBef>
          <a:spcPct val="0"/>
        </a:spcBef>
        <a:spcAft>
          <a:spcPct val="0"/>
        </a:spcAft>
        <a:defRPr sz="4000" b="1">
          <a:solidFill>
            <a:srgbClr val="66CCFF"/>
          </a:solidFill>
          <a:latin typeface="Century Gothic" pitchFamily="-65" charset="0"/>
        </a:defRPr>
      </a:lvl9pPr>
    </p:titleStyle>
    <p:bodyStyle>
      <a:lvl1pPr marL="342900" indent="-342900" algn="l" rtl="0" eaLnBrk="0" fontAlgn="base" hangingPunct="0">
        <a:spcBef>
          <a:spcPct val="20000"/>
        </a:spcBef>
        <a:spcAft>
          <a:spcPct val="0"/>
        </a:spcAft>
        <a:buClr>
          <a:srgbClr val="66CCFF"/>
        </a:buClr>
        <a:buSzPct val="80000"/>
        <a:buFont typeface="Wingdings" panose="05000000000000000000" pitchFamily="2" charset="2"/>
        <a:buChar char="n"/>
        <a:defRPr sz="3400">
          <a:solidFill>
            <a:schemeClr val="bg1"/>
          </a:solidFill>
          <a:latin typeface="+mn-lt"/>
          <a:ea typeface="MS PGothic" pitchFamily="34" charset="-128"/>
          <a:cs typeface="ＭＳ Ｐゴシック" charset="0"/>
        </a:defRPr>
      </a:lvl1pPr>
      <a:lvl2pPr marL="742950" indent="-285750" algn="l" rtl="0" eaLnBrk="0" fontAlgn="base" hangingPunct="0">
        <a:spcBef>
          <a:spcPct val="20000"/>
        </a:spcBef>
        <a:spcAft>
          <a:spcPct val="0"/>
        </a:spcAft>
        <a:buClr>
          <a:srgbClr val="66CCFF"/>
        </a:buClr>
        <a:buChar char="•"/>
        <a:defRPr sz="3200">
          <a:solidFill>
            <a:schemeClr val="bg1"/>
          </a:solidFill>
          <a:latin typeface="+mn-lt"/>
          <a:ea typeface="MS PGothic" pitchFamily="34" charset="-128"/>
        </a:defRPr>
      </a:lvl2pPr>
      <a:lvl3pPr marL="1143000" indent="-228600" algn="l" rtl="0" eaLnBrk="0" fontAlgn="base" hangingPunct="0">
        <a:spcBef>
          <a:spcPct val="20000"/>
        </a:spcBef>
        <a:spcAft>
          <a:spcPct val="0"/>
        </a:spcAft>
        <a:buClr>
          <a:srgbClr val="66CCFF"/>
        </a:buClr>
        <a:buFont typeface="Verdana" panose="020B0604030504040204" pitchFamily="34" charset="0"/>
        <a:buChar char="–"/>
        <a:defRPr sz="3000">
          <a:solidFill>
            <a:schemeClr val="bg1"/>
          </a:solidFill>
          <a:latin typeface="+mn-lt"/>
          <a:ea typeface="MS PGothic" pitchFamily="34" charset="-128"/>
        </a:defRPr>
      </a:lvl3pPr>
      <a:lvl4pPr marL="1600200" indent="-228600" algn="l" rtl="0" eaLnBrk="0" fontAlgn="base" hangingPunct="0">
        <a:spcBef>
          <a:spcPct val="20000"/>
        </a:spcBef>
        <a:spcAft>
          <a:spcPct val="0"/>
        </a:spcAft>
        <a:buClr>
          <a:srgbClr val="66CCFF"/>
        </a:buClr>
        <a:buFont typeface="Wingdings" panose="05000000000000000000" pitchFamily="2" charset="2"/>
        <a:buChar char="Ø"/>
        <a:defRPr sz="2800">
          <a:solidFill>
            <a:schemeClr val="bg1"/>
          </a:solidFill>
          <a:latin typeface="+mn-lt"/>
          <a:ea typeface="MS PGothic" pitchFamily="34" charset="-128"/>
        </a:defRPr>
      </a:lvl4pPr>
      <a:lvl5pPr marL="2057400" indent="-228600" algn="l" rtl="0" eaLnBrk="0" fontAlgn="base" hangingPunct="0">
        <a:spcBef>
          <a:spcPct val="20000"/>
        </a:spcBef>
        <a:spcAft>
          <a:spcPct val="0"/>
        </a:spcAft>
        <a:buClr>
          <a:srgbClr val="66CCFF"/>
        </a:buClr>
        <a:buFont typeface="Wingdings" panose="05000000000000000000" pitchFamily="2" charset="2"/>
        <a:buChar char="ü"/>
        <a:defRPr sz="2400">
          <a:solidFill>
            <a:schemeClr val="bg1"/>
          </a:solidFill>
          <a:latin typeface="+mn-lt"/>
          <a:ea typeface="MS PGothic" pitchFamily="34" charset="-128"/>
        </a:defRPr>
      </a:lvl5pPr>
      <a:lvl6pPr marL="2514600" indent="-228600" algn="l" rtl="0" fontAlgn="base">
        <a:spcBef>
          <a:spcPct val="20000"/>
        </a:spcBef>
        <a:spcAft>
          <a:spcPct val="0"/>
        </a:spcAft>
        <a:buClr>
          <a:srgbClr val="66CCFF"/>
        </a:buClr>
        <a:buFont typeface="Wingdings" pitchFamily="-65" charset="2"/>
        <a:buChar char="ü"/>
        <a:defRPr sz="2400">
          <a:solidFill>
            <a:schemeClr val="bg1"/>
          </a:solidFill>
          <a:latin typeface="+mn-lt"/>
          <a:ea typeface="ＭＳ Ｐゴシック" pitchFamily="-65" charset="-128"/>
        </a:defRPr>
      </a:lvl6pPr>
      <a:lvl7pPr marL="2971800" indent="-228600" algn="l" rtl="0" fontAlgn="base">
        <a:spcBef>
          <a:spcPct val="20000"/>
        </a:spcBef>
        <a:spcAft>
          <a:spcPct val="0"/>
        </a:spcAft>
        <a:buClr>
          <a:srgbClr val="66CCFF"/>
        </a:buClr>
        <a:buFont typeface="Wingdings" pitchFamily="-65" charset="2"/>
        <a:buChar char="ü"/>
        <a:defRPr sz="2400">
          <a:solidFill>
            <a:schemeClr val="bg1"/>
          </a:solidFill>
          <a:latin typeface="+mn-lt"/>
          <a:ea typeface="ＭＳ Ｐゴシック" pitchFamily="-65" charset="-128"/>
        </a:defRPr>
      </a:lvl7pPr>
      <a:lvl8pPr marL="3429000" indent="-228600" algn="l" rtl="0" fontAlgn="base">
        <a:spcBef>
          <a:spcPct val="20000"/>
        </a:spcBef>
        <a:spcAft>
          <a:spcPct val="0"/>
        </a:spcAft>
        <a:buClr>
          <a:srgbClr val="66CCFF"/>
        </a:buClr>
        <a:buFont typeface="Wingdings" pitchFamily="-65" charset="2"/>
        <a:buChar char="ü"/>
        <a:defRPr sz="2400">
          <a:solidFill>
            <a:schemeClr val="bg1"/>
          </a:solidFill>
          <a:latin typeface="+mn-lt"/>
          <a:ea typeface="ＭＳ Ｐゴシック" pitchFamily="-65" charset="-128"/>
        </a:defRPr>
      </a:lvl8pPr>
      <a:lvl9pPr marL="3886200" indent="-228600" algn="l" rtl="0" fontAlgn="base">
        <a:spcBef>
          <a:spcPct val="20000"/>
        </a:spcBef>
        <a:spcAft>
          <a:spcPct val="0"/>
        </a:spcAft>
        <a:buClr>
          <a:srgbClr val="66CCFF"/>
        </a:buClr>
        <a:buFont typeface="Wingdings" pitchFamily="-65" charset="2"/>
        <a:buChar char="ü"/>
        <a:defRPr sz="2400">
          <a:solidFill>
            <a:schemeClr val="bg1"/>
          </a:solidFill>
          <a:latin typeface="+mn-lt"/>
          <a:ea typeface="ＭＳ Ｐゴシック" pitchFamily="-65"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3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2803906A-3EF5-400D-94E0-A8BCA4FF69A4}"/>
              </a:ext>
            </a:extLst>
          </p:cNvPr>
          <p:cNvSpPr>
            <a:spLocks noGrp="1" noChangeArrowheads="1"/>
          </p:cNvSpPr>
          <p:nvPr>
            <p:ph type="ctrTitle" idx="4294967295"/>
          </p:nvPr>
        </p:nvSpPr>
        <p:spPr>
          <a:xfrm>
            <a:off x="1589088" y="1846243"/>
            <a:ext cx="5964237" cy="1908215"/>
          </a:xfrm>
          <a:noFill/>
        </p:spPr>
        <p:txBody>
          <a:bodyPr>
            <a:spAutoFit/>
          </a:bodyPr>
          <a:lstStyle/>
          <a:p>
            <a:pPr algn="ctr" eaLnBrk="1" hangingPunct="1"/>
            <a:r>
              <a:rPr lang="en-US" altLang="en-US" sz="5900" dirty="0">
                <a:solidFill>
                  <a:schemeClr val="bg1"/>
                </a:solidFill>
              </a:rPr>
              <a:t>PERSONAL BRANDING</a:t>
            </a:r>
          </a:p>
        </p:txBody>
      </p:sp>
      <p:sp>
        <p:nvSpPr>
          <p:cNvPr id="3075" name="Text Box 5">
            <a:extLst>
              <a:ext uri="{FF2B5EF4-FFF2-40B4-BE49-F238E27FC236}">
                <a16:creationId xmlns:a16="http://schemas.microsoft.com/office/drawing/2014/main" id="{ACD77903-FD52-44F3-B44A-5421CE1F39AE}"/>
              </a:ext>
            </a:extLst>
          </p:cNvPr>
          <p:cNvSpPr txBox="1">
            <a:spLocks noChangeArrowheads="1"/>
          </p:cNvSpPr>
          <p:nvPr/>
        </p:nvSpPr>
        <p:spPr bwMode="auto">
          <a:xfrm>
            <a:off x="1960563" y="4230688"/>
            <a:ext cx="5222875"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spcBef>
                <a:spcPct val="50000"/>
              </a:spcBef>
            </a:pPr>
            <a:r>
              <a:rPr lang="en-US" altLang="en-US" sz="2800" b="1" dirty="0">
                <a:solidFill>
                  <a:srgbClr val="66CCFF"/>
                </a:solidFill>
              </a:rPr>
              <a:t>=Presented By </a:t>
            </a:r>
          </a:p>
          <a:p>
            <a:pPr>
              <a:spcBef>
                <a:spcPct val="50000"/>
              </a:spcBef>
            </a:pPr>
            <a:r>
              <a:rPr lang="en-US" altLang="en-US" sz="2800" b="1" dirty="0">
                <a:solidFill>
                  <a:schemeClr val="bg1"/>
                </a:solidFill>
              </a:rPr>
              <a:t>Kumar Kartikain Shivam</a:t>
            </a:r>
            <a:r>
              <a:rPr lang="en-US" altLang="en-US" sz="2800" b="1" dirty="0">
                <a:solidFill>
                  <a:srgbClr val="66CCFF"/>
                </a:solidFill>
              </a:rPr>
              <a:t> </a:t>
            </a:r>
            <a:endParaRPr lang="en-US" altLang="en-US" sz="2800" b="1" dirty="0">
              <a:solidFill>
                <a:schemeClr val="bg1"/>
              </a:solidFill>
            </a:endParaRPr>
          </a:p>
        </p:txBody>
      </p:sp>
      <p:sp>
        <p:nvSpPr>
          <p:cNvPr id="3076" name="Rectangle 9">
            <a:extLst>
              <a:ext uri="{FF2B5EF4-FFF2-40B4-BE49-F238E27FC236}">
                <a16:creationId xmlns:a16="http://schemas.microsoft.com/office/drawing/2014/main" id="{CEBC8000-234C-4A5A-B6D4-325C5C91920D}"/>
              </a:ext>
            </a:extLst>
          </p:cNvPr>
          <p:cNvSpPr>
            <a:spLocks noChangeArrowheads="1"/>
          </p:cNvSpPr>
          <p:nvPr/>
        </p:nvSpPr>
        <p:spPr bwMode="auto">
          <a:xfrm>
            <a:off x="6477000" y="5638800"/>
            <a:ext cx="2590800" cy="1143000"/>
          </a:xfrm>
          <a:prstGeom prst="rect">
            <a:avLst/>
          </a:prstGeom>
          <a:solidFill>
            <a:srgbClr val="013266"/>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barn(inVertical)">
                                      <p:cBhvr>
                                        <p:cTn id="7" dur="500"/>
                                        <p:tgtEl>
                                          <p:spTgt spid="307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3075"/>
                                        </p:tgtEl>
                                        <p:attrNameLst>
                                          <p:attrName>style.visibility</p:attrName>
                                        </p:attrNameLst>
                                      </p:cBhvr>
                                      <p:to>
                                        <p:strVal val="visible"/>
                                      </p:to>
                                    </p:set>
                                    <p:animEffect transition="in" filter="fade">
                                      <p:cBhvr>
                                        <p:cTn id="12" dur="1000"/>
                                        <p:tgtEl>
                                          <p:spTgt spid="3075"/>
                                        </p:tgtEl>
                                      </p:cBhvr>
                                    </p:animEffect>
                                    <p:anim calcmode="lin" valueType="num">
                                      <p:cBhvr>
                                        <p:cTn id="13" dur="1000" fill="hold"/>
                                        <p:tgtEl>
                                          <p:spTgt spid="3075"/>
                                        </p:tgtEl>
                                        <p:attrNameLst>
                                          <p:attrName>ppt_x</p:attrName>
                                        </p:attrNameLst>
                                      </p:cBhvr>
                                      <p:tavLst>
                                        <p:tav tm="0">
                                          <p:val>
                                            <p:strVal val="#ppt_x"/>
                                          </p:val>
                                        </p:tav>
                                        <p:tav tm="100000">
                                          <p:val>
                                            <p:strVal val="#ppt_x"/>
                                          </p:val>
                                        </p:tav>
                                      </p:tavLst>
                                    </p:anim>
                                    <p:anim calcmode="lin" valueType="num">
                                      <p:cBhvr>
                                        <p:cTn id="14" dur="1000" fill="hold"/>
                                        <p:tgtEl>
                                          <p:spTgt spid="307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075"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098" name="Slide Number Placeholder 3">
            <a:extLst>
              <a:ext uri="{FF2B5EF4-FFF2-40B4-BE49-F238E27FC236}">
                <a16:creationId xmlns:a16="http://schemas.microsoft.com/office/drawing/2014/main" id="{50847D64-A12E-4948-9CCC-A2236055F47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67B62EAF-7124-4EA6-B301-185DF1923945}" type="slidenum">
              <a:rPr lang="en-US" altLang="en-US" sz="1000">
                <a:solidFill>
                  <a:srgbClr val="66CCFF"/>
                </a:solidFill>
              </a:rPr>
              <a:pPr/>
              <a:t>2</a:t>
            </a:fld>
            <a:endParaRPr lang="en-US" altLang="en-US" sz="1000" dirty="0">
              <a:solidFill>
                <a:srgbClr val="66CCFF"/>
              </a:solidFill>
            </a:endParaRPr>
          </a:p>
        </p:txBody>
      </p:sp>
      <p:sp>
        <p:nvSpPr>
          <p:cNvPr id="4099" name="Rectangle 8">
            <a:extLst>
              <a:ext uri="{FF2B5EF4-FFF2-40B4-BE49-F238E27FC236}">
                <a16:creationId xmlns:a16="http://schemas.microsoft.com/office/drawing/2014/main" id="{7A392400-7352-4CD2-BAB2-F243BA8F2864}"/>
              </a:ext>
            </a:extLst>
          </p:cNvPr>
          <p:cNvSpPr>
            <a:spLocks noGrp="1" noChangeArrowheads="1"/>
          </p:cNvSpPr>
          <p:nvPr>
            <p:ph type="title"/>
          </p:nvPr>
        </p:nvSpPr>
        <p:spPr>
          <a:xfrm>
            <a:off x="304800" y="39858"/>
            <a:ext cx="7772400" cy="801688"/>
          </a:xfrm>
        </p:spPr>
        <p:txBody>
          <a:bodyPr/>
          <a:lstStyle/>
          <a:p>
            <a:pPr eaLnBrk="1" hangingPunct="1"/>
            <a:r>
              <a:rPr lang="en-US" altLang="en-US" dirty="0"/>
              <a:t>Objectives</a:t>
            </a:r>
          </a:p>
        </p:txBody>
      </p:sp>
      <p:sp>
        <p:nvSpPr>
          <p:cNvPr id="4100" name="Rectangle 9">
            <a:extLst>
              <a:ext uri="{FF2B5EF4-FFF2-40B4-BE49-F238E27FC236}">
                <a16:creationId xmlns:a16="http://schemas.microsoft.com/office/drawing/2014/main" id="{EC608D95-B010-48B1-923B-C26D1E73B972}"/>
              </a:ext>
            </a:extLst>
          </p:cNvPr>
          <p:cNvSpPr>
            <a:spLocks noGrp="1" noChangeArrowheads="1"/>
          </p:cNvSpPr>
          <p:nvPr>
            <p:ph type="body" idx="1"/>
          </p:nvPr>
        </p:nvSpPr>
        <p:spPr/>
        <p:txBody>
          <a:bodyPr/>
          <a:lstStyle/>
          <a:p>
            <a:pPr eaLnBrk="1" hangingPunct="1"/>
            <a:r>
              <a:rPr lang="en-US" altLang="en-US" sz="3000" dirty="0"/>
              <a:t>What is </a:t>
            </a:r>
            <a:r>
              <a:rPr lang="en-US" altLang="en-US" sz="3000" b="1" dirty="0"/>
              <a:t>Branding?</a:t>
            </a:r>
            <a:r>
              <a:rPr lang="en-US" altLang="en-US" sz="3000" dirty="0"/>
              <a:t> Understand its importance in the fullest sense.</a:t>
            </a:r>
          </a:p>
          <a:p>
            <a:pPr eaLnBrk="1" hangingPunct="1"/>
            <a:r>
              <a:rPr lang="en-US" altLang="en-US" sz="3000" dirty="0"/>
              <a:t>Understand your </a:t>
            </a:r>
            <a:r>
              <a:rPr lang="en-US" altLang="en-US" sz="3000" b="1" dirty="0"/>
              <a:t>personal brand promise</a:t>
            </a:r>
            <a:r>
              <a:rPr lang="en-US" altLang="en-US" sz="3000" dirty="0"/>
              <a:t> and how your distinct talent contributes to the </a:t>
            </a:r>
            <a:r>
              <a:rPr lang="en-US" altLang="en-US" sz="3000" b="1" dirty="0"/>
              <a:t>strategic direction</a:t>
            </a:r>
            <a:r>
              <a:rPr lang="en-US" altLang="en-US" sz="3000" dirty="0"/>
              <a:t> of your </a:t>
            </a:r>
            <a:r>
              <a:rPr lang="en-US" altLang="en-US" sz="3000" b="1" dirty="0"/>
              <a:t>team</a:t>
            </a:r>
            <a:r>
              <a:rPr lang="en-US" altLang="en-US" sz="3000" dirty="0"/>
              <a:t> and </a:t>
            </a:r>
            <a:r>
              <a:rPr lang="en-US" altLang="en-US" sz="3000" b="1" dirty="0"/>
              <a:t>organization.</a:t>
            </a:r>
          </a:p>
          <a:p>
            <a:pPr eaLnBrk="1" hangingPunct="1"/>
            <a:r>
              <a:rPr lang="en-US" altLang="en-US" sz="3000" b="1" dirty="0"/>
              <a:t>Design</a:t>
            </a:r>
            <a:r>
              <a:rPr lang="en-US" altLang="en-US" sz="3000" dirty="0"/>
              <a:t> your </a:t>
            </a:r>
            <a:r>
              <a:rPr lang="en-US" altLang="en-US" sz="3000" b="1" dirty="0"/>
              <a:t>personal brand</a:t>
            </a:r>
            <a:r>
              <a:rPr lang="en-US" altLang="en-US" sz="3000" dirty="0"/>
              <a:t> to better </a:t>
            </a:r>
            <a:r>
              <a:rPr lang="en-US" altLang="en-US" sz="3000" b="1" dirty="0"/>
              <a:t>distinguish</a:t>
            </a:r>
            <a:r>
              <a:rPr lang="en-US" altLang="en-US" sz="3000" dirty="0"/>
              <a:t> your </a:t>
            </a:r>
            <a:r>
              <a:rPr lang="en-US" altLang="en-US" sz="3000" b="1" dirty="0"/>
              <a:t>talent</a:t>
            </a:r>
            <a:r>
              <a:rPr lang="en-US" altLang="en-US" sz="3000" dirty="0"/>
              <a:t> and </a:t>
            </a:r>
            <a:r>
              <a:rPr lang="en-US" altLang="en-US" sz="3000" b="1" dirty="0"/>
              <a:t>contribution</a:t>
            </a:r>
            <a:r>
              <a:rPr lang="en-US" altLang="en-US" sz="3000" dirty="0"/>
              <a:t> and to </a:t>
            </a:r>
            <a:r>
              <a:rPr lang="en-US" altLang="en-US" sz="3000" b="1" dirty="0"/>
              <a:t>deliver</a:t>
            </a:r>
            <a:r>
              <a:rPr lang="en-US" altLang="en-US" sz="3000" dirty="0"/>
              <a:t> </a:t>
            </a:r>
            <a:r>
              <a:rPr lang="en-US" altLang="en-US" sz="3000" b="1" dirty="0"/>
              <a:t>inspired performance.</a:t>
            </a:r>
          </a:p>
        </p:txBody>
      </p:sp>
      <p:sp>
        <p:nvSpPr>
          <p:cNvPr id="4101" name="Rectangle 4">
            <a:extLst>
              <a:ext uri="{FF2B5EF4-FFF2-40B4-BE49-F238E27FC236}">
                <a16:creationId xmlns:a16="http://schemas.microsoft.com/office/drawing/2014/main" id="{2A1820FE-9D15-4677-8B7C-E71C95623942}"/>
              </a:ext>
            </a:extLst>
          </p:cNvPr>
          <p:cNvSpPr>
            <a:spLocks noChangeArrowheads="1"/>
          </p:cNvSpPr>
          <p:nvPr/>
        </p:nvSpPr>
        <p:spPr bwMode="auto">
          <a:xfrm>
            <a:off x="511175" y="2039938"/>
            <a:ext cx="203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4102" name="Rectangle 7">
            <a:extLst>
              <a:ext uri="{FF2B5EF4-FFF2-40B4-BE49-F238E27FC236}">
                <a16:creationId xmlns:a16="http://schemas.microsoft.com/office/drawing/2014/main" id="{98E3291B-2356-4358-B25D-25D86AE8E70B}"/>
              </a:ext>
            </a:extLst>
          </p:cNvPr>
          <p:cNvSpPr>
            <a:spLocks noChangeArrowheads="1"/>
          </p:cNvSpPr>
          <p:nvPr/>
        </p:nvSpPr>
        <p:spPr bwMode="auto">
          <a:xfrm>
            <a:off x="5943600" y="5715000"/>
            <a:ext cx="3048000" cy="10668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99"/>
                                        </p:tgtEl>
                                        <p:attrNameLst>
                                          <p:attrName>style.visibility</p:attrName>
                                        </p:attrNameLst>
                                      </p:cBhvr>
                                      <p:to>
                                        <p:strVal val="visible"/>
                                      </p:to>
                                    </p:set>
                                    <p:animEffect transition="in" filter="fade">
                                      <p:cBhvr>
                                        <p:cTn id="7" dur="1000"/>
                                        <p:tgtEl>
                                          <p:spTgt spid="4099"/>
                                        </p:tgtEl>
                                      </p:cBhvr>
                                    </p:animEffect>
                                    <p:anim calcmode="lin" valueType="num">
                                      <p:cBhvr>
                                        <p:cTn id="8" dur="1000" fill="hold"/>
                                        <p:tgtEl>
                                          <p:spTgt spid="4099"/>
                                        </p:tgtEl>
                                        <p:attrNameLst>
                                          <p:attrName>ppt_x</p:attrName>
                                        </p:attrNameLst>
                                      </p:cBhvr>
                                      <p:tavLst>
                                        <p:tav tm="0">
                                          <p:val>
                                            <p:strVal val="#ppt_x"/>
                                          </p:val>
                                        </p:tav>
                                        <p:tav tm="100000">
                                          <p:val>
                                            <p:strVal val="#ppt_x"/>
                                          </p:val>
                                        </p:tav>
                                      </p:tavLst>
                                    </p:anim>
                                    <p:anim calcmode="lin" valueType="num">
                                      <p:cBhvr>
                                        <p:cTn id="9" dur="1000" fill="hold"/>
                                        <p:tgtEl>
                                          <p:spTgt spid="409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4100">
                                            <p:txEl>
                                              <p:pRg st="0" end="0"/>
                                            </p:txEl>
                                          </p:spTgt>
                                        </p:tgtEl>
                                        <p:attrNameLst>
                                          <p:attrName>style.visibility</p:attrName>
                                        </p:attrNameLst>
                                      </p:cBhvr>
                                      <p:to>
                                        <p:strVal val="visible"/>
                                      </p:to>
                                    </p:set>
                                    <p:animEffect transition="in" filter="wipe(down)">
                                      <p:cBhvr>
                                        <p:cTn id="14" dur="500"/>
                                        <p:tgtEl>
                                          <p:spTgt spid="4100">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4100">
                                            <p:txEl>
                                              <p:pRg st="1" end="1"/>
                                            </p:txEl>
                                          </p:spTgt>
                                        </p:tgtEl>
                                        <p:attrNameLst>
                                          <p:attrName>style.visibility</p:attrName>
                                        </p:attrNameLst>
                                      </p:cBhvr>
                                      <p:to>
                                        <p:strVal val="visible"/>
                                      </p:to>
                                    </p:set>
                                    <p:animEffect transition="in" filter="wipe(down)">
                                      <p:cBhvr>
                                        <p:cTn id="19" dur="500"/>
                                        <p:tgtEl>
                                          <p:spTgt spid="4100">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4100">
                                            <p:txEl>
                                              <p:pRg st="2" end="2"/>
                                            </p:txEl>
                                          </p:spTgt>
                                        </p:tgtEl>
                                        <p:attrNameLst>
                                          <p:attrName>style.visibility</p:attrName>
                                        </p:attrNameLst>
                                      </p:cBhvr>
                                      <p:to>
                                        <p:strVal val="visible"/>
                                      </p:to>
                                    </p:set>
                                    <p:animEffect transition="in" filter="wipe(down)">
                                      <p:cBhvr>
                                        <p:cTn id="24" dur="500"/>
                                        <p:tgtEl>
                                          <p:spTgt spid="410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p:bldP spid="410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122" name="Slide Number Placeholder 3">
            <a:extLst>
              <a:ext uri="{FF2B5EF4-FFF2-40B4-BE49-F238E27FC236}">
                <a16:creationId xmlns:a16="http://schemas.microsoft.com/office/drawing/2014/main" id="{D6CE0869-6564-429E-BAE3-96820472776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646D49F3-4341-4DCC-BF37-84AB9D541F6A}" type="slidenum">
              <a:rPr lang="en-US" altLang="en-US" sz="1000">
                <a:solidFill>
                  <a:srgbClr val="66CCFF"/>
                </a:solidFill>
              </a:rPr>
              <a:pPr/>
              <a:t>3</a:t>
            </a:fld>
            <a:endParaRPr lang="en-US" altLang="en-US" sz="1000">
              <a:solidFill>
                <a:srgbClr val="66CCFF"/>
              </a:solidFill>
            </a:endParaRPr>
          </a:p>
        </p:txBody>
      </p:sp>
      <p:sp>
        <p:nvSpPr>
          <p:cNvPr id="5123" name="Rectangle 5">
            <a:extLst>
              <a:ext uri="{FF2B5EF4-FFF2-40B4-BE49-F238E27FC236}">
                <a16:creationId xmlns:a16="http://schemas.microsoft.com/office/drawing/2014/main" id="{E70A0AC9-D67C-4918-A5D6-C79822477921}"/>
              </a:ext>
            </a:extLst>
          </p:cNvPr>
          <p:cNvSpPr>
            <a:spLocks noGrp="1" noChangeArrowheads="1"/>
          </p:cNvSpPr>
          <p:nvPr>
            <p:ph type="title"/>
          </p:nvPr>
        </p:nvSpPr>
        <p:spPr/>
        <p:txBody>
          <a:bodyPr/>
          <a:lstStyle/>
          <a:p>
            <a:pPr eaLnBrk="1" hangingPunct="1"/>
            <a:r>
              <a:rPr lang="en-US" altLang="en-US" dirty="0"/>
              <a:t>Agenda</a:t>
            </a:r>
          </a:p>
        </p:txBody>
      </p:sp>
      <p:sp>
        <p:nvSpPr>
          <p:cNvPr id="5124" name="Rectangle 6">
            <a:extLst>
              <a:ext uri="{FF2B5EF4-FFF2-40B4-BE49-F238E27FC236}">
                <a16:creationId xmlns:a16="http://schemas.microsoft.com/office/drawing/2014/main" id="{C119FF85-B5BF-4140-9CFB-8EB1FF4DDA3F}"/>
              </a:ext>
            </a:extLst>
          </p:cNvPr>
          <p:cNvSpPr>
            <a:spLocks noGrp="1" noChangeArrowheads="1"/>
          </p:cNvSpPr>
          <p:nvPr>
            <p:ph type="body" idx="1"/>
          </p:nvPr>
        </p:nvSpPr>
        <p:spPr/>
        <p:txBody>
          <a:bodyPr/>
          <a:lstStyle/>
          <a:p>
            <a:pPr eaLnBrk="1" hangingPunct="1"/>
            <a:r>
              <a:rPr lang="en-US" altLang="en-US" sz="3000" dirty="0"/>
              <a:t>What is </a:t>
            </a:r>
            <a:r>
              <a:rPr lang="en-US" altLang="en-US" sz="3000" b="1" dirty="0"/>
              <a:t>Branding?</a:t>
            </a:r>
          </a:p>
          <a:p>
            <a:pPr eaLnBrk="1" hangingPunct="1"/>
            <a:r>
              <a:rPr lang="en-US" altLang="en-US" sz="3000" b="1" dirty="0"/>
              <a:t>Understand</a:t>
            </a:r>
            <a:r>
              <a:rPr lang="en-US" altLang="en-US" sz="3000" dirty="0"/>
              <a:t> your </a:t>
            </a:r>
            <a:r>
              <a:rPr lang="en-US" altLang="en-US" sz="3000" b="1" dirty="0"/>
              <a:t>default brand</a:t>
            </a:r>
            <a:r>
              <a:rPr lang="en-US" altLang="en-US" sz="3000" dirty="0"/>
              <a:t> and how you can </a:t>
            </a:r>
            <a:r>
              <a:rPr lang="en-US" altLang="en-US" sz="3000" b="1" dirty="0"/>
              <a:t>develop</a:t>
            </a:r>
            <a:r>
              <a:rPr lang="en-US" altLang="en-US" sz="3000" dirty="0"/>
              <a:t> your </a:t>
            </a:r>
            <a:r>
              <a:rPr lang="en-US" altLang="en-US" sz="3000" b="1" dirty="0"/>
              <a:t>distinct brand</a:t>
            </a:r>
            <a:r>
              <a:rPr lang="en-US" altLang="en-US" sz="3000" dirty="0"/>
              <a:t> promise.</a:t>
            </a:r>
          </a:p>
          <a:p>
            <a:pPr eaLnBrk="1" hangingPunct="1"/>
            <a:r>
              <a:rPr lang="en-US" altLang="en-US" sz="3000" dirty="0"/>
              <a:t>Create your </a:t>
            </a:r>
            <a:r>
              <a:rPr lang="en-US" altLang="en-US" sz="3000" b="1" dirty="0"/>
              <a:t>brand promise.</a:t>
            </a:r>
          </a:p>
          <a:p>
            <a:pPr eaLnBrk="1" hangingPunct="1"/>
            <a:r>
              <a:rPr lang="en-US" altLang="en-US" sz="3000" b="1" dirty="0"/>
              <a:t>Formulate</a:t>
            </a:r>
            <a:r>
              <a:rPr lang="en-US" altLang="en-US" sz="3000" dirty="0"/>
              <a:t> next </a:t>
            </a:r>
            <a:r>
              <a:rPr lang="en-US" altLang="en-US" sz="3000" b="1" dirty="0"/>
              <a:t>steps</a:t>
            </a:r>
            <a:r>
              <a:rPr lang="en-US" altLang="en-US" sz="3000" dirty="0"/>
              <a:t> to develop your distinct brand. </a:t>
            </a:r>
          </a:p>
          <a:p>
            <a:pPr eaLnBrk="1" hangingPunct="1"/>
            <a:endParaRPr lang="en-US" altLang="en-US" dirty="0"/>
          </a:p>
        </p:txBody>
      </p:sp>
      <p:sp>
        <p:nvSpPr>
          <p:cNvPr id="5125" name="Rectangle 5">
            <a:extLst>
              <a:ext uri="{FF2B5EF4-FFF2-40B4-BE49-F238E27FC236}">
                <a16:creationId xmlns:a16="http://schemas.microsoft.com/office/drawing/2014/main" id="{21C23170-94B0-4533-AE18-4C36E19F9C36}"/>
              </a:ext>
            </a:extLst>
          </p:cNvPr>
          <p:cNvSpPr>
            <a:spLocks noChangeArrowheads="1"/>
          </p:cNvSpPr>
          <p:nvPr/>
        </p:nvSpPr>
        <p:spPr bwMode="auto">
          <a:xfrm>
            <a:off x="6781800" y="5715000"/>
            <a:ext cx="2286000" cy="10668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123"/>
                                        </p:tgtEl>
                                        <p:attrNameLst>
                                          <p:attrName>style.visibility</p:attrName>
                                        </p:attrNameLst>
                                      </p:cBhvr>
                                      <p:to>
                                        <p:strVal val="visible"/>
                                      </p:to>
                                    </p:set>
                                    <p:animEffect transition="in" filter="fade">
                                      <p:cBhvr>
                                        <p:cTn id="7" dur="1000"/>
                                        <p:tgtEl>
                                          <p:spTgt spid="5123"/>
                                        </p:tgtEl>
                                      </p:cBhvr>
                                    </p:animEffect>
                                    <p:anim calcmode="lin" valueType="num">
                                      <p:cBhvr>
                                        <p:cTn id="8" dur="1000" fill="hold"/>
                                        <p:tgtEl>
                                          <p:spTgt spid="5123"/>
                                        </p:tgtEl>
                                        <p:attrNameLst>
                                          <p:attrName>ppt_x</p:attrName>
                                        </p:attrNameLst>
                                      </p:cBhvr>
                                      <p:tavLst>
                                        <p:tav tm="0">
                                          <p:val>
                                            <p:strVal val="#ppt_x"/>
                                          </p:val>
                                        </p:tav>
                                        <p:tav tm="100000">
                                          <p:val>
                                            <p:strVal val="#ppt_x"/>
                                          </p:val>
                                        </p:tav>
                                      </p:tavLst>
                                    </p:anim>
                                    <p:anim calcmode="lin" valueType="num">
                                      <p:cBhvr>
                                        <p:cTn id="9" dur="1000" fill="hold"/>
                                        <p:tgtEl>
                                          <p:spTgt spid="512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5124">
                                            <p:txEl>
                                              <p:pRg st="0" end="0"/>
                                            </p:txEl>
                                          </p:spTgt>
                                        </p:tgtEl>
                                        <p:attrNameLst>
                                          <p:attrName>style.visibility</p:attrName>
                                        </p:attrNameLst>
                                      </p:cBhvr>
                                      <p:to>
                                        <p:strVal val="visible"/>
                                      </p:to>
                                    </p:set>
                                    <p:animEffect transition="in" filter="wipe(down)">
                                      <p:cBhvr>
                                        <p:cTn id="14" dur="500"/>
                                        <p:tgtEl>
                                          <p:spTgt spid="5124">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5124">
                                            <p:txEl>
                                              <p:pRg st="1" end="1"/>
                                            </p:txEl>
                                          </p:spTgt>
                                        </p:tgtEl>
                                        <p:attrNameLst>
                                          <p:attrName>style.visibility</p:attrName>
                                        </p:attrNameLst>
                                      </p:cBhvr>
                                      <p:to>
                                        <p:strVal val="visible"/>
                                      </p:to>
                                    </p:set>
                                    <p:animEffect transition="in" filter="wipe(down)">
                                      <p:cBhvr>
                                        <p:cTn id="19" dur="500"/>
                                        <p:tgtEl>
                                          <p:spTgt spid="5124">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5124">
                                            <p:txEl>
                                              <p:pRg st="2" end="2"/>
                                            </p:txEl>
                                          </p:spTgt>
                                        </p:tgtEl>
                                        <p:attrNameLst>
                                          <p:attrName>style.visibility</p:attrName>
                                        </p:attrNameLst>
                                      </p:cBhvr>
                                      <p:to>
                                        <p:strVal val="visible"/>
                                      </p:to>
                                    </p:set>
                                    <p:animEffect transition="in" filter="wipe(down)">
                                      <p:cBhvr>
                                        <p:cTn id="24" dur="500"/>
                                        <p:tgtEl>
                                          <p:spTgt spid="5124">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5124">
                                            <p:txEl>
                                              <p:pRg st="3" end="3"/>
                                            </p:txEl>
                                          </p:spTgt>
                                        </p:tgtEl>
                                        <p:attrNameLst>
                                          <p:attrName>style.visibility</p:attrName>
                                        </p:attrNameLst>
                                      </p:cBhvr>
                                      <p:to>
                                        <p:strVal val="visible"/>
                                      </p:to>
                                    </p:set>
                                    <p:animEffect transition="in" filter="wipe(down)">
                                      <p:cBhvr>
                                        <p:cTn id="29" dur="500"/>
                                        <p:tgtEl>
                                          <p:spTgt spid="512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p:bldP spid="5124"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6146" name="Slide Number Placeholder 1">
            <a:extLst>
              <a:ext uri="{FF2B5EF4-FFF2-40B4-BE49-F238E27FC236}">
                <a16:creationId xmlns:a16="http://schemas.microsoft.com/office/drawing/2014/main" id="{775D5577-339F-4149-AFA0-675C0445371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901CE751-1E0B-4D84-87A7-F75DACE26020}" type="slidenum">
              <a:rPr lang="en-US" altLang="en-US" sz="1000">
                <a:solidFill>
                  <a:srgbClr val="66CCFF"/>
                </a:solidFill>
              </a:rPr>
              <a:pPr/>
              <a:t>4</a:t>
            </a:fld>
            <a:endParaRPr lang="en-US" altLang="en-US" sz="1000">
              <a:solidFill>
                <a:srgbClr val="66CCFF"/>
              </a:solidFill>
            </a:endParaRPr>
          </a:p>
        </p:txBody>
      </p:sp>
      <p:sp>
        <p:nvSpPr>
          <p:cNvPr id="6147" name="Text Box 2">
            <a:extLst>
              <a:ext uri="{FF2B5EF4-FFF2-40B4-BE49-F238E27FC236}">
                <a16:creationId xmlns:a16="http://schemas.microsoft.com/office/drawing/2014/main" id="{3C01AC7E-8900-4B9C-97AC-35614E684949}"/>
              </a:ext>
            </a:extLst>
          </p:cNvPr>
          <p:cNvSpPr txBox="1">
            <a:spLocks noChangeArrowheads="1"/>
          </p:cNvSpPr>
          <p:nvPr/>
        </p:nvSpPr>
        <p:spPr bwMode="auto">
          <a:xfrm>
            <a:off x="1516063" y="1366838"/>
            <a:ext cx="6111875" cy="332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10600" dirty="0">
                <a:solidFill>
                  <a:schemeClr val="bg1"/>
                </a:solidFill>
              </a:rPr>
              <a:t>What is</a:t>
            </a:r>
          </a:p>
          <a:p>
            <a:r>
              <a:rPr lang="en-US" altLang="en-US" sz="10600" dirty="0">
                <a:solidFill>
                  <a:schemeClr val="bg1"/>
                </a:solidFill>
              </a:rPr>
              <a:t>a </a:t>
            </a:r>
            <a:r>
              <a:rPr lang="en-US" altLang="en-US" sz="10600" b="1" dirty="0">
                <a:solidFill>
                  <a:srgbClr val="66CCFF"/>
                </a:solidFill>
              </a:rPr>
              <a:t>Brand</a:t>
            </a:r>
            <a:r>
              <a:rPr lang="en-US" altLang="en-US" sz="10600" b="1" dirty="0">
                <a:solidFill>
                  <a:schemeClr val="bg1"/>
                </a:solidFill>
              </a:rPr>
              <a:t>?</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147"/>
                                        </p:tgtEl>
                                        <p:attrNameLst>
                                          <p:attrName>style.visibility</p:attrName>
                                        </p:attrNameLst>
                                      </p:cBhvr>
                                      <p:to>
                                        <p:strVal val="visible"/>
                                      </p:to>
                                    </p:set>
                                    <p:animEffect transition="in" filter="fade">
                                      <p:cBhvr>
                                        <p:cTn id="7" dur="1000"/>
                                        <p:tgtEl>
                                          <p:spTgt spid="6147"/>
                                        </p:tgtEl>
                                      </p:cBhvr>
                                    </p:animEffect>
                                    <p:anim calcmode="lin" valueType="num">
                                      <p:cBhvr>
                                        <p:cTn id="8" dur="1000" fill="hold"/>
                                        <p:tgtEl>
                                          <p:spTgt spid="6147"/>
                                        </p:tgtEl>
                                        <p:attrNameLst>
                                          <p:attrName>ppt_x</p:attrName>
                                        </p:attrNameLst>
                                      </p:cBhvr>
                                      <p:tavLst>
                                        <p:tav tm="0">
                                          <p:val>
                                            <p:strVal val="#ppt_x"/>
                                          </p:val>
                                        </p:tav>
                                        <p:tav tm="100000">
                                          <p:val>
                                            <p:strVal val="#ppt_x"/>
                                          </p:val>
                                        </p:tav>
                                      </p:tavLst>
                                    </p:anim>
                                    <p:anim calcmode="lin" valueType="num">
                                      <p:cBhvr>
                                        <p:cTn id="9" dur="1000" fill="hold"/>
                                        <p:tgtEl>
                                          <p:spTgt spid="614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7170" name="Slide Number Placeholder 1">
            <a:extLst>
              <a:ext uri="{FF2B5EF4-FFF2-40B4-BE49-F238E27FC236}">
                <a16:creationId xmlns:a16="http://schemas.microsoft.com/office/drawing/2014/main" id="{B848B3EA-20AD-4AAE-BA3B-0B56E249098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72C832A3-5E1B-4B11-B916-E8F6B4336B31}" type="slidenum">
              <a:rPr lang="en-US" altLang="en-US" sz="1000">
                <a:solidFill>
                  <a:srgbClr val="66CCFF"/>
                </a:solidFill>
              </a:rPr>
              <a:pPr/>
              <a:t>5</a:t>
            </a:fld>
            <a:endParaRPr lang="en-US" altLang="en-US" sz="1000">
              <a:solidFill>
                <a:srgbClr val="66CCFF"/>
              </a:solidFill>
            </a:endParaRPr>
          </a:p>
        </p:txBody>
      </p:sp>
      <p:sp>
        <p:nvSpPr>
          <p:cNvPr id="7171" name="Text Box 4">
            <a:extLst>
              <a:ext uri="{FF2B5EF4-FFF2-40B4-BE49-F238E27FC236}">
                <a16:creationId xmlns:a16="http://schemas.microsoft.com/office/drawing/2014/main" id="{35AB3EC7-5D7B-4C9A-92D6-3FC5BD864592}"/>
              </a:ext>
            </a:extLst>
          </p:cNvPr>
          <p:cNvSpPr txBox="1">
            <a:spLocks noChangeArrowheads="1"/>
          </p:cNvSpPr>
          <p:nvPr/>
        </p:nvSpPr>
        <p:spPr bwMode="auto">
          <a:xfrm>
            <a:off x="308661" y="4267200"/>
            <a:ext cx="8525091"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4400" b="1" dirty="0">
                <a:solidFill>
                  <a:srgbClr val="66CCFF"/>
                </a:solidFill>
              </a:rPr>
              <a:t>Agrarian:</a:t>
            </a:r>
            <a:r>
              <a:rPr lang="en-US" altLang="en-US" sz="4400" b="1" dirty="0">
                <a:solidFill>
                  <a:schemeClr val="bg1"/>
                </a:solidFill>
              </a:rPr>
              <a:t>  A Mark on Livestock</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barn(inVertical)">
                                      <p:cBhvr>
                                        <p:cTn id="7" dur="500"/>
                                        <p:tgtEl>
                                          <p:spTgt spid="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8194" name="Slide Number Placeholder 1">
            <a:extLst>
              <a:ext uri="{FF2B5EF4-FFF2-40B4-BE49-F238E27FC236}">
                <a16:creationId xmlns:a16="http://schemas.microsoft.com/office/drawing/2014/main" id="{6FAD9032-4AC0-4247-8564-06B6C5CDCD5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7ADA4DC4-CFCE-404C-9891-194E7325F3B8}" type="slidenum">
              <a:rPr lang="en-US" altLang="en-US" sz="1000">
                <a:solidFill>
                  <a:srgbClr val="66CCFF"/>
                </a:solidFill>
              </a:rPr>
              <a:pPr/>
              <a:t>6</a:t>
            </a:fld>
            <a:endParaRPr lang="en-US" altLang="en-US" sz="1000">
              <a:solidFill>
                <a:srgbClr val="66CCFF"/>
              </a:solidFill>
            </a:endParaRPr>
          </a:p>
        </p:txBody>
      </p:sp>
      <p:sp>
        <p:nvSpPr>
          <p:cNvPr id="8195" name="Text Box 3">
            <a:extLst>
              <a:ext uri="{FF2B5EF4-FFF2-40B4-BE49-F238E27FC236}">
                <a16:creationId xmlns:a16="http://schemas.microsoft.com/office/drawing/2014/main" id="{B911E411-76F1-4D16-9895-C8CD20302021}"/>
              </a:ext>
            </a:extLst>
          </p:cNvPr>
          <p:cNvSpPr txBox="1">
            <a:spLocks noChangeArrowheads="1"/>
          </p:cNvSpPr>
          <p:nvPr/>
        </p:nvSpPr>
        <p:spPr bwMode="auto">
          <a:xfrm>
            <a:off x="565134" y="914400"/>
            <a:ext cx="8013732"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4400" b="1" dirty="0">
                <a:solidFill>
                  <a:srgbClr val="66CCFF"/>
                </a:solidFill>
              </a:rPr>
              <a:t>Industrial:</a:t>
            </a:r>
            <a:r>
              <a:rPr lang="en-US" altLang="en-US" sz="4400" b="1" dirty="0">
                <a:solidFill>
                  <a:schemeClr val="bg1"/>
                </a:solidFill>
              </a:rPr>
              <a:t>  Identifying Labels </a:t>
            </a:r>
            <a:br>
              <a:rPr lang="en-US" altLang="en-US" sz="4400" b="1" dirty="0">
                <a:solidFill>
                  <a:schemeClr val="bg1"/>
                </a:solidFill>
              </a:rPr>
            </a:br>
            <a:r>
              <a:rPr lang="en-US" altLang="en-US" sz="4400" b="1" dirty="0">
                <a:solidFill>
                  <a:schemeClr val="bg1"/>
                </a:solidFill>
              </a:rPr>
              <a:t>on Products</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8195"/>
                                        </p:tgtEl>
                                        <p:attrNameLst>
                                          <p:attrName>style.visibility</p:attrName>
                                        </p:attrNameLst>
                                      </p:cBhvr>
                                      <p:to>
                                        <p:strVal val="visible"/>
                                      </p:to>
                                    </p:set>
                                    <p:animEffect transition="in" filter="barn(inVertical)">
                                      <p:cBhvr>
                                        <p:cTn id="7" dur="500"/>
                                        <p:tgtEl>
                                          <p:spTgt spid="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9218" name="Slide Number Placeholder 1">
            <a:extLst>
              <a:ext uri="{FF2B5EF4-FFF2-40B4-BE49-F238E27FC236}">
                <a16:creationId xmlns:a16="http://schemas.microsoft.com/office/drawing/2014/main" id="{CDCFFD6D-3B6D-41FD-A279-7D173B065EA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506696AB-4D5E-4DCD-AD18-ADC227407297}" type="slidenum">
              <a:rPr lang="en-US" altLang="en-US" sz="1000">
                <a:solidFill>
                  <a:srgbClr val="66CCFF"/>
                </a:solidFill>
              </a:rPr>
              <a:pPr/>
              <a:t>7</a:t>
            </a:fld>
            <a:endParaRPr lang="en-US" altLang="en-US" sz="1000">
              <a:solidFill>
                <a:srgbClr val="66CCFF"/>
              </a:solidFill>
            </a:endParaRPr>
          </a:p>
        </p:txBody>
      </p:sp>
      <p:sp>
        <p:nvSpPr>
          <p:cNvPr id="9219" name="Text Box 2">
            <a:extLst>
              <a:ext uri="{FF2B5EF4-FFF2-40B4-BE49-F238E27FC236}">
                <a16:creationId xmlns:a16="http://schemas.microsoft.com/office/drawing/2014/main" id="{0097A4C7-EB69-4E72-A3C8-EAB58702F22B}"/>
              </a:ext>
            </a:extLst>
          </p:cNvPr>
          <p:cNvSpPr txBox="1">
            <a:spLocks noChangeArrowheads="1"/>
          </p:cNvSpPr>
          <p:nvPr/>
        </p:nvSpPr>
        <p:spPr bwMode="auto">
          <a:xfrm>
            <a:off x="437703" y="4160838"/>
            <a:ext cx="8267007" cy="144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4400" b="1" dirty="0">
                <a:solidFill>
                  <a:srgbClr val="66CCFF"/>
                </a:solidFill>
              </a:rPr>
              <a:t>Information:</a:t>
            </a:r>
            <a:r>
              <a:rPr lang="en-US" altLang="en-US" sz="4400" b="1" dirty="0">
                <a:solidFill>
                  <a:schemeClr val="bg1"/>
                </a:solidFill>
              </a:rPr>
              <a:t>  An Extraordinary</a:t>
            </a:r>
          </a:p>
          <a:p>
            <a:r>
              <a:rPr lang="en-US" altLang="en-US" sz="4400" b="1" dirty="0">
                <a:solidFill>
                  <a:schemeClr val="bg1"/>
                </a:solidFill>
              </a:rPr>
              <a:t>Customer Experience</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219"/>
                                        </p:tgtEl>
                                        <p:attrNameLst>
                                          <p:attrName>style.visibility</p:attrName>
                                        </p:attrNameLst>
                                      </p:cBhvr>
                                      <p:to>
                                        <p:strVal val="visible"/>
                                      </p:to>
                                    </p:set>
                                    <p:animEffect transition="in" filter="barn(inVertical)">
                                      <p:cBhvr>
                                        <p:cTn id="7" dur="500"/>
                                        <p:tgtEl>
                                          <p:spTgt spid="9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9"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0242" name="Slide Number Placeholder 2">
            <a:extLst>
              <a:ext uri="{FF2B5EF4-FFF2-40B4-BE49-F238E27FC236}">
                <a16:creationId xmlns:a16="http://schemas.microsoft.com/office/drawing/2014/main" id="{0F9C1806-19D4-4725-874B-40FF097BB2B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76D22862-F336-4C6C-9418-BF4E0846F190}" type="slidenum">
              <a:rPr lang="en-US" altLang="en-US" sz="1000">
                <a:solidFill>
                  <a:srgbClr val="66CCFF"/>
                </a:solidFill>
              </a:rPr>
              <a:pPr/>
              <a:t>8</a:t>
            </a:fld>
            <a:endParaRPr lang="en-US" altLang="en-US" sz="1000">
              <a:solidFill>
                <a:srgbClr val="66CCFF"/>
              </a:solidFill>
            </a:endParaRPr>
          </a:p>
        </p:txBody>
      </p:sp>
      <p:sp>
        <p:nvSpPr>
          <p:cNvPr id="10243" name="Rectangle 10">
            <a:extLst>
              <a:ext uri="{FF2B5EF4-FFF2-40B4-BE49-F238E27FC236}">
                <a16:creationId xmlns:a16="http://schemas.microsoft.com/office/drawing/2014/main" id="{FF1CA5FF-1659-4F69-9D08-325158D44D46}"/>
              </a:ext>
            </a:extLst>
          </p:cNvPr>
          <p:cNvSpPr>
            <a:spLocks noGrp="1" noChangeArrowheads="1"/>
          </p:cNvSpPr>
          <p:nvPr>
            <p:ph type="title"/>
          </p:nvPr>
        </p:nvSpPr>
        <p:spPr>
          <a:xfrm>
            <a:off x="381000" y="1584325"/>
            <a:ext cx="3886200" cy="3629025"/>
          </a:xfrm>
          <a:noFill/>
        </p:spPr>
        <p:txBody>
          <a:bodyPr>
            <a:spAutoFit/>
          </a:bodyPr>
          <a:lstStyle/>
          <a:p>
            <a:pPr algn="ctr" eaLnBrk="1" hangingPunct="1"/>
            <a:r>
              <a:rPr lang="en-US" altLang="en-US" sz="5800" dirty="0">
                <a:solidFill>
                  <a:schemeClr val="bg1"/>
                </a:solidFill>
              </a:rPr>
              <a:t>What is my distinct brand? </a:t>
            </a:r>
          </a:p>
        </p:txBody>
      </p:sp>
      <p:sp>
        <p:nvSpPr>
          <p:cNvPr id="10244" name="Rectangle 11">
            <a:extLst>
              <a:ext uri="{FF2B5EF4-FFF2-40B4-BE49-F238E27FC236}">
                <a16:creationId xmlns:a16="http://schemas.microsoft.com/office/drawing/2014/main" id="{F83A1A8E-2545-4D68-91CD-96EF49B6A7ED}"/>
              </a:ext>
            </a:extLst>
          </p:cNvPr>
          <p:cNvSpPr>
            <a:spLocks noChangeArrowheads="1"/>
          </p:cNvSpPr>
          <p:nvPr/>
        </p:nvSpPr>
        <p:spPr bwMode="auto">
          <a:xfrm>
            <a:off x="4876800" y="1584325"/>
            <a:ext cx="3962400" cy="362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eaLnBrk="1" hangingPunct="1"/>
            <a:r>
              <a:rPr lang="en-US" altLang="en-US" sz="5800" b="1" dirty="0">
                <a:solidFill>
                  <a:schemeClr val="bg1"/>
                </a:solidFill>
              </a:rPr>
              <a:t>What do I want to be known for?</a:t>
            </a:r>
          </a:p>
        </p:txBody>
      </p:sp>
      <p:sp>
        <p:nvSpPr>
          <p:cNvPr id="10245" name="Rectangle 5">
            <a:extLst>
              <a:ext uri="{FF2B5EF4-FFF2-40B4-BE49-F238E27FC236}">
                <a16:creationId xmlns:a16="http://schemas.microsoft.com/office/drawing/2014/main" id="{73F90B18-EDAC-4809-97F3-D3C92CDE6C8B}"/>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243"/>
                                        </p:tgtEl>
                                        <p:attrNameLst>
                                          <p:attrName>style.visibility</p:attrName>
                                        </p:attrNameLst>
                                      </p:cBhvr>
                                      <p:to>
                                        <p:strVal val="visible"/>
                                      </p:to>
                                    </p:set>
                                    <p:anim calcmode="lin" valueType="num">
                                      <p:cBhvr additive="base">
                                        <p:cTn id="7" dur="500" fill="hold"/>
                                        <p:tgtEl>
                                          <p:spTgt spid="10243"/>
                                        </p:tgtEl>
                                        <p:attrNameLst>
                                          <p:attrName>ppt_x</p:attrName>
                                        </p:attrNameLst>
                                      </p:cBhvr>
                                      <p:tavLst>
                                        <p:tav tm="0">
                                          <p:val>
                                            <p:strVal val="#ppt_x"/>
                                          </p:val>
                                        </p:tav>
                                        <p:tav tm="100000">
                                          <p:val>
                                            <p:strVal val="#ppt_x"/>
                                          </p:val>
                                        </p:tav>
                                      </p:tavLst>
                                    </p:anim>
                                    <p:anim calcmode="lin" valueType="num">
                                      <p:cBhvr additive="base">
                                        <p:cTn id="8" dur="500" fill="hold"/>
                                        <p:tgtEl>
                                          <p:spTgt spid="1024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244"/>
                                        </p:tgtEl>
                                        <p:attrNameLst>
                                          <p:attrName>style.visibility</p:attrName>
                                        </p:attrNameLst>
                                      </p:cBhvr>
                                      <p:to>
                                        <p:strVal val="visible"/>
                                      </p:to>
                                    </p:set>
                                    <p:anim calcmode="lin" valueType="num">
                                      <p:cBhvr additive="base">
                                        <p:cTn id="13" dur="500" fill="hold"/>
                                        <p:tgtEl>
                                          <p:spTgt spid="10244"/>
                                        </p:tgtEl>
                                        <p:attrNameLst>
                                          <p:attrName>ppt_x</p:attrName>
                                        </p:attrNameLst>
                                      </p:cBhvr>
                                      <p:tavLst>
                                        <p:tav tm="0">
                                          <p:val>
                                            <p:strVal val="#ppt_x"/>
                                          </p:val>
                                        </p:tav>
                                        <p:tav tm="100000">
                                          <p:val>
                                            <p:strVal val="#ppt_x"/>
                                          </p:val>
                                        </p:tav>
                                      </p:tavLst>
                                    </p:anim>
                                    <p:anim calcmode="lin" valueType="num">
                                      <p:cBhvr additive="base">
                                        <p:cTn id="14" dur="500" fill="hold"/>
                                        <p:tgtEl>
                                          <p:spTgt spid="102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p:bldP spid="1024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1266" name="Slide Number Placeholder 1">
            <a:extLst>
              <a:ext uri="{FF2B5EF4-FFF2-40B4-BE49-F238E27FC236}">
                <a16:creationId xmlns:a16="http://schemas.microsoft.com/office/drawing/2014/main" id="{7CBDB7AB-84E5-4CA8-96B3-96DD8E080CB2}"/>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185A7C39-AC14-4C1F-BFF4-D994F36C17FB}" type="slidenum">
              <a:rPr lang="en-US" altLang="en-US" sz="1000">
                <a:solidFill>
                  <a:srgbClr val="66CCFF"/>
                </a:solidFill>
              </a:rPr>
              <a:pPr/>
              <a:t>9</a:t>
            </a:fld>
            <a:endParaRPr lang="en-US" altLang="en-US" sz="1000">
              <a:solidFill>
                <a:srgbClr val="66CCFF"/>
              </a:solidFill>
            </a:endParaRPr>
          </a:p>
        </p:txBody>
      </p:sp>
      <p:sp>
        <p:nvSpPr>
          <p:cNvPr id="584713" name="Rectangle 9">
            <a:extLst>
              <a:ext uri="{FF2B5EF4-FFF2-40B4-BE49-F238E27FC236}">
                <a16:creationId xmlns:a16="http://schemas.microsoft.com/office/drawing/2014/main" id="{CB37E555-068B-4A06-88C2-00EE7FBE415E}"/>
              </a:ext>
            </a:extLst>
          </p:cNvPr>
          <p:cNvSpPr>
            <a:spLocks noChangeArrowheads="1"/>
          </p:cNvSpPr>
          <p:nvPr/>
        </p:nvSpPr>
        <p:spPr bwMode="auto">
          <a:xfrm>
            <a:off x="609600" y="1462088"/>
            <a:ext cx="3581400" cy="344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eaLnBrk="1" hangingPunct="1"/>
            <a:r>
              <a:rPr lang="en-US" altLang="en-US" sz="4400" b="1" dirty="0">
                <a:solidFill>
                  <a:schemeClr val="bg1"/>
                </a:solidFill>
              </a:rPr>
              <a:t>You have a brand whether you are aware of it or not</a:t>
            </a:r>
            <a:r>
              <a:rPr lang="en-US" altLang="en-US" sz="4400" b="1" i="1" dirty="0">
                <a:solidFill>
                  <a:srgbClr val="66CCFF"/>
                </a:solidFill>
              </a:rPr>
              <a:t>!</a:t>
            </a:r>
          </a:p>
        </p:txBody>
      </p:sp>
      <p:sp>
        <p:nvSpPr>
          <p:cNvPr id="11268" name="Rectangle 14">
            <a:extLst>
              <a:ext uri="{FF2B5EF4-FFF2-40B4-BE49-F238E27FC236}">
                <a16:creationId xmlns:a16="http://schemas.microsoft.com/office/drawing/2014/main" id="{EA0AAA2C-A6D8-4783-B072-4B3B0717F6BD}"/>
              </a:ext>
            </a:extLst>
          </p:cNvPr>
          <p:cNvSpPr>
            <a:spLocks noChangeArrowheads="1"/>
          </p:cNvSpPr>
          <p:nvPr/>
        </p:nvSpPr>
        <p:spPr bwMode="auto">
          <a:xfrm>
            <a:off x="5029200" y="400930"/>
            <a:ext cx="3657600"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eaLnBrk="1" hangingPunct="1"/>
            <a:r>
              <a:rPr lang="en-US" altLang="en-US" sz="2800" b="1" dirty="0"/>
              <a:t>Your Life Experiences</a:t>
            </a:r>
          </a:p>
        </p:txBody>
      </p:sp>
      <p:sp>
        <p:nvSpPr>
          <p:cNvPr id="11269" name="Rectangle 15">
            <a:extLst>
              <a:ext uri="{FF2B5EF4-FFF2-40B4-BE49-F238E27FC236}">
                <a16:creationId xmlns:a16="http://schemas.microsoft.com/office/drawing/2014/main" id="{DFDB2C70-5072-4F7B-9AA3-94BDB93A184E}"/>
              </a:ext>
            </a:extLst>
          </p:cNvPr>
          <p:cNvSpPr>
            <a:spLocks noChangeArrowheads="1"/>
          </p:cNvSpPr>
          <p:nvPr/>
        </p:nvSpPr>
        <p:spPr bwMode="auto">
          <a:xfrm>
            <a:off x="5029200" y="1870075"/>
            <a:ext cx="3657600"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eaLnBrk="1" hangingPunct="1"/>
            <a:r>
              <a:rPr lang="en-US" altLang="en-US" sz="2800" b="1"/>
              <a:t>Your Point of View and Actions</a:t>
            </a:r>
          </a:p>
        </p:txBody>
      </p:sp>
      <p:sp>
        <p:nvSpPr>
          <p:cNvPr id="11270" name="Rectangle 16">
            <a:extLst>
              <a:ext uri="{FF2B5EF4-FFF2-40B4-BE49-F238E27FC236}">
                <a16:creationId xmlns:a16="http://schemas.microsoft.com/office/drawing/2014/main" id="{B75F95F4-8A24-46CC-A237-49F2E719B8E3}"/>
              </a:ext>
            </a:extLst>
          </p:cNvPr>
          <p:cNvSpPr>
            <a:spLocks noChangeArrowheads="1"/>
          </p:cNvSpPr>
          <p:nvPr/>
        </p:nvSpPr>
        <p:spPr bwMode="auto">
          <a:xfrm>
            <a:off x="5029200" y="3284538"/>
            <a:ext cx="3657600" cy="939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eaLnBrk="1" hangingPunct="1"/>
            <a:r>
              <a:rPr lang="en-US" altLang="en-US" sz="2800" b="1"/>
              <a:t>The Way Others Perceive Your</a:t>
            </a:r>
          </a:p>
        </p:txBody>
      </p:sp>
      <p:sp>
        <p:nvSpPr>
          <p:cNvPr id="11271" name="Rectangle 17">
            <a:extLst>
              <a:ext uri="{FF2B5EF4-FFF2-40B4-BE49-F238E27FC236}">
                <a16:creationId xmlns:a16="http://schemas.microsoft.com/office/drawing/2014/main" id="{8EFA0477-F19C-4704-BF8B-4D8BD88B5C05}"/>
              </a:ext>
            </a:extLst>
          </p:cNvPr>
          <p:cNvSpPr>
            <a:spLocks noChangeArrowheads="1"/>
          </p:cNvSpPr>
          <p:nvPr/>
        </p:nvSpPr>
        <p:spPr bwMode="auto">
          <a:xfrm>
            <a:off x="5029200" y="4724400"/>
            <a:ext cx="3657600" cy="9144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eaLnBrk="1" hangingPunct="1"/>
            <a:r>
              <a:rPr lang="en-US" altLang="en-US" sz="2800" b="1"/>
              <a:t>Your Default Brand</a:t>
            </a:r>
          </a:p>
        </p:txBody>
      </p:sp>
      <p:grpSp>
        <p:nvGrpSpPr>
          <p:cNvPr id="11272" name="Group 39">
            <a:extLst>
              <a:ext uri="{FF2B5EF4-FFF2-40B4-BE49-F238E27FC236}">
                <a16:creationId xmlns:a16="http://schemas.microsoft.com/office/drawing/2014/main" id="{717841BE-16DD-4321-BF1B-265836ED97F1}"/>
              </a:ext>
            </a:extLst>
          </p:cNvPr>
          <p:cNvGrpSpPr>
            <a:grpSpLocks/>
          </p:cNvGrpSpPr>
          <p:nvPr/>
        </p:nvGrpSpPr>
        <p:grpSpPr bwMode="auto">
          <a:xfrm flipV="1">
            <a:off x="6477000" y="1371600"/>
            <a:ext cx="762000" cy="528638"/>
            <a:chOff x="1344" y="1008"/>
            <a:chExt cx="480" cy="333"/>
          </a:xfrm>
        </p:grpSpPr>
        <p:sp>
          <p:nvSpPr>
            <p:cNvPr id="11283" name="AutoShape 35">
              <a:extLst>
                <a:ext uri="{FF2B5EF4-FFF2-40B4-BE49-F238E27FC236}">
                  <a16:creationId xmlns:a16="http://schemas.microsoft.com/office/drawing/2014/main" id="{6A72D732-563C-43EF-B3C9-F4FC2F30A1A1}"/>
                </a:ext>
              </a:extLst>
            </p:cNvPr>
            <p:cNvSpPr>
              <a:spLocks noChangeAspect="1" noChangeArrowheads="1" noTextEdit="1"/>
            </p:cNvSpPr>
            <p:nvPr/>
          </p:nvSpPr>
          <p:spPr bwMode="auto">
            <a:xfrm>
              <a:off x="1344" y="1008"/>
              <a:ext cx="48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84" name="Freeform 37">
              <a:extLst>
                <a:ext uri="{FF2B5EF4-FFF2-40B4-BE49-F238E27FC236}">
                  <a16:creationId xmlns:a16="http://schemas.microsoft.com/office/drawing/2014/main" id="{FF72160E-C876-4357-BC8D-336948492386}"/>
                </a:ext>
              </a:extLst>
            </p:cNvPr>
            <p:cNvSpPr>
              <a:spLocks/>
            </p:cNvSpPr>
            <p:nvPr/>
          </p:nvSpPr>
          <p:spPr bwMode="auto">
            <a:xfrm>
              <a:off x="1344" y="1008"/>
              <a:ext cx="480" cy="333"/>
            </a:xfrm>
            <a:custGeom>
              <a:avLst/>
              <a:gdLst>
                <a:gd name="T0" fmla="*/ 0 w 16320"/>
                <a:gd name="T1" fmla="*/ 0 h 11322"/>
                <a:gd name="T2" fmla="*/ 0 w 16320"/>
                <a:gd name="T3" fmla="*/ 0 h 11322"/>
                <a:gd name="T4" fmla="*/ 0 w 16320"/>
                <a:gd name="T5" fmla="*/ 0 h 11322"/>
                <a:gd name="T6" fmla="*/ 0 w 16320"/>
                <a:gd name="T7" fmla="*/ 0 h 11322"/>
                <a:gd name="T8" fmla="*/ 0 w 16320"/>
                <a:gd name="T9" fmla="*/ 0 h 11322"/>
                <a:gd name="T10" fmla="*/ 0 w 16320"/>
                <a:gd name="T11" fmla="*/ 0 h 11322"/>
                <a:gd name="T12" fmla="*/ 0 w 16320"/>
                <a:gd name="T13" fmla="*/ 0 h 11322"/>
                <a:gd name="T14" fmla="*/ 0 w 16320"/>
                <a:gd name="T15" fmla="*/ 0 h 11322"/>
                <a:gd name="T16" fmla="*/ 0 w 16320"/>
                <a:gd name="T17" fmla="*/ 0 h 11322"/>
                <a:gd name="T18" fmla="*/ 0 w 16320"/>
                <a:gd name="T19" fmla="*/ 0 h 11322"/>
                <a:gd name="T20" fmla="*/ 0 w 16320"/>
                <a:gd name="T21" fmla="*/ 0 h 11322"/>
                <a:gd name="T22" fmla="*/ 0 w 16320"/>
                <a:gd name="T23" fmla="*/ 0 h 11322"/>
                <a:gd name="T24" fmla="*/ 0 w 16320"/>
                <a:gd name="T25" fmla="*/ 0 h 11322"/>
                <a:gd name="T26" fmla="*/ 0 w 16320"/>
                <a:gd name="T27" fmla="*/ 0 h 11322"/>
                <a:gd name="T28" fmla="*/ 0 w 16320"/>
                <a:gd name="T29" fmla="*/ 0 h 11322"/>
                <a:gd name="T30" fmla="*/ 0 w 16320"/>
                <a:gd name="T31" fmla="*/ 0 h 11322"/>
                <a:gd name="T32" fmla="*/ 0 w 16320"/>
                <a:gd name="T33" fmla="*/ 0 h 11322"/>
                <a:gd name="T34" fmla="*/ 0 w 16320"/>
                <a:gd name="T35" fmla="*/ 0 h 11322"/>
                <a:gd name="T36" fmla="*/ 0 w 16320"/>
                <a:gd name="T37" fmla="*/ 0 h 11322"/>
                <a:gd name="T38" fmla="*/ 0 w 16320"/>
                <a:gd name="T39" fmla="*/ 0 h 11322"/>
                <a:gd name="T40" fmla="*/ 0 w 16320"/>
                <a:gd name="T41" fmla="*/ 0 h 11322"/>
                <a:gd name="T42" fmla="*/ 0 w 16320"/>
                <a:gd name="T43" fmla="*/ 0 h 11322"/>
                <a:gd name="T44" fmla="*/ 0 w 16320"/>
                <a:gd name="T45" fmla="*/ 0 h 11322"/>
                <a:gd name="T46" fmla="*/ 0 w 16320"/>
                <a:gd name="T47" fmla="*/ 0 h 11322"/>
                <a:gd name="T48" fmla="*/ 0 w 16320"/>
                <a:gd name="T49" fmla="*/ 0 h 11322"/>
                <a:gd name="T50" fmla="*/ 0 w 16320"/>
                <a:gd name="T51" fmla="*/ 0 h 11322"/>
                <a:gd name="T52" fmla="*/ 0 w 16320"/>
                <a:gd name="T53" fmla="*/ 0 h 11322"/>
                <a:gd name="T54" fmla="*/ 0 w 16320"/>
                <a:gd name="T55" fmla="*/ 0 h 11322"/>
                <a:gd name="T56" fmla="*/ 0 w 16320"/>
                <a:gd name="T57" fmla="*/ 0 h 11322"/>
                <a:gd name="T58" fmla="*/ 0 w 16320"/>
                <a:gd name="T59" fmla="*/ 0 h 11322"/>
                <a:gd name="T60" fmla="*/ 0 w 16320"/>
                <a:gd name="T61" fmla="*/ 0 h 11322"/>
                <a:gd name="T62" fmla="*/ 0 w 16320"/>
                <a:gd name="T63" fmla="*/ 0 h 11322"/>
                <a:gd name="T64" fmla="*/ 0 w 16320"/>
                <a:gd name="T65" fmla="*/ 0 h 11322"/>
                <a:gd name="T66" fmla="*/ 0 w 16320"/>
                <a:gd name="T67" fmla="*/ 0 h 11322"/>
                <a:gd name="T68" fmla="*/ 0 w 16320"/>
                <a:gd name="T69" fmla="*/ 0 h 11322"/>
                <a:gd name="T70" fmla="*/ 0 w 16320"/>
                <a:gd name="T71" fmla="*/ 0 h 11322"/>
                <a:gd name="T72" fmla="*/ 0 w 16320"/>
                <a:gd name="T73" fmla="*/ 0 h 11322"/>
                <a:gd name="T74" fmla="*/ 0 w 16320"/>
                <a:gd name="T75" fmla="*/ 0 h 11322"/>
                <a:gd name="T76" fmla="*/ 0 w 16320"/>
                <a:gd name="T77" fmla="*/ 0 h 11322"/>
                <a:gd name="T78" fmla="*/ 0 w 16320"/>
                <a:gd name="T79" fmla="*/ 0 h 11322"/>
                <a:gd name="T80" fmla="*/ 0 w 16320"/>
                <a:gd name="T81" fmla="*/ 0 h 11322"/>
                <a:gd name="T82" fmla="*/ 0 w 16320"/>
                <a:gd name="T83" fmla="*/ 0 h 11322"/>
                <a:gd name="T84" fmla="*/ 0 w 16320"/>
                <a:gd name="T85" fmla="*/ 0 h 11322"/>
                <a:gd name="T86" fmla="*/ 0 w 16320"/>
                <a:gd name="T87" fmla="*/ 0 h 11322"/>
                <a:gd name="T88" fmla="*/ 0 w 16320"/>
                <a:gd name="T89" fmla="*/ 0 h 11322"/>
                <a:gd name="T90" fmla="*/ 0 w 16320"/>
                <a:gd name="T91" fmla="*/ 0 h 11322"/>
                <a:gd name="T92" fmla="*/ 0 w 16320"/>
                <a:gd name="T93" fmla="*/ 0 h 11322"/>
                <a:gd name="T94" fmla="*/ 0 w 16320"/>
                <a:gd name="T95" fmla="*/ 0 h 11322"/>
                <a:gd name="T96" fmla="*/ 0 w 16320"/>
                <a:gd name="T97" fmla="*/ 0 h 11322"/>
                <a:gd name="T98" fmla="*/ 0 w 16320"/>
                <a:gd name="T99" fmla="*/ 0 h 11322"/>
                <a:gd name="T100" fmla="*/ 0 w 16320"/>
                <a:gd name="T101" fmla="*/ 0 h 11322"/>
                <a:gd name="T102" fmla="*/ 0 w 16320"/>
                <a:gd name="T103" fmla="*/ 0 h 11322"/>
                <a:gd name="T104" fmla="*/ 0 w 16320"/>
                <a:gd name="T105" fmla="*/ 0 h 1132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320"/>
                <a:gd name="T160" fmla="*/ 0 h 11322"/>
                <a:gd name="T161" fmla="*/ 16320 w 16320"/>
                <a:gd name="T162" fmla="*/ 11322 h 1132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320" h="11322">
                  <a:moveTo>
                    <a:pt x="5215" y="11322"/>
                  </a:moveTo>
                  <a:lnTo>
                    <a:pt x="5131" y="11297"/>
                  </a:lnTo>
                  <a:lnTo>
                    <a:pt x="5066" y="11276"/>
                  </a:lnTo>
                  <a:lnTo>
                    <a:pt x="5041" y="11268"/>
                  </a:lnTo>
                  <a:lnTo>
                    <a:pt x="5018" y="11260"/>
                  </a:lnTo>
                  <a:lnTo>
                    <a:pt x="4999" y="11253"/>
                  </a:lnTo>
                  <a:lnTo>
                    <a:pt x="4983" y="11246"/>
                  </a:lnTo>
                  <a:lnTo>
                    <a:pt x="4968" y="11238"/>
                  </a:lnTo>
                  <a:lnTo>
                    <a:pt x="4956" y="11231"/>
                  </a:lnTo>
                  <a:lnTo>
                    <a:pt x="4945" y="11224"/>
                  </a:lnTo>
                  <a:lnTo>
                    <a:pt x="4934" y="11216"/>
                  </a:lnTo>
                  <a:lnTo>
                    <a:pt x="4913" y="11198"/>
                  </a:lnTo>
                  <a:lnTo>
                    <a:pt x="4890" y="11175"/>
                  </a:lnTo>
                  <a:lnTo>
                    <a:pt x="4891" y="10971"/>
                  </a:lnTo>
                  <a:lnTo>
                    <a:pt x="4893" y="10768"/>
                  </a:lnTo>
                  <a:lnTo>
                    <a:pt x="4896" y="10566"/>
                  </a:lnTo>
                  <a:lnTo>
                    <a:pt x="4899" y="10363"/>
                  </a:lnTo>
                  <a:lnTo>
                    <a:pt x="4907" y="9958"/>
                  </a:lnTo>
                  <a:lnTo>
                    <a:pt x="4917" y="9553"/>
                  </a:lnTo>
                  <a:lnTo>
                    <a:pt x="4930" y="9150"/>
                  </a:lnTo>
                  <a:lnTo>
                    <a:pt x="4942" y="8747"/>
                  </a:lnTo>
                  <a:lnTo>
                    <a:pt x="4955" y="8344"/>
                  </a:lnTo>
                  <a:lnTo>
                    <a:pt x="4968" y="7944"/>
                  </a:lnTo>
                  <a:lnTo>
                    <a:pt x="4981" y="7543"/>
                  </a:lnTo>
                  <a:lnTo>
                    <a:pt x="4992" y="7144"/>
                  </a:lnTo>
                  <a:lnTo>
                    <a:pt x="4997" y="6945"/>
                  </a:lnTo>
                  <a:lnTo>
                    <a:pt x="5001" y="6746"/>
                  </a:lnTo>
                  <a:lnTo>
                    <a:pt x="5005" y="6547"/>
                  </a:lnTo>
                  <a:lnTo>
                    <a:pt x="5008" y="6349"/>
                  </a:lnTo>
                  <a:lnTo>
                    <a:pt x="5011" y="6150"/>
                  </a:lnTo>
                  <a:lnTo>
                    <a:pt x="5013" y="5952"/>
                  </a:lnTo>
                  <a:lnTo>
                    <a:pt x="5014" y="5754"/>
                  </a:lnTo>
                  <a:lnTo>
                    <a:pt x="5014" y="5558"/>
                  </a:lnTo>
                  <a:lnTo>
                    <a:pt x="5014" y="5360"/>
                  </a:lnTo>
                  <a:lnTo>
                    <a:pt x="5012" y="5163"/>
                  </a:lnTo>
                  <a:lnTo>
                    <a:pt x="5010" y="4966"/>
                  </a:lnTo>
                  <a:lnTo>
                    <a:pt x="5006" y="4771"/>
                  </a:lnTo>
                  <a:lnTo>
                    <a:pt x="4942" y="4775"/>
                  </a:lnTo>
                  <a:lnTo>
                    <a:pt x="4880" y="4778"/>
                  </a:lnTo>
                  <a:lnTo>
                    <a:pt x="4810" y="4780"/>
                  </a:lnTo>
                  <a:lnTo>
                    <a:pt x="4728" y="4781"/>
                  </a:lnTo>
                  <a:lnTo>
                    <a:pt x="4624" y="4780"/>
                  </a:lnTo>
                  <a:lnTo>
                    <a:pt x="4491" y="4777"/>
                  </a:lnTo>
                  <a:lnTo>
                    <a:pt x="4324" y="4772"/>
                  </a:lnTo>
                  <a:lnTo>
                    <a:pt x="4113" y="4764"/>
                  </a:lnTo>
                  <a:lnTo>
                    <a:pt x="3852" y="4754"/>
                  </a:lnTo>
                  <a:lnTo>
                    <a:pt x="3533" y="4741"/>
                  </a:lnTo>
                  <a:lnTo>
                    <a:pt x="3150" y="4725"/>
                  </a:lnTo>
                  <a:lnTo>
                    <a:pt x="2694" y="4705"/>
                  </a:lnTo>
                  <a:lnTo>
                    <a:pt x="2158" y="4681"/>
                  </a:lnTo>
                  <a:lnTo>
                    <a:pt x="1535" y="4653"/>
                  </a:lnTo>
                  <a:lnTo>
                    <a:pt x="818" y="4622"/>
                  </a:lnTo>
                  <a:lnTo>
                    <a:pt x="0" y="4584"/>
                  </a:lnTo>
                  <a:lnTo>
                    <a:pt x="18" y="4575"/>
                  </a:lnTo>
                  <a:lnTo>
                    <a:pt x="36" y="4567"/>
                  </a:lnTo>
                  <a:lnTo>
                    <a:pt x="55" y="4559"/>
                  </a:lnTo>
                  <a:lnTo>
                    <a:pt x="80" y="4550"/>
                  </a:lnTo>
                  <a:lnTo>
                    <a:pt x="109" y="4542"/>
                  </a:lnTo>
                  <a:lnTo>
                    <a:pt x="147" y="4533"/>
                  </a:lnTo>
                  <a:lnTo>
                    <a:pt x="195" y="4523"/>
                  </a:lnTo>
                  <a:lnTo>
                    <a:pt x="256" y="4512"/>
                  </a:lnTo>
                  <a:lnTo>
                    <a:pt x="330" y="4499"/>
                  </a:lnTo>
                  <a:lnTo>
                    <a:pt x="422" y="4484"/>
                  </a:lnTo>
                  <a:lnTo>
                    <a:pt x="533" y="4467"/>
                  </a:lnTo>
                  <a:lnTo>
                    <a:pt x="665" y="4446"/>
                  </a:lnTo>
                  <a:lnTo>
                    <a:pt x="819" y="4423"/>
                  </a:lnTo>
                  <a:lnTo>
                    <a:pt x="999" y="4395"/>
                  </a:lnTo>
                  <a:lnTo>
                    <a:pt x="1206" y="4365"/>
                  </a:lnTo>
                  <a:lnTo>
                    <a:pt x="1441" y="4329"/>
                  </a:lnTo>
                  <a:lnTo>
                    <a:pt x="1694" y="4256"/>
                  </a:lnTo>
                  <a:lnTo>
                    <a:pt x="1945" y="4180"/>
                  </a:lnTo>
                  <a:lnTo>
                    <a:pt x="2196" y="4103"/>
                  </a:lnTo>
                  <a:lnTo>
                    <a:pt x="2446" y="4023"/>
                  </a:lnTo>
                  <a:lnTo>
                    <a:pt x="2694" y="3941"/>
                  </a:lnTo>
                  <a:lnTo>
                    <a:pt x="2941" y="3856"/>
                  </a:lnTo>
                  <a:lnTo>
                    <a:pt x="3186" y="3769"/>
                  </a:lnTo>
                  <a:lnTo>
                    <a:pt x="3429" y="3678"/>
                  </a:lnTo>
                  <a:lnTo>
                    <a:pt x="3671" y="3583"/>
                  </a:lnTo>
                  <a:lnTo>
                    <a:pt x="3910" y="3485"/>
                  </a:lnTo>
                  <a:lnTo>
                    <a:pt x="4146" y="3384"/>
                  </a:lnTo>
                  <a:lnTo>
                    <a:pt x="4381" y="3278"/>
                  </a:lnTo>
                  <a:lnTo>
                    <a:pt x="4612" y="3169"/>
                  </a:lnTo>
                  <a:lnTo>
                    <a:pt x="4841" y="3055"/>
                  </a:lnTo>
                  <a:lnTo>
                    <a:pt x="5066" y="2936"/>
                  </a:lnTo>
                  <a:lnTo>
                    <a:pt x="5288" y="2812"/>
                  </a:lnTo>
                  <a:lnTo>
                    <a:pt x="5506" y="2683"/>
                  </a:lnTo>
                  <a:lnTo>
                    <a:pt x="5721" y="2549"/>
                  </a:lnTo>
                  <a:lnTo>
                    <a:pt x="5932" y="2410"/>
                  </a:lnTo>
                  <a:lnTo>
                    <a:pt x="6139" y="2265"/>
                  </a:lnTo>
                  <a:lnTo>
                    <a:pt x="6342" y="2114"/>
                  </a:lnTo>
                  <a:lnTo>
                    <a:pt x="6540" y="1956"/>
                  </a:lnTo>
                  <a:lnTo>
                    <a:pt x="6735" y="1793"/>
                  </a:lnTo>
                  <a:lnTo>
                    <a:pt x="6924" y="1623"/>
                  </a:lnTo>
                  <a:lnTo>
                    <a:pt x="7108" y="1445"/>
                  </a:lnTo>
                  <a:lnTo>
                    <a:pt x="7287" y="1262"/>
                  </a:lnTo>
                  <a:lnTo>
                    <a:pt x="7461" y="1071"/>
                  </a:lnTo>
                  <a:lnTo>
                    <a:pt x="7630" y="873"/>
                  </a:lnTo>
                  <a:lnTo>
                    <a:pt x="7793" y="667"/>
                  </a:lnTo>
                  <a:lnTo>
                    <a:pt x="7950" y="453"/>
                  </a:lnTo>
                  <a:lnTo>
                    <a:pt x="8101" y="230"/>
                  </a:lnTo>
                  <a:lnTo>
                    <a:pt x="8246" y="0"/>
                  </a:lnTo>
                  <a:lnTo>
                    <a:pt x="8280" y="0"/>
                  </a:lnTo>
                  <a:lnTo>
                    <a:pt x="8315" y="1"/>
                  </a:lnTo>
                  <a:lnTo>
                    <a:pt x="8350" y="3"/>
                  </a:lnTo>
                  <a:lnTo>
                    <a:pt x="8384" y="5"/>
                  </a:lnTo>
                  <a:lnTo>
                    <a:pt x="8420" y="7"/>
                  </a:lnTo>
                  <a:lnTo>
                    <a:pt x="8455" y="10"/>
                  </a:lnTo>
                  <a:lnTo>
                    <a:pt x="8489" y="12"/>
                  </a:lnTo>
                  <a:lnTo>
                    <a:pt x="8524" y="15"/>
                  </a:lnTo>
                  <a:lnTo>
                    <a:pt x="8534" y="69"/>
                  </a:lnTo>
                  <a:lnTo>
                    <a:pt x="8548" y="122"/>
                  </a:lnTo>
                  <a:lnTo>
                    <a:pt x="8565" y="174"/>
                  </a:lnTo>
                  <a:lnTo>
                    <a:pt x="8584" y="225"/>
                  </a:lnTo>
                  <a:lnTo>
                    <a:pt x="8606" y="276"/>
                  </a:lnTo>
                  <a:lnTo>
                    <a:pt x="8630" y="326"/>
                  </a:lnTo>
                  <a:lnTo>
                    <a:pt x="8657" y="375"/>
                  </a:lnTo>
                  <a:lnTo>
                    <a:pt x="8684" y="423"/>
                  </a:lnTo>
                  <a:lnTo>
                    <a:pt x="8715" y="471"/>
                  </a:lnTo>
                  <a:lnTo>
                    <a:pt x="8747" y="518"/>
                  </a:lnTo>
                  <a:lnTo>
                    <a:pt x="8780" y="566"/>
                  </a:lnTo>
                  <a:lnTo>
                    <a:pt x="8814" y="612"/>
                  </a:lnTo>
                  <a:lnTo>
                    <a:pt x="8850" y="659"/>
                  </a:lnTo>
                  <a:lnTo>
                    <a:pt x="8886" y="704"/>
                  </a:lnTo>
                  <a:lnTo>
                    <a:pt x="8923" y="750"/>
                  </a:lnTo>
                  <a:lnTo>
                    <a:pt x="8960" y="796"/>
                  </a:lnTo>
                  <a:lnTo>
                    <a:pt x="9035" y="887"/>
                  </a:lnTo>
                  <a:lnTo>
                    <a:pt x="9110" y="979"/>
                  </a:lnTo>
                  <a:lnTo>
                    <a:pt x="9146" y="1025"/>
                  </a:lnTo>
                  <a:lnTo>
                    <a:pt x="9182" y="1071"/>
                  </a:lnTo>
                  <a:lnTo>
                    <a:pt x="9217" y="1118"/>
                  </a:lnTo>
                  <a:lnTo>
                    <a:pt x="9250" y="1165"/>
                  </a:lnTo>
                  <a:lnTo>
                    <a:pt x="9282" y="1213"/>
                  </a:lnTo>
                  <a:lnTo>
                    <a:pt x="9313" y="1261"/>
                  </a:lnTo>
                  <a:lnTo>
                    <a:pt x="9342" y="1310"/>
                  </a:lnTo>
                  <a:lnTo>
                    <a:pt x="9369" y="1360"/>
                  </a:lnTo>
                  <a:lnTo>
                    <a:pt x="9394" y="1410"/>
                  </a:lnTo>
                  <a:lnTo>
                    <a:pt x="9417" y="1460"/>
                  </a:lnTo>
                  <a:lnTo>
                    <a:pt x="9437" y="1512"/>
                  </a:lnTo>
                  <a:lnTo>
                    <a:pt x="9454" y="1565"/>
                  </a:lnTo>
                  <a:lnTo>
                    <a:pt x="9478" y="1565"/>
                  </a:lnTo>
                  <a:lnTo>
                    <a:pt x="9501" y="1565"/>
                  </a:lnTo>
                  <a:lnTo>
                    <a:pt x="9527" y="1565"/>
                  </a:lnTo>
                  <a:lnTo>
                    <a:pt x="9555" y="1565"/>
                  </a:lnTo>
                  <a:lnTo>
                    <a:pt x="9566" y="1584"/>
                  </a:lnTo>
                  <a:lnTo>
                    <a:pt x="9577" y="1602"/>
                  </a:lnTo>
                  <a:lnTo>
                    <a:pt x="9589" y="1620"/>
                  </a:lnTo>
                  <a:lnTo>
                    <a:pt x="9600" y="1637"/>
                  </a:lnTo>
                  <a:lnTo>
                    <a:pt x="9612" y="1653"/>
                  </a:lnTo>
                  <a:lnTo>
                    <a:pt x="9625" y="1670"/>
                  </a:lnTo>
                  <a:lnTo>
                    <a:pt x="9637" y="1685"/>
                  </a:lnTo>
                  <a:lnTo>
                    <a:pt x="9650" y="1700"/>
                  </a:lnTo>
                  <a:lnTo>
                    <a:pt x="9677" y="1729"/>
                  </a:lnTo>
                  <a:lnTo>
                    <a:pt x="9705" y="1756"/>
                  </a:lnTo>
                  <a:lnTo>
                    <a:pt x="9734" y="1783"/>
                  </a:lnTo>
                  <a:lnTo>
                    <a:pt x="9765" y="1808"/>
                  </a:lnTo>
                  <a:lnTo>
                    <a:pt x="9797" y="1834"/>
                  </a:lnTo>
                  <a:lnTo>
                    <a:pt x="9832" y="1859"/>
                  </a:lnTo>
                  <a:lnTo>
                    <a:pt x="9867" y="1885"/>
                  </a:lnTo>
                  <a:lnTo>
                    <a:pt x="9904" y="1910"/>
                  </a:lnTo>
                  <a:lnTo>
                    <a:pt x="9986" y="1966"/>
                  </a:lnTo>
                  <a:lnTo>
                    <a:pt x="10075" y="2029"/>
                  </a:lnTo>
                  <a:lnTo>
                    <a:pt x="10090" y="2077"/>
                  </a:lnTo>
                  <a:lnTo>
                    <a:pt x="10119" y="2130"/>
                  </a:lnTo>
                  <a:lnTo>
                    <a:pt x="10161" y="2188"/>
                  </a:lnTo>
                  <a:lnTo>
                    <a:pt x="10215" y="2248"/>
                  </a:lnTo>
                  <a:lnTo>
                    <a:pt x="10281" y="2312"/>
                  </a:lnTo>
                  <a:lnTo>
                    <a:pt x="10356" y="2379"/>
                  </a:lnTo>
                  <a:lnTo>
                    <a:pt x="10442" y="2448"/>
                  </a:lnTo>
                  <a:lnTo>
                    <a:pt x="10536" y="2520"/>
                  </a:lnTo>
                  <a:lnTo>
                    <a:pt x="10638" y="2594"/>
                  </a:lnTo>
                  <a:lnTo>
                    <a:pt x="10747" y="2670"/>
                  </a:lnTo>
                  <a:lnTo>
                    <a:pt x="10862" y="2746"/>
                  </a:lnTo>
                  <a:lnTo>
                    <a:pt x="10983" y="2825"/>
                  </a:lnTo>
                  <a:lnTo>
                    <a:pt x="11109" y="2903"/>
                  </a:lnTo>
                  <a:lnTo>
                    <a:pt x="11238" y="2983"/>
                  </a:lnTo>
                  <a:lnTo>
                    <a:pt x="11372" y="3062"/>
                  </a:lnTo>
                  <a:lnTo>
                    <a:pt x="11507" y="3142"/>
                  </a:lnTo>
                  <a:lnTo>
                    <a:pt x="11643" y="3220"/>
                  </a:lnTo>
                  <a:lnTo>
                    <a:pt x="11781" y="3298"/>
                  </a:lnTo>
                  <a:lnTo>
                    <a:pt x="11918" y="3374"/>
                  </a:lnTo>
                  <a:lnTo>
                    <a:pt x="12054" y="3450"/>
                  </a:lnTo>
                  <a:lnTo>
                    <a:pt x="12189" y="3523"/>
                  </a:lnTo>
                  <a:lnTo>
                    <a:pt x="12322" y="3594"/>
                  </a:lnTo>
                  <a:lnTo>
                    <a:pt x="12450" y="3663"/>
                  </a:lnTo>
                  <a:lnTo>
                    <a:pt x="12575" y="3729"/>
                  </a:lnTo>
                  <a:lnTo>
                    <a:pt x="12809" y="3851"/>
                  </a:lnTo>
                  <a:lnTo>
                    <a:pt x="13017" y="3959"/>
                  </a:lnTo>
                  <a:lnTo>
                    <a:pt x="13193" y="4050"/>
                  </a:lnTo>
                  <a:lnTo>
                    <a:pt x="13328" y="4120"/>
                  </a:lnTo>
                  <a:lnTo>
                    <a:pt x="13461" y="4171"/>
                  </a:lnTo>
                  <a:lnTo>
                    <a:pt x="13594" y="4222"/>
                  </a:lnTo>
                  <a:lnTo>
                    <a:pt x="13725" y="4273"/>
                  </a:lnTo>
                  <a:lnTo>
                    <a:pt x="13858" y="4324"/>
                  </a:lnTo>
                  <a:lnTo>
                    <a:pt x="13989" y="4376"/>
                  </a:lnTo>
                  <a:lnTo>
                    <a:pt x="14122" y="4428"/>
                  </a:lnTo>
                  <a:lnTo>
                    <a:pt x="14255" y="4479"/>
                  </a:lnTo>
                  <a:lnTo>
                    <a:pt x="14386" y="4531"/>
                  </a:lnTo>
                  <a:lnTo>
                    <a:pt x="14519" y="4583"/>
                  </a:lnTo>
                  <a:lnTo>
                    <a:pt x="14651" y="4635"/>
                  </a:lnTo>
                  <a:lnTo>
                    <a:pt x="14783" y="4687"/>
                  </a:lnTo>
                  <a:lnTo>
                    <a:pt x="14915" y="4740"/>
                  </a:lnTo>
                  <a:lnTo>
                    <a:pt x="15048" y="4792"/>
                  </a:lnTo>
                  <a:lnTo>
                    <a:pt x="15180" y="4844"/>
                  </a:lnTo>
                  <a:lnTo>
                    <a:pt x="15312" y="4896"/>
                  </a:lnTo>
                  <a:lnTo>
                    <a:pt x="15445" y="4949"/>
                  </a:lnTo>
                  <a:lnTo>
                    <a:pt x="15484" y="4957"/>
                  </a:lnTo>
                  <a:lnTo>
                    <a:pt x="15531" y="4966"/>
                  </a:lnTo>
                  <a:lnTo>
                    <a:pt x="15585" y="4975"/>
                  </a:lnTo>
                  <a:lnTo>
                    <a:pt x="15644" y="4987"/>
                  </a:lnTo>
                  <a:lnTo>
                    <a:pt x="15706" y="4998"/>
                  </a:lnTo>
                  <a:lnTo>
                    <a:pt x="15772" y="5012"/>
                  </a:lnTo>
                  <a:lnTo>
                    <a:pt x="15806" y="5019"/>
                  </a:lnTo>
                  <a:lnTo>
                    <a:pt x="15841" y="5027"/>
                  </a:lnTo>
                  <a:lnTo>
                    <a:pt x="15874" y="5037"/>
                  </a:lnTo>
                  <a:lnTo>
                    <a:pt x="15908" y="5046"/>
                  </a:lnTo>
                  <a:lnTo>
                    <a:pt x="15943" y="5057"/>
                  </a:lnTo>
                  <a:lnTo>
                    <a:pt x="15975" y="5068"/>
                  </a:lnTo>
                  <a:lnTo>
                    <a:pt x="16009" y="5079"/>
                  </a:lnTo>
                  <a:lnTo>
                    <a:pt x="16041" y="5093"/>
                  </a:lnTo>
                  <a:lnTo>
                    <a:pt x="16072" y="5107"/>
                  </a:lnTo>
                  <a:lnTo>
                    <a:pt x="16103" y="5121"/>
                  </a:lnTo>
                  <a:lnTo>
                    <a:pt x="16132" y="5138"/>
                  </a:lnTo>
                  <a:lnTo>
                    <a:pt x="16160" y="5154"/>
                  </a:lnTo>
                  <a:lnTo>
                    <a:pt x="16186" y="5172"/>
                  </a:lnTo>
                  <a:lnTo>
                    <a:pt x="16212" y="5192"/>
                  </a:lnTo>
                  <a:lnTo>
                    <a:pt x="16235" y="5212"/>
                  </a:lnTo>
                  <a:lnTo>
                    <a:pt x="16257" y="5234"/>
                  </a:lnTo>
                  <a:lnTo>
                    <a:pt x="16276" y="5258"/>
                  </a:lnTo>
                  <a:lnTo>
                    <a:pt x="16293" y="5282"/>
                  </a:lnTo>
                  <a:lnTo>
                    <a:pt x="16308" y="5308"/>
                  </a:lnTo>
                  <a:lnTo>
                    <a:pt x="16320" y="5335"/>
                  </a:lnTo>
                  <a:lnTo>
                    <a:pt x="16215" y="5326"/>
                  </a:lnTo>
                  <a:lnTo>
                    <a:pt x="16095" y="5317"/>
                  </a:lnTo>
                  <a:lnTo>
                    <a:pt x="15963" y="5308"/>
                  </a:lnTo>
                  <a:lnTo>
                    <a:pt x="15818" y="5298"/>
                  </a:lnTo>
                  <a:lnTo>
                    <a:pt x="15664" y="5288"/>
                  </a:lnTo>
                  <a:lnTo>
                    <a:pt x="15499" y="5279"/>
                  </a:lnTo>
                  <a:lnTo>
                    <a:pt x="15327" y="5270"/>
                  </a:lnTo>
                  <a:lnTo>
                    <a:pt x="15146" y="5262"/>
                  </a:lnTo>
                  <a:lnTo>
                    <a:pt x="14959" y="5254"/>
                  </a:lnTo>
                  <a:lnTo>
                    <a:pt x="14769" y="5246"/>
                  </a:lnTo>
                  <a:lnTo>
                    <a:pt x="14573" y="5237"/>
                  </a:lnTo>
                  <a:lnTo>
                    <a:pt x="14374" y="5230"/>
                  </a:lnTo>
                  <a:lnTo>
                    <a:pt x="14174" y="5224"/>
                  </a:lnTo>
                  <a:lnTo>
                    <a:pt x="13973" y="5218"/>
                  </a:lnTo>
                  <a:lnTo>
                    <a:pt x="13772" y="5213"/>
                  </a:lnTo>
                  <a:lnTo>
                    <a:pt x="13573" y="5208"/>
                  </a:lnTo>
                  <a:lnTo>
                    <a:pt x="13376" y="5204"/>
                  </a:lnTo>
                  <a:lnTo>
                    <a:pt x="13184" y="5201"/>
                  </a:lnTo>
                  <a:lnTo>
                    <a:pt x="12996" y="5199"/>
                  </a:lnTo>
                  <a:lnTo>
                    <a:pt x="12814" y="5197"/>
                  </a:lnTo>
                  <a:lnTo>
                    <a:pt x="12639" y="5197"/>
                  </a:lnTo>
                  <a:lnTo>
                    <a:pt x="12473" y="5197"/>
                  </a:lnTo>
                  <a:lnTo>
                    <a:pt x="12314" y="5199"/>
                  </a:lnTo>
                  <a:lnTo>
                    <a:pt x="12168" y="5201"/>
                  </a:lnTo>
                  <a:lnTo>
                    <a:pt x="12033" y="5205"/>
                  </a:lnTo>
                  <a:lnTo>
                    <a:pt x="11910" y="5209"/>
                  </a:lnTo>
                  <a:lnTo>
                    <a:pt x="11800" y="5215"/>
                  </a:lnTo>
                  <a:lnTo>
                    <a:pt x="11707" y="5223"/>
                  </a:lnTo>
                  <a:lnTo>
                    <a:pt x="11628" y="5231"/>
                  </a:lnTo>
                  <a:lnTo>
                    <a:pt x="11567" y="5242"/>
                  </a:lnTo>
                  <a:lnTo>
                    <a:pt x="11524" y="5253"/>
                  </a:lnTo>
                  <a:lnTo>
                    <a:pt x="11499" y="5266"/>
                  </a:lnTo>
                  <a:lnTo>
                    <a:pt x="11492" y="5389"/>
                  </a:lnTo>
                  <a:lnTo>
                    <a:pt x="11485" y="5513"/>
                  </a:lnTo>
                  <a:lnTo>
                    <a:pt x="11478" y="5636"/>
                  </a:lnTo>
                  <a:lnTo>
                    <a:pt x="11471" y="5760"/>
                  </a:lnTo>
                  <a:lnTo>
                    <a:pt x="11464" y="5884"/>
                  </a:lnTo>
                  <a:lnTo>
                    <a:pt x="11457" y="6007"/>
                  </a:lnTo>
                  <a:lnTo>
                    <a:pt x="11450" y="6130"/>
                  </a:lnTo>
                  <a:lnTo>
                    <a:pt x="11441" y="6255"/>
                  </a:lnTo>
                  <a:lnTo>
                    <a:pt x="11434" y="6378"/>
                  </a:lnTo>
                  <a:lnTo>
                    <a:pt x="11427" y="6502"/>
                  </a:lnTo>
                  <a:lnTo>
                    <a:pt x="11420" y="6626"/>
                  </a:lnTo>
                  <a:lnTo>
                    <a:pt x="11413" y="6750"/>
                  </a:lnTo>
                  <a:lnTo>
                    <a:pt x="11406" y="6875"/>
                  </a:lnTo>
                  <a:lnTo>
                    <a:pt x="11399" y="6999"/>
                  </a:lnTo>
                  <a:lnTo>
                    <a:pt x="11391" y="7124"/>
                  </a:lnTo>
                  <a:lnTo>
                    <a:pt x="11383" y="7249"/>
                  </a:lnTo>
                  <a:lnTo>
                    <a:pt x="11376" y="7763"/>
                  </a:lnTo>
                  <a:lnTo>
                    <a:pt x="11370" y="8225"/>
                  </a:lnTo>
                  <a:lnTo>
                    <a:pt x="11366" y="8638"/>
                  </a:lnTo>
                  <a:lnTo>
                    <a:pt x="11364" y="9005"/>
                  </a:lnTo>
                  <a:lnTo>
                    <a:pt x="11363" y="9329"/>
                  </a:lnTo>
                  <a:lnTo>
                    <a:pt x="11362" y="9614"/>
                  </a:lnTo>
                  <a:lnTo>
                    <a:pt x="11363" y="9862"/>
                  </a:lnTo>
                  <a:lnTo>
                    <a:pt x="11364" y="10077"/>
                  </a:lnTo>
                  <a:lnTo>
                    <a:pt x="11365" y="10263"/>
                  </a:lnTo>
                  <a:lnTo>
                    <a:pt x="11366" y="10421"/>
                  </a:lnTo>
                  <a:lnTo>
                    <a:pt x="11367" y="10555"/>
                  </a:lnTo>
                  <a:lnTo>
                    <a:pt x="11367" y="10671"/>
                  </a:lnTo>
                  <a:lnTo>
                    <a:pt x="11367" y="10767"/>
                  </a:lnTo>
                  <a:lnTo>
                    <a:pt x="11366" y="10851"/>
                  </a:lnTo>
                  <a:lnTo>
                    <a:pt x="11364" y="10923"/>
                  </a:lnTo>
                  <a:lnTo>
                    <a:pt x="11361" y="10989"/>
                  </a:lnTo>
                  <a:lnTo>
                    <a:pt x="11349" y="11018"/>
                  </a:lnTo>
                  <a:lnTo>
                    <a:pt x="11337" y="11047"/>
                  </a:lnTo>
                  <a:lnTo>
                    <a:pt x="11326" y="11076"/>
                  </a:lnTo>
                  <a:lnTo>
                    <a:pt x="11314" y="11106"/>
                  </a:lnTo>
                  <a:lnTo>
                    <a:pt x="11303" y="11136"/>
                  </a:lnTo>
                  <a:lnTo>
                    <a:pt x="11290" y="11166"/>
                  </a:lnTo>
                  <a:lnTo>
                    <a:pt x="11279" y="11198"/>
                  </a:lnTo>
                  <a:lnTo>
                    <a:pt x="11268" y="11229"/>
                  </a:lnTo>
                  <a:lnTo>
                    <a:pt x="10882" y="11235"/>
                  </a:lnTo>
                  <a:lnTo>
                    <a:pt x="10499" y="11240"/>
                  </a:lnTo>
                  <a:lnTo>
                    <a:pt x="10115" y="11245"/>
                  </a:lnTo>
                  <a:lnTo>
                    <a:pt x="9733" y="11247"/>
                  </a:lnTo>
                  <a:lnTo>
                    <a:pt x="9351" y="11250"/>
                  </a:lnTo>
                  <a:lnTo>
                    <a:pt x="8971" y="11251"/>
                  </a:lnTo>
                  <a:lnTo>
                    <a:pt x="8591" y="11253"/>
                  </a:lnTo>
                  <a:lnTo>
                    <a:pt x="8212" y="11255"/>
                  </a:lnTo>
                  <a:lnTo>
                    <a:pt x="7835" y="11258"/>
                  </a:lnTo>
                  <a:lnTo>
                    <a:pt x="7457" y="11262"/>
                  </a:lnTo>
                  <a:lnTo>
                    <a:pt x="7081" y="11267"/>
                  </a:lnTo>
                  <a:lnTo>
                    <a:pt x="6705" y="11274"/>
                  </a:lnTo>
                  <a:lnTo>
                    <a:pt x="6519" y="11278"/>
                  </a:lnTo>
                  <a:lnTo>
                    <a:pt x="6331" y="11282"/>
                  </a:lnTo>
                  <a:lnTo>
                    <a:pt x="6144" y="11287"/>
                  </a:lnTo>
                  <a:lnTo>
                    <a:pt x="5959" y="11292"/>
                  </a:lnTo>
                  <a:lnTo>
                    <a:pt x="5772" y="11300"/>
                  </a:lnTo>
                  <a:lnTo>
                    <a:pt x="5587" y="11306"/>
                  </a:lnTo>
                  <a:lnTo>
                    <a:pt x="5401" y="11314"/>
                  </a:lnTo>
                  <a:lnTo>
                    <a:pt x="5215" y="11322"/>
                  </a:lnTo>
                  <a:close/>
                </a:path>
              </a:pathLst>
            </a:custGeom>
            <a:solidFill>
              <a:srgbClr val="13151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5" name="Freeform 38">
              <a:extLst>
                <a:ext uri="{FF2B5EF4-FFF2-40B4-BE49-F238E27FC236}">
                  <a16:creationId xmlns:a16="http://schemas.microsoft.com/office/drawing/2014/main" id="{1A018649-66D0-490A-89BD-BAFFF1896E36}"/>
                </a:ext>
              </a:extLst>
            </p:cNvPr>
            <p:cNvSpPr>
              <a:spLocks/>
            </p:cNvSpPr>
            <p:nvPr/>
          </p:nvSpPr>
          <p:spPr bwMode="auto">
            <a:xfrm>
              <a:off x="1399" y="1019"/>
              <a:ext cx="401" cy="316"/>
            </a:xfrm>
            <a:custGeom>
              <a:avLst/>
              <a:gdLst>
                <a:gd name="T0" fmla="*/ 0 w 13616"/>
                <a:gd name="T1" fmla="*/ 0 h 10741"/>
                <a:gd name="T2" fmla="*/ 0 w 13616"/>
                <a:gd name="T3" fmla="*/ 0 h 10741"/>
                <a:gd name="T4" fmla="*/ 0 w 13616"/>
                <a:gd name="T5" fmla="*/ 0 h 10741"/>
                <a:gd name="T6" fmla="*/ 0 w 13616"/>
                <a:gd name="T7" fmla="*/ 0 h 10741"/>
                <a:gd name="T8" fmla="*/ 0 w 13616"/>
                <a:gd name="T9" fmla="*/ 0 h 10741"/>
                <a:gd name="T10" fmla="*/ 0 w 13616"/>
                <a:gd name="T11" fmla="*/ 0 h 10741"/>
                <a:gd name="T12" fmla="*/ 0 w 13616"/>
                <a:gd name="T13" fmla="*/ 0 h 10741"/>
                <a:gd name="T14" fmla="*/ 0 w 13616"/>
                <a:gd name="T15" fmla="*/ 0 h 10741"/>
                <a:gd name="T16" fmla="*/ 0 w 13616"/>
                <a:gd name="T17" fmla="*/ 0 h 10741"/>
                <a:gd name="T18" fmla="*/ 0 w 13616"/>
                <a:gd name="T19" fmla="*/ 0 h 10741"/>
                <a:gd name="T20" fmla="*/ 0 w 13616"/>
                <a:gd name="T21" fmla="*/ 0 h 10741"/>
                <a:gd name="T22" fmla="*/ 0 w 13616"/>
                <a:gd name="T23" fmla="*/ 0 h 10741"/>
                <a:gd name="T24" fmla="*/ 0 w 13616"/>
                <a:gd name="T25" fmla="*/ 0 h 10741"/>
                <a:gd name="T26" fmla="*/ 0 w 13616"/>
                <a:gd name="T27" fmla="*/ 0 h 10741"/>
                <a:gd name="T28" fmla="*/ 0 w 13616"/>
                <a:gd name="T29" fmla="*/ 0 h 10741"/>
                <a:gd name="T30" fmla="*/ 0 w 13616"/>
                <a:gd name="T31" fmla="*/ 0 h 10741"/>
                <a:gd name="T32" fmla="*/ 0 w 13616"/>
                <a:gd name="T33" fmla="*/ 0 h 10741"/>
                <a:gd name="T34" fmla="*/ 0 w 13616"/>
                <a:gd name="T35" fmla="*/ 0 h 10741"/>
                <a:gd name="T36" fmla="*/ 0 w 13616"/>
                <a:gd name="T37" fmla="*/ 0 h 10741"/>
                <a:gd name="T38" fmla="*/ 0 w 13616"/>
                <a:gd name="T39" fmla="*/ 0 h 10741"/>
                <a:gd name="T40" fmla="*/ 0 w 13616"/>
                <a:gd name="T41" fmla="*/ 0 h 10741"/>
                <a:gd name="T42" fmla="*/ 0 w 13616"/>
                <a:gd name="T43" fmla="*/ 0 h 10741"/>
                <a:gd name="T44" fmla="*/ 0 w 13616"/>
                <a:gd name="T45" fmla="*/ 0 h 10741"/>
                <a:gd name="T46" fmla="*/ 0 w 13616"/>
                <a:gd name="T47" fmla="*/ 0 h 10741"/>
                <a:gd name="T48" fmla="*/ 0 w 13616"/>
                <a:gd name="T49" fmla="*/ 0 h 10741"/>
                <a:gd name="T50" fmla="*/ 0 w 13616"/>
                <a:gd name="T51" fmla="*/ 0 h 10741"/>
                <a:gd name="T52" fmla="*/ 0 w 13616"/>
                <a:gd name="T53" fmla="*/ 0 h 10741"/>
                <a:gd name="T54" fmla="*/ 0 w 13616"/>
                <a:gd name="T55" fmla="*/ 0 h 10741"/>
                <a:gd name="T56" fmla="*/ 0 w 13616"/>
                <a:gd name="T57" fmla="*/ 0 h 10741"/>
                <a:gd name="T58" fmla="*/ 0 w 13616"/>
                <a:gd name="T59" fmla="*/ 0 h 10741"/>
                <a:gd name="T60" fmla="*/ 0 w 13616"/>
                <a:gd name="T61" fmla="*/ 0 h 10741"/>
                <a:gd name="T62" fmla="*/ 0 w 13616"/>
                <a:gd name="T63" fmla="*/ 0 h 10741"/>
                <a:gd name="T64" fmla="*/ 0 w 13616"/>
                <a:gd name="T65" fmla="*/ 0 h 10741"/>
                <a:gd name="T66" fmla="*/ 0 w 13616"/>
                <a:gd name="T67" fmla="*/ 0 h 10741"/>
                <a:gd name="T68" fmla="*/ 0 w 13616"/>
                <a:gd name="T69" fmla="*/ 0 h 10741"/>
                <a:gd name="T70" fmla="*/ 0 w 13616"/>
                <a:gd name="T71" fmla="*/ 0 h 10741"/>
                <a:gd name="T72" fmla="*/ 0 w 13616"/>
                <a:gd name="T73" fmla="*/ 0 h 10741"/>
                <a:gd name="T74" fmla="*/ 0 w 13616"/>
                <a:gd name="T75" fmla="*/ 0 h 10741"/>
                <a:gd name="T76" fmla="*/ 0 w 13616"/>
                <a:gd name="T77" fmla="*/ 0 h 10741"/>
                <a:gd name="T78" fmla="*/ 0 w 13616"/>
                <a:gd name="T79" fmla="*/ 0 h 10741"/>
                <a:gd name="T80" fmla="*/ 0 w 13616"/>
                <a:gd name="T81" fmla="*/ 0 h 10741"/>
                <a:gd name="T82" fmla="*/ 0 w 13616"/>
                <a:gd name="T83" fmla="*/ 0 h 10741"/>
                <a:gd name="T84" fmla="*/ 0 w 13616"/>
                <a:gd name="T85" fmla="*/ 0 h 10741"/>
                <a:gd name="T86" fmla="*/ 0 w 13616"/>
                <a:gd name="T87" fmla="*/ 0 h 10741"/>
                <a:gd name="T88" fmla="*/ 0 w 13616"/>
                <a:gd name="T89" fmla="*/ 0 h 10741"/>
                <a:gd name="T90" fmla="*/ 0 w 13616"/>
                <a:gd name="T91" fmla="*/ 0 h 10741"/>
                <a:gd name="T92" fmla="*/ 0 w 13616"/>
                <a:gd name="T93" fmla="*/ 0 h 10741"/>
                <a:gd name="T94" fmla="*/ 0 w 13616"/>
                <a:gd name="T95" fmla="*/ 0 h 10741"/>
                <a:gd name="T96" fmla="*/ 0 w 13616"/>
                <a:gd name="T97" fmla="*/ 0 h 107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3616"/>
                <a:gd name="T148" fmla="*/ 0 h 10741"/>
                <a:gd name="T149" fmla="*/ 13616 w 13616"/>
                <a:gd name="T150" fmla="*/ 10741 h 1074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3616" h="10741">
                  <a:moveTo>
                    <a:pt x="5913" y="10741"/>
                  </a:moveTo>
                  <a:lnTo>
                    <a:pt x="5740" y="10730"/>
                  </a:lnTo>
                  <a:lnTo>
                    <a:pt x="5569" y="10719"/>
                  </a:lnTo>
                  <a:lnTo>
                    <a:pt x="5398" y="10711"/>
                  </a:lnTo>
                  <a:lnTo>
                    <a:pt x="5228" y="10702"/>
                  </a:lnTo>
                  <a:lnTo>
                    <a:pt x="5059" y="10695"/>
                  </a:lnTo>
                  <a:lnTo>
                    <a:pt x="4892" y="10689"/>
                  </a:lnTo>
                  <a:lnTo>
                    <a:pt x="4725" y="10683"/>
                  </a:lnTo>
                  <a:lnTo>
                    <a:pt x="4558" y="10677"/>
                  </a:lnTo>
                  <a:lnTo>
                    <a:pt x="4393" y="10671"/>
                  </a:lnTo>
                  <a:lnTo>
                    <a:pt x="4229" y="10664"/>
                  </a:lnTo>
                  <a:lnTo>
                    <a:pt x="4066" y="10656"/>
                  </a:lnTo>
                  <a:lnTo>
                    <a:pt x="3903" y="10647"/>
                  </a:lnTo>
                  <a:lnTo>
                    <a:pt x="3741" y="10636"/>
                  </a:lnTo>
                  <a:lnTo>
                    <a:pt x="3581" y="10625"/>
                  </a:lnTo>
                  <a:lnTo>
                    <a:pt x="3501" y="10618"/>
                  </a:lnTo>
                  <a:lnTo>
                    <a:pt x="3421" y="10611"/>
                  </a:lnTo>
                  <a:lnTo>
                    <a:pt x="3341" y="10603"/>
                  </a:lnTo>
                  <a:lnTo>
                    <a:pt x="3263" y="10594"/>
                  </a:lnTo>
                  <a:lnTo>
                    <a:pt x="3260" y="10202"/>
                  </a:lnTo>
                  <a:lnTo>
                    <a:pt x="3256" y="9807"/>
                  </a:lnTo>
                  <a:lnTo>
                    <a:pt x="3253" y="9413"/>
                  </a:lnTo>
                  <a:lnTo>
                    <a:pt x="3250" y="9017"/>
                  </a:lnTo>
                  <a:lnTo>
                    <a:pt x="3248" y="8621"/>
                  </a:lnTo>
                  <a:lnTo>
                    <a:pt x="3247" y="8225"/>
                  </a:lnTo>
                  <a:lnTo>
                    <a:pt x="3247" y="7829"/>
                  </a:lnTo>
                  <a:lnTo>
                    <a:pt x="3248" y="7433"/>
                  </a:lnTo>
                  <a:lnTo>
                    <a:pt x="3250" y="7236"/>
                  </a:lnTo>
                  <a:lnTo>
                    <a:pt x="3252" y="7038"/>
                  </a:lnTo>
                  <a:lnTo>
                    <a:pt x="3254" y="6840"/>
                  </a:lnTo>
                  <a:lnTo>
                    <a:pt x="3257" y="6643"/>
                  </a:lnTo>
                  <a:lnTo>
                    <a:pt x="3261" y="6447"/>
                  </a:lnTo>
                  <a:lnTo>
                    <a:pt x="3266" y="6250"/>
                  </a:lnTo>
                  <a:lnTo>
                    <a:pt x="3271" y="6053"/>
                  </a:lnTo>
                  <a:lnTo>
                    <a:pt x="3276" y="5857"/>
                  </a:lnTo>
                  <a:lnTo>
                    <a:pt x="3283" y="5662"/>
                  </a:lnTo>
                  <a:lnTo>
                    <a:pt x="3290" y="5467"/>
                  </a:lnTo>
                  <a:lnTo>
                    <a:pt x="3300" y="5272"/>
                  </a:lnTo>
                  <a:lnTo>
                    <a:pt x="3309" y="5078"/>
                  </a:lnTo>
                  <a:lnTo>
                    <a:pt x="3319" y="4884"/>
                  </a:lnTo>
                  <a:lnTo>
                    <a:pt x="3330" y="4691"/>
                  </a:lnTo>
                  <a:lnTo>
                    <a:pt x="3342" y="4499"/>
                  </a:lnTo>
                  <a:lnTo>
                    <a:pt x="3356" y="4306"/>
                  </a:lnTo>
                  <a:lnTo>
                    <a:pt x="3338" y="4284"/>
                  </a:lnTo>
                  <a:lnTo>
                    <a:pt x="3321" y="4261"/>
                  </a:lnTo>
                  <a:lnTo>
                    <a:pt x="3303" y="4240"/>
                  </a:lnTo>
                  <a:lnTo>
                    <a:pt x="3285" y="4221"/>
                  </a:lnTo>
                  <a:lnTo>
                    <a:pt x="3079" y="4211"/>
                  </a:lnTo>
                  <a:lnTo>
                    <a:pt x="2873" y="4201"/>
                  </a:lnTo>
                  <a:lnTo>
                    <a:pt x="2667" y="4192"/>
                  </a:lnTo>
                  <a:lnTo>
                    <a:pt x="2462" y="4182"/>
                  </a:lnTo>
                  <a:lnTo>
                    <a:pt x="2256" y="4172"/>
                  </a:lnTo>
                  <a:lnTo>
                    <a:pt x="2050" y="4163"/>
                  </a:lnTo>
                  <a:lnTo>
                    <a:pt x="1845" y="4154"/>
                  </a:lnTo>
                  <a:lnTo>
                    <a:pt x="1640" y="4145"/>
                  </a:lnTo>
                  <a:lnTo>
                    <a:pt x="1435" y="4136"/>
                  </a:lnTo>
                  <a:lnTo>
                    <a:pt x="1230" y="4127"/>
                  </a:lnTo>
                  <a:lnTo>
                    <a:pt x="1025" y="4117"/>
                  </a:lnTo>
                  <a:lnTo>
                    <a:pt x="820" y="4109"/>
                  </a:lnTo>
                  <a:lnTo>
                    <a:pt x="615" y="4100"/>
                  </a:lnTo>
                  <a:lnTo>
                    <a:pt x="410" y="4091"/>
                  </a:lnTo>
                  <a:lnTo>
                    <a:pt x="205" y="4083"/>
                  </a:lnTo>
                  <a:lnTo>
                    <a:pt x="0" y="4074"/>
                  </a:lnTo>
                  <a:lnTo>
                    <a:pt x="9" y="4062"/>
                  </a:lnTo>
                  <a:lnTo>
                    <a:pt x="17" y="4052"/>
                  </a:lnTo>
                  <a:lnTo>
                    <a:pt x="26" y="4042"/>
                  </a:lnTo>
                  <a:lnTo>
                    <a:pt x="36" y="4033"/>
                  </a:lnTo>
                  <a:lnTo>
                    <a:pt x="56" y="4014"/>
                  </a:lnTo>
                  <a:lnTo>
                    <a:pt x="77" y="3996"/>
                  </a:lnTo>
                  <a:lnTo>
                    <a:pt x="308" y="3932"/>
                  </a:lnTo>
                  <a:lnTo>
                    <a:pt x="538" y="3864"/>
                  </a:lnTo>
                  <a:lnTo>
                    <a:pt x="769" y="3793"/>
                  </a:lnTo>
                  <a:lnTo>
                    <a:pt x="999" y="3719"/>
                  </a:lnTo>
                  <a:lnTo>
                    <a:pt x="1227" y="3640"/>
                  </a:lnTo>
                  <a:lnTo>
                    <a:pt x="1454" y="3560"/>
                  </a:lnTo>
                  <a:lnTo>
                    <a:pt x="1681" y="3474"/>
                  </a:lnTo>
                  <a:lnTo>
                    <a:pt x="1905" y="3387"/>
                  </a:lnTo>
                  <a:lnTo>
                    <a:pt x="2129" y="3295"/>
                  </a:lnTo>
                  <a:lnTo>
                    <a:pt x="2351" y="3199"/>
                  </a:lnTo>
                  <a:lnTo>
                    <a:pt x="2570" y="3099"/>
                  </a:lnTo>
                  <a:lnTo>
                    <a:pt x="2789" y="2995"/>
                  </a:lnTo>
                  <a:lnTo>
                    <a:pt x="3004" y="2888"/>
                  </a:lnTo>
                  <a:lnTo>
                    <a:pt x="3217" y="2777"/>
                  </a:lnTo>
                  <a:lnTo>
                    <a:pt x="3427" y="2662"/>
                  </a:lnTo>
                  <a:lnTo>
                    <a:pt x="3635" y="2541"/>
                  </a:lnTo>
                  <a:lnTo>
                    <a:pt x="3840" y="2418"/>
                  </a:lnTo>
                  <a:lnTo>
                    <a:pt x="4042" y="2290"/>
                  </a:lnTo>
                  <a:lnTo>
                    <a:pt x="4241" y="2157"/>
                  </a:lnTo>
                  <a:lnTo>
                    <a:pt x="4437" y="2020"/>
                  </a:lnTo>
                  <a:lnTo>
                    <a:pt x="4629" y="1878"/>
                  </a:lnTo>
                  <a:lnTo>
                    <a:pt x="4816" y="1732"/>
                  </a:lnTo>
                  <a:lnTo>
                    <a:pt x="5001" y="1581"/>
                  </a:lnTo>
                  <a:lnTo>
                    <a:pt x="5181" y="1425"/>
                  </a:lnTo>
                  <a:lnTo>
                    <a:pt x="5357" y="1265"/>
                  </a:lnTo>
                  <a:lnTo>
                    <a:pt x="5528" y="1099"/>
                  </a:lnTo>
                  <a:lnTo>
                    <a:pt x="5695" y="929"/>
                  </a:lnTo>
                  <a:lnTo>
                    <a:pt x="5857" y="754"/>
                  </a:lnTo>
                  <a:lnTo>
                    <a:pt x="6015" y="573"/>
                  </a:lnTo>
                  <a:lnTo>
                    <a:pt x="6167" y="388"/>
                  </a:lnTo>
                  <a:lnTo>
                    <a:pt x="6314" y="197"/>
                  </a:lnTo>
                  <a:lnTo>
                    <a:pt x="6456" y="0"/>
                  </a:lnTo>
                  <a:lnTo>
                    <a:pt x="6493" y="54"/>
                  </a:lnTo>
                  <a:lnTo>
                    <a:pt x="6531" y="108"/>
                  </a:lnTo>
                  <a:lnTo>
                    <a:pt x="6570" y="162"/>
                  </a:lnTo>
                  <a:lnTo>
                    <a:pt x="6607" y="216"/>
                  </a:lnTo>
                  <a:lnTo>
                    <a:pt x="6646" y="271"/>
                  </a:lnTo>
                  <a:lnTo>
                    <a:pt x="6685" y="325"/>
                  </a:lnTo>
                  <a:lnTo>
                    <a:pt x="6724" y="380"/>
                  </a:lnTo>
                  <a:lnTo>
                    <a:pt x="6763" y="435"/>
                  </a:lnTo>
                  <a:lnTo>
                    <a:pt x="6801" y="491"/>
                  </a:lnTo>
                  <a:lnTo>
                    <a:pt x="6840" y="545"/>
                  </a:lnTo>
                  <a:lnTo>
                    <a:pt x="6879" y="600"/>
                  </a:lnTo>
                  <a:lnTo>
                    <a:pt x="6919" y="655"/>
                  </a:lnTo>
                  <a:lnTo>
                    <a:pt x="6957" y="710"/>
                  </a:lnTo>
                  <a:lnTo>
                    <a:pt x="6997" y="766"/>
                  </a:lnTo>
                  <a:lnTo>
                    <a:pt x="7036" y="821"/>
                  </a:lnTo>
                  <a:lnTo>
                    <a:pt x="7076" y="876"/>
                  </a:lnTo>
                  <a:lnTo>
                    <a:pt x="7242" y="1053"/>
                  </a:lnTo>
                  <a:lnTo>
                    <a:pt x="7412" y="1226"/>
                  </a:lnTo>
                  <a:lnTo>
                    <a:pt x="7585" y="1395"/>
                  </a:lnTo>
                  <a:lnTo>
                    <a:pt x="7759" y="1558"/>
                  </a:lnTo>
                  <a:lnTo>
                    <a:pt x="7938" y="1718"/>
                  </a:lnTo>
                  <a:lnTo>
                    <a:pt x="8118" y="1873"/>
                  </a:lnTo>
                  <a:lnTo>
                    <a:pt x="8301" y="2024"/>
                  </a:lnTo>
                  <a:lnTo>
                    <a:pt x="8486" y="2170"/>
                  </a:lnTo>
                  <a:lnTo>
                    <a:pt x="8674" y="2313"/>
                  </a:lnTo>
                  <a:lnTo>
                    <a:pt x="8865" y="2453"/>
                  </a:lnTo>
                  <a:lnTo>
                    <a:pt x="9058" y="2587"/>
                  </a:lnTo>
                  <a:lnTo>
                    <a:pt x="9252" y="2720"/>
                  </a:lnTo>
                  <a:lnTo>
                    <a:pt x="9450" y="2847"/>
                  </a:lnTo>
                  <a:lnTo>
                    <a:pt x="9650" y="2973"/>
                  </a:lnTo>
                  <a:lnTo>
                    <a:pt x="9853" y="3094"/>
                  </a:lnTo>
                  <a:lnTo>
                    <a:pt x="10058" y="3212"/>
                  </a:lnTo>
                  <a:lnTo>
                    <a:pt x="10264" y="3327"/>
                  </a:lnTo>
                  <a:lnTo>
                    <a:pt x="10473" y="3441"/>
                  </a:lnTo>
                  <a:lnTo>
                    <a:pt x="10684" y="3550"/>
                  </a:lnTo>
                  <a:lnTo>
                    <a:pt x="10899" y="3657"/>
                  </a:lnTo>
                  <a:lnTo>
                    <a:pt x="11114" y="3762"/>
                  </a:lnTo>
                  <a:lnTo>
                    <a:pt x="11331" y="3864"/>
                  </a:lnTo>
                  <a:lnTo>
                    <a:pt x="11551" y="3962"/>
                  </a:lnTo>
                  <a:lnTo>
                    <a:pt x="11773" y="4060"/>
                  </a:lnTo>
                  <a:lnTo>
                    <a:pt x="11997" y="4155"/>
                  </a:lnTo>
                  <a:lnTo>
                    <a:pt x="12223" y="4248"/>
                  </a:lnTo>
                  <a:lnTo>
                    <a:pt x="12450" y="4340"/>
                  </a:lnTo>
                  <a:lnTo>
                    <a:pt x="12680" y="4429"/>
                  </a:lnTo>
                  <a:lnTo>
                    <a:pt x="12911" y="4517"/>
                  </a:lnTo>
                  <a:lnTo>
                    <a:pt x="13144" y="4603"/>
                  </a:lnTo>
                  <a:lnTo>
                    <a:pt x="13379" y="4687"/>
                  </a:lnTo>
                  <a:lnTo>
                    <a:pt x="13616" y="4771"/>
                  </a:lnTo>
                  <a:lnTo>
                    <a:pt x="13313" y="4762"/>
                  </a:lnTo>
                  <a:lnTo>
                    <a:pt x="13009" y="4751"/>
                  </a:lnTo>
                  <a:lnTo>
                    <a:pt x="12704" y="4739"/>
                  </a:lnTo>
                  <a:lnTo>
                    <a:pt x="12399" y="4727"/>
                  </a:lnTo>
                  <a:lnTo>
                    <a:pt x="12097" y="4715"/>
                  </a:lnTo>
                  <a:lnTo>
                    <a:pt x="11799" y="4702"/>
                  </a:lnTo>
                  <a:lnTo>
                    <a:pt x="11507" y="4690"/>
                  </a:lnTo>
                  <a:lnTo>
                    <a:pt x="11221" y="4678"/>
                  </a:lnTo>
                  <a:lnTo>
                    <a:pt x="10944" y="4667"/>
                  </a:lnTo>
                  <a:lnTo>
                    <a:pt x="10676" y="4657"/>
                  </a:lnTo>
                  <a:lnTo>
                    <a:pt x="10419" y="4647"/>
                  </a:lnTo>
                  <a:lnTo>
                    <a:pt x="10176" y="4640"/>
                  </a:lnTo>
                  <a:lnTo>
                    <a:pt x="9947" y="4634"/>
                  </a:lnTo>
                  <a:lnTo>
                    <a:pt x="9734" y="4631"/>
                  </a:lnTo>
                  <a:lnTo>
                    <a:pt x="9634" y="4630"/>
                  </a:lnTo>
                  <a:lnTo>
                    <a:pt x="9538" y="4630"/>
                  </a:lnTo>
                  <a:lnTo>
                    <a:pt x="9447" y="4630"/>
                  </a:lnTo>
                  <a:lnTo>
                    <a:pt x="9361" y="4631"/>
                  </a:lnTo>
                  <a:lnTo>
                    <a:pt x="9355" y="5006"/>
                  </a:lnTo>
                  <a:lnTo>
                    <a:pt x="9349" y="5380"/>
                  </a:lnTo>
                  <a:lnTo>
                    <a:pt x="9344" y="5755"/>
                  </a:lnTo>
                  <a:lnTo>
                    <a:pt x="9338" y="6131"/>
                  </a:lnTo>
                  <a:lnTo>
                    <a:pt x="9332" y="6505"/>
                  </a:lnTo>
                  <a:lnTo>
                    <a:pt x="9327" y="6880"/>
                  </a:lnTo>
                  <a:lnTo>
                    <a:pt x="9321" y="7255"/>
                  </a:lnTo>
                  <a:lnTo>
                    <a:pt x="9316" y="7629"/>
                  </a:lnTo>
                  <a:lnTo>
                    <a:pt x="9310" y="8004"/>
                  </a:lnTo>
                  <a:lnTo>
                    <a:pt x="9305" y="8379"/>
                  </a:lnTo>
                  <a:lnTo>
                    <a:pt x="9299" y="8754"/>
                  </a:lnTo>
                  <a:lnTo>
                    <a:pt x="9295" y="9131"/>
                  </a:lnTo>
                  <a:lnTo>
                    <a:pt x="9290" y="9506"/>
                  </a:lnTo>
                  <a:lnTo>
                    <a:pt x="9285" y="9882"/>
                  </a:lnTo>
                  <a:lnTo>
                    <a:pt x="9280" y="10257"/>
                  </a:lnTo>
                  <a:lnTo>
                    <a:pt x="9276" y="10633"/>
                  </a:lnTo>
                  <a:lnTo>
                    <a:pt x="8970" y="10637"/>
                  </a:lnTo>
                  <a:lnTo>
                    <a:pt x="8700" y="10641"/>
                  </a:lnTo>
                  <a:lnTo>
                    <a:pt x="8461" y="10644"/>
                  </a:lnTo>
                  <a:lnTo>
                    <a:pt x="8247" y="10648"/>
                  </a:lnTo>
                  <a:lnTo>
                    <a:pt x="8055" y="10651"/>
                  </a:lnTo>
                  <a:lnTo>
                    <a:pt x="7878" y="10656"/>
                  </a:lnTo>
                  <a:lnTo>
                    <a:pt x="7713" y="10660"/>
                  </a:lnTo>
                  <a:lnTo>
                    <a:pt x="7554" y="10665"/>
                  </a:lnTo>
                  <a:lnTo>
                    <a:pt x="7396" y="10670"/>
                  </a:lnTo>
                  <a:lnTo>
                    <a:pt x="7235" y="10676"/>
                  </a:lnTo>
                  <a:lnTo>
                    <a:pt x="7064" y="10683"/>
                  </a:lnTo>
                  <a:lnTo>
                    <a:pt x="6881" y="10692"/>
                  </a:lnTo>
                  <a:lnTo>
                    <a:pt x="6679" y="10702"/>
                  </a:lnTo>
                  <a:lnTo>
                    <a:pt x="6453" y="10714"/>
                  </a:lnTo>
                  <a:lnTo>
                    <a:pt x="6199" y="10727"/>
                  </a:lnTo>
                  <a:lnTo>
                    <a:pt x="5913" y="10741"/>
                  </a:ln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1273" name="Group 40">
            <a:extLst>
              <a:ext uri="{FF2B5EF4-FFF2-40B4-BE49-F238E27FC236}">
                <a16:creationId xmlns:a16="http://schemas.microsoft.com/office/drawing/2014/main" id="{329B3B97-CD73-401A-9BC9-903A8A5F2477}"/>
              </a:ext>
            </a:extLst>
          </p:cNvPr>
          <p:cNvGrpSpPr>
            <a:grpSpLocks/>
          </p:cNvGrpSpPr>
          <p:nvPr/>
        </p:nvGrpSpPr>
        <p:grpSpPr bwMode="auto">
          <a:xfrm flipV="1">
            <a:off x="6477000" y="2787650"/>
            <a:ext cx="762000" cy="528638"/>
            <a:chOff x="1344" y="1008"/>
            <a:chExt cx="480" cy="333"/>
          </a:xfrm>
        </p:grpSpPr>
        <p:sp>
          <p:nvSpPr>
            <p:cNvPr id="11280" name="AutoShape 41">
              <a:extLst>
                <a:ext uri="{FF2B5EF4-FFF2-40B4-BE49-F238E27FC236}">
                  <a16:creationId xmlns:a16="http://schemas.microsoft.com/office/drawing/2014/main" id="{49F573DA-4AFF-4E64-BA57-95064694DF1E}"/>
                </a:ext>
              </a:extLst>
            </p:cNvPr>
            <p:cNvSpPr>
              <a:spLocks noChangeAspect="1" noChangeArrowheads="1" noTextEdit="1"/>
            </p:cNvSpPr>
            <p:nvPr/>
          </p:nvSpPr>
          <p:spPr bwMode="auto">
            <a:xfrm>
              <a:off x="1344" y="1008"/>
              <a:ext cx="48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81" name="Freeform 42">
              <a:extLst>
                <a:ext uri="{FF2B5EF4-FFF2-40B4-BE49-F238E27FC236}">
                  <a16:creationId xmlns:a16="http://schemas.microsoft.com/office/drawing/2014/main" id="{F421EEF2-1ADD-4614-AEFE-23E9FEECEEC9}"/>
                </a:ext>
              </a:extLst>
            </p:cNvPr>
            <p:cNvSpPr>
              <a:spLocks/>
            </p:cNvSpPr>
            <p:nvPr/>
          </p:nvSpPr>
          <p:spPr bwMode="auto">
            <a:xfrm>
              <a:off x="1344" y="1008"/>
              <a:ext cx="480" cy="333"/>
            </a:xfrm>
            <a:custGeom>
              <a:avLst/>
              <a:gdLst>
                <a:gd name="T0" fmla="*/ 0 w 16320"/>
                <a:gd name="T1" fmla="*/ 0 h 11322"/>
                <a:gd name="T2" fmla="*/ 0 w 16320"/>
                <a:gd name="T3" fmla="*/ 0 h 11322"/>
                <a:gd name="T4" fmla="*/ 0 w 16320"/>
                <a:gd name="T5" fmla="*/ 0 h 11322"/>
                <a:gd name="T6" fmla="*/ 0 w 16320"/>
                <a:gd name="T7" fmla="*/ 0 h 11322"/>
                <a:gd name="T8" fmla="*/ 0 w 16320"/>
                <a:gd name="T9" fmla="*/ 0 h 11322"/>
                <a:gd name="T10" fmla="*/ 0 w 16320"/>
                <a:gd name="T11" fmla="*/ 0 h 11322"/>
                <a:gd name="T12" fmla="*/ 0 w 16320"/>
                <a:gd name="T13" fmla="*/ 0 h 11322"/>
                <a:gd name="T14" fmla="*/ 0 w 16320"/>
                <a:gd name="T15" fmla="*/ 0 h 11322"/>
                <a:gd name="T16" fmla="*/ 0 w 16320"/>
                <a:gd name="T17" fmla="*/ 0 h 11322"/>
                <a:gd name="T18" fmla="*/ 0 w 16320"/>
                <a:gd name="T19" fmla="*/ 0 h 11322"/>
                <a:gd name="T20" fmla="*/ 0 w 16320"/>
                <a:gd name="T21" fmla="*/ 0 h 11322"/>
                <a:gd name="T22" fmla="*/ 0 w 16320"/>
                <a:gd name="T23" fmla="*/ 0 h 11322"/>
                <a:gd name="T24" fmla="*/ 0 w 16320"/>
                <a:gd name="T25" fmla="*/ 0 h 11322"/>
                <a:gd name="T26" fmla="*/ 0 w 16320"/>
                <a:gd name="T27" fmla="*/ 0 h 11322"/>
                <a:gd name="T28" fmla="*/ 0 w 16320"/>
                <a:gd name="T29" fmla="*/ 0 h 11322"/>
                <a:gd name="T30" fmla="*/ 0 w 16320"/>
                <a:gd name="T31" fmla="*/ 0 h 11322"/>
                <a:gd name="T32" fmla="*/ 0 w 16320"/>
                <a:gd name="T33" fmla="*/ 0 h 11322"/>
                <a:gd name="T34" fmla="*/ 0 w 16320"/>
                <a:gd name="T35" fmla="*/ 0 h 11322"/>
                <a:gd name="T36" fmla="*/ 0 w 16320"/>
                <a:gd name="T37" fmla="*/ 0 h 11322"/>
                <a:gd name="T38" fmla="*/ 0 w 16320"/>
                <a:gd name="T39" fmla="*/ 0 h 11322"/>
                <a:gd name="T40" fmla="*/ 0 w 16320"/>
                <a:gd name="T41" fmla="*/ 0 h 11322"/>
                <a:gd name="T42" fmla="*/ 0 w 16320"/>
                <a:gd name="T43" fmla="*/ 0 h 11322"/>
                <a:gd name="T44" fmla="*/ 0 w 16320"/>
                <a:gd name="T45" fmla="*/ 0 h 11322"/>
                <a:gd name="T46" fmla="*/ 0 w 16320"/>
                <a:gd name="T47" fmla="*/ 0 h 11322"/>
                <a:gd name="T48" fmla="*/ 0 w 16320"/>
                <a:gd name="T49" fmla="*/ 0 h 11322"/>
                <a:gd name="T50" fmla="*/ 0 w 16320"/>
                <a:gd name="T51" fmla="*/ 0 h 11322"/>
                <a:gd name="T52" fmla="*/ 0 w 16320"/>
                <a:gd name="T53" fmla="*/ 0 h 11322"/>
                <a:gd name="T54" fmla="*/ 0 w 16320"/>
                <a:gd name="T55" fmla="*/ 0 h 11322"/>
                <a:gd name="T56" fmla="*/ 0 w 16320"/>
                <a:gd name="T57" fmla="*/ 0 h 11322"/>
                <a:gd name="T58" fmla="*/ 0 w 16320"/>
                <a:gd name="T59" fmla="*/ 0 h 11322"/>
                <a:gd name="T60" fmla="*/ 0 w 16320"/>
                <a:gd name="T61" fmla="*/ 0 h 11322"/>
                <a:gd name="T62" fmla="*/ 0 w 16320"/>
                <a:gd name="T63" fmla="*/ 0 h 11322"/>
                <a:gd name="T64" fmla="*/ 0 w 16320"/>
                <a:gd name="T65" fmla="*/ 0 h 11322"/>
                <a:gd name="T66" fmla="*/ 0 w 16320"/>
                <a:gd name="T67" fmla="*/ 0 h 11322"/>
                <a:gd name="T68" fmla="*/ 0 w 16320"/>
                <a:gd name="T69" fmla="*/ 0 h 11322"/>
                <a:gd name="T70" fmla="*/ 0 w 16320"/>
                <a:gd name="T71" fmla="*/ 0 h 11322"/>
                <a:gd name="T72" fmla="*/ 0 w 16320"/>
                <a:gd name="T73" fmla="*/ 0 h 11322"/>
                <a:gd name="T74" fmla="*/ 0 w 16320"/>
                <a:gd name="T75" fmla="*/ 0 h 11322"/>
                <a:gd name="T76" fmla="*/ 0 w 16320"/>
                <a:gd name="T77" fmla="*/ 0 h 11322"/>
                <a:gd name="T78" fmla="*/ 0 w 16320"/>
                <a:gd name="T79" fmla="*/ 0 h 11322"/>
                <a:gd name="T80" fmla="*/ 0 w 16320"/>
                <a:gd name="T81" fmla="*/ 0 h 11322"/>
                <a:gd name="T82" fmla="*/ 0 w 16320"/>
                <a:gd name="T83" fmla="*/ 0 h 11322"/>
                <a:gd name="T84" fmla="*/ 0 w 16320"/>
                <a:gd name="T85" fmla="*/ 0 h 11322"/>
                <a:gd name="T86" fmla="*/ 0 w 16320"/>
                <a:gd name="T87" fmla="*/ 0 h 11322"/>
                <a:gd name="T88" fmla="*/ 0 w 16320"/>
                <a:gd name="T89" fmla="*/ 0 h 11322"/>
                <a:gd name="T90" fmla="*/ 0 w 16320"/>
                <a:gd name="T91" fmla="*/ 0 h 11322"/>
                <a:gd name="T92" fmla="*/ 0 w 16320"/>
                <a:gd name="T93" fmla="*/ 0 h 11322"/>
                <a:gd name="T94" fmla="*/ 0 w 16320"/>
                <a:gd name="T95" fmla="*/ 0 h 11322"/>
                <a:gd name="T96" fmla="*/ 0 w 16320"/>
                <a:gd name="T97" fmla="*/ 0 h 11322"/>
                <a:gd name="T98" fmla="*/ 0 w 16320"/>
                <a:gd name="T99" fmla="*/ 0 h 11322"/>
                <a:gd name="T100" fmla="*/ 0 w 16320"/>
                <a:gd name="T101" fmla="*/ 0 h 11322"/>
                <a:gd name="T102" fmla="*/ 0 w 16320"/>
                <a:gd name="T103" fmla="*/ 0 h 11322"/>
                <a:gd name="T104" fmla="*/ 0 w 16320"/>
                <a:gd name="T105" fmla="*/ 0 h 1132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320"/>
                <a:gd name="T160" fmla="*/ 0 h 11322"/>
                <a:gd name="T161" fmla="*/ 16320 w 16320"/>
                <a:gd name="T162" fmla="*/ 11322 h 1132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320" h="11322">
                  <a:moveTo>
                    <a:pt x="5215" y="11322"/>
                  </a:moveTo>
                  <a:lnTo>
                    <a:pt x="5131" y="11297"/>
                  </a:lnTo>
                  <a:lnTo>
                    <a:pt x="5066" y="11276"/>
                  </a:lnTo>
                  <a:lnTo>
                    <a:pt x="5041" y="11268"/>
                  </a:lnTo>
                  <a:lnTo>
                    <a:pt x="5018" y="11260"/>
                  </a:lnTo>
                  <a:lnTo>
                    <a:pt x="4999" y="11253"/>
                  </a:lnTo>
                  <a:lnTo>
                    <a:pt x="4983" y="11246"/>
                  </a:lnTo>
                  <a:lnTo>
                    <a:pt x="4968" y="11238"/>
                  </a:lnTo>
                  <a:lnTo>
                    <a:pt x="4956" y="11231"/>
                  </a:lnTo>
                  <a:lnTo>
                    <a:pt x="4945" y="11224"/>
                  </a:lnTo>
                  <a:lnTo>
                    <a:pt x="4934" y="11216"/>
                  </a:lnTo>
                  <a:lnTo>
                    <a:pt x="4913" y="11198"/>
                  </a:lnTo>
                  <a:lnTo>
                    <a:pt x="4890" y="11175"/>
                  </a:lnTo>
                  <a:lnTo>
                    <a:pt x="4891" y="10971"/>
                  </a:lnTo>
                  <a:lnTo>
                    <a:pt x="4893" y="10768"/>
                  </a:lnTo>
                  <a:lnTo>
                    <a:pt x="4896" y="10566"/>
                  </a:lnTo>
                  <a:lnTo>
                    <a:pt x="4899" y="10363"/>
                  </a:lnTo>
                  <a:lnTo>
                    <a:pt x="4907" y="9958"/>
                  </a:lnTo>
                  <a:lnTo>
                    <a:pt x="4917" y="9553"/>
                  </a:lnTo>
                  <a:lnTo>
                    <a:pt x="4930" y="9150"/>
                  </a:lnTo>
                  <a:lnTo>
                    <a:pt x="4942" y="8747"/>
                  </a:lnTo>
                  <a:lnTo>
                    <a:pt x="4955" y="8344"/>
                  </a:lnTo>
                  <a:lnTo>
                    <a:pt x="4968" y="7944"/>
                  </a:lnTo>
                  <a:lnTo>
                    <a:pt x="4981" y="7543"/>
                  </a:lnTo>
                  <a:lnTo>
                    <a:pt x="4992" y="7144"/>
                  </a:lnTo>
                  <a:lnTo>
                    <a:pt x="4997" y="6945"/>
                  </a:lnTo>
                  <a:lnTo>
                    <a:pt x="5001" y="6746"/>
                  </a:lnTo>
                  <a:lnTo>
                    <a:pt x="5005" y="6547"/>
                  </a:lnTo>
                  <a:lnTo>
                    <a:pt x="5008" y="6349"/>
                  </a:lnTo>
                  <a:lnTo>
                    <a:pt x="5011" y="6150"/>
                  </a:lnTo>
                  <a:lnTo>
                    <a:pt x="5013" y="5952"/>
                  </a:lnTo>
                  <a:lnTo>
                    <a:pt x="5014" y="5754"/>
                  </a:lnTo>
                  <a:lnTo>
                    <a:pt x="5014" y="5558"/>
                  </a:lnTo>
                  <a:lnTo>
                    <a:pt x="5014" y="5360"/>
                  </a:lnTo>
                  <a:lnTo>
                    <a:pt x="5012" y="5163"/>
                  </a:lnTo>
                  <a:lnTo>
                    <a:pt x="5010" y="4966"/>
                  </a:lnTo>
                  <a:lnTo>
                    <a:pt x="5006" y="4771"/>
                  </a:lnTo>
                  <a:lnTo>
                    <a:pt x="4942" y="4775"/>
                  </a:lnTo>
                  <a:lnTo>
                    <a:pt x="4880" y="4778"/>
                  </a:lnTo>
                  <a:lnTo>
                    <a:pt x="4810" y="4780"/>
                  </a:lnTo>
                  <a:lnTo>
                    <a:pt x="4728" y="4781"/>
                  </a:lnTo>
                  <a:lnTo>
                    <a:pt x="4624" y="4780"/>
                  </a:lnTo>
                  <a:lnTo>
                    <a:pt x="4491" y="4777"/>
                  </a:lnTo>
                  <a:lnTo>
                    <a:pt x="4324" y="4772"/>
                  </a:lnTo>
                  <a:lnTo>
                    <a:pt x="4113" y="4764"/>
                  </a:lnTo>
                  <a:lnTo>
                    <a:pt x="3852" y="4754"/>
                  </a:lnTo>
                  <a:lnTo>
                    <a:pt x="3533" y="4741"/>
                  </a:lnTo>
                  <a:lnTo>
                    <a:pt x="3150" y="4725"/>
                  </a:lnTo>
                  <a:lnTo>
                    <a:pt x="2694" y="4705"/>
                  </a:lnTo>
                  <a:lnTo>
                    <a:pt x="2158" y="4681"/>
                  </a:lnTo>
                  <a:lnTo>
                    <a:pt x="1535" y="4653"/>
                  </a:lnTo>
                  <a:lnTo>
                    <a:pt x="818" y="4622"/>
                  </a:lnTo>
                  <a:lnTo>
                    <a:pt x="0" y="4584"/>
                  </a:lnTo>
                  <a:lnTo>
                    <a:pt x="18" y="4575"/>
                  </a:lnTo>
                  <a:lnTo>
                    <a:pt x="36" y="4567"/>
                  </a:lnTo>
                  <a:lnTo>
                    <a:pt x="55" y="4559"/>
                  </a:lnTo>
                  <a:lnTo>
                    <a:pt x="80" y="4550"/>
                  </a:lnTo>
                  <a:lnTo>
                    <a:pt x="109" y="4542"/>
                  </a:lnTo>
                  <a:lnTo>
                    <a:pt x="147" y="4533"/>
                  </a:lnTo>
                  <a:lnTo>
                    <a:pt x="195" y="4523"/>
                  </a:lnTo>
                  <a:lnTo>
                    <a:pt x="256" y="4512"/>
                  </a:lnTo>
                  <a:lnTo>
                    <a:pt x="330" y="4499"/>
                  </a:lnTo>
                  <a:lnTo>
                    <a:pt x="422" y="4484"/>
                  </a:lnTo>
                  <a:lnTo>
                    <a:pt x="533" y="4467"/>
                  </a:lnTo>
                  <a:lnTo>
                    <a:pt x="665" y="4446"/>
                  </a:lnTo>
                  <a:lnTo>
                    <a:pt x="819" y="4423"/>
                  </a:lnTo>
                  <a:lnTo>
                    <a:pt x="999" y="4395"/>
                  </a:lnTo>
                  <a:lnTo>
                    <a:pt x="1206" y="4365"/>
                  </a:lnTo>
                  <a:lnTo>
                    <a:pt x="1441" y="4329"/>
                  </a:lnTo>
                  <a:lnTo>
                    <a:pt x="1694" y="4256"/>
                  </a:lnTo>
                  <a:lnTo>
                    <a:pt x="1945" y="4180"/>
                  </a:lnTo>
                  <a:lnTo>
                    <a:pt x="2196" y="4103"/>
                  </a:lnTo>
                  <a:lnTo>
                    <a:pt x="2446" y="4023"/>
                  </a:lnTo>
                  <a:lnTo>
                    <a:pt x="2694" y="3941"/>
                  </a:lnTo>
                  <a:lnTo>
                    <a:pt x="2941" y="3856"/>
                  </a:lnTo>
                  <a:lnTo>
                    <a:pt x="3186" y="3769"/>
                  </a:lnTo>
                  <a:lnTo>
                    <a:pt x="3429" y="3678"/>
                  </a:lnTo>
                  <a:lnTo>
                    <a:pt x="3671" y="3583"/>
                  </a:lnTo>
                  <a:lnTo>
                    <a:pt x="3910" y="3485"/>
                  </a:lnTo>
                  <a:lnTo>
                    <a:pt x="4146" y="3384"/>
                  </a:lnTo>
                  <a:lnTo>
                    <a:pt x="4381" y="3278"/>
                  </a:lnTo>
                  <a:lnTo>
                    <a:pt x="4612" y="3169"/>
                  </a:lnTo>
                  <a:lnTo>
                    <a:pt x="4841" y="3055"/>
                  </a:lnTo>
                  <a:lnTo>
                    <a:pt x="5066" y="2936"/>
                  </a:lnTo>
                  <a:lnTo>
                    <a:pt x="5288" y="2812"/>
                  </a:lnTo>
                  <a:lnTo>
                    <a:pt x="5506" y="2683"/>
                  </a:lnTo>
                  <a:lnTo>
                    <a:pt x="5721" y="2549"/>
                  </a:lnTo>
                  <a:lnTo>
                    <a:pt x="5932" y="2410"/>
                  </a:lnTo>
                  <a:lnTo>
                    <a:pt x="6139" y="2265"/>
                  </a:lnTo>
                  <a:lnTo>
                    <a:pt x="6342" y="2114"/>
                  </a:lnTo>
                  <a:lnTo>
                    <a:pt x="6540" y="1956"/>
                  </a:lnTo>
                  <a:lnTo>
                    <a:pt x="6735" y="1793"/>
                  </a:lnTo>
                  <a:lnTo>
                    <a:pt x="6924" y="1623"/>
                  </a:lnTo>
                  <a:lnTo>
                    <a:pt x="7108" y="1445"/>
                  </a:lnTo>
                  <a:lnTo>
                    <a:pt x="7287" y="1262"/>
                  </a:lnTo>
                  <a:lnTo>
                    <a:pt x="7461" y="1071"/>
                  </a:lnTo>
                  <a:lnTo>
                    <a:pt x="7630" y="873"/>
                  </a:lnTo>
                  <a:lnTo>
                    <a:pt x="7793" y="667"/>
                  </a:lnTo>
                  <a:lnTo>
                    <a:pt x="7950" y="453"/>
                  </a:lnTo>
                  <a:lnTo>
                    <a:pt x="8101" y="230"/>
                  </a:lnTo>
                  <a:lnTo>
                    <a:pt x="8246" y="0"/>
                  </a:lnTo>
                  <a:lnTo>
                    <a:pt x="8280" y="0"/>
                  </a:lnTo>
                  <a:lnTo>
                    <a:pt x="8315" y="1"/>
                  </a:lnTo>
                  <a:lnTo>
                    <a:pt x="8350" y="3"/>
                  </a:lnTo>
                  <a:lnTo>
                    <a:pt x="8384" y="5"/>
                  </a:lnTo>
                  <a:lnTo>
                    <a:pt x="8420" y="7"/>
                  </a:lnTo>
                  <a:lnTo>
                    <a:pt x="8455" y="10"/>
                  </a:lnTo>
                  <a:lnTo>
                    <a:pt x="8489" y="12"/>
                  </a:lnTo>
                  <a:lnTo>
                    <a:pt x="8524" y="15"/>
                  </a:lnTo>
                  <a:lnTo>
                    <a:pt x="8534" y="69"/>
                  </a:lnTo>
                  <a:lnTo>
                    <a:pt x="8548" y="122"/>
                  </a:lnTo>
                  <a:lnTo>
                    <a:pt x="8565" y="174"/>
                  </a:lnTo>
                  <a:lnTo>
                    <a:pt x="8584" y="225"/>
                  </a:lnTo>
                  <a:lnTo>
                    <a:pt x="8606" y="276"/>
                  </a:lnTo>
                  <a:lnTo>
                    <a:pt x="8630" y="326"/>
                  </a:lnTo>
                  <a:lnTo>
                    <a:pt x="8657" y="375"/>
                  </a:lnTo>
                  <a:lnTo>
                    <a:pt x="8684" y="423"/>
                  </a:lnTo>
                  <a:lnTo>
                    <a:pt x="8715" y="471"/>
                  </a:lnTo>
                  <a:lnTo>
                    <a:pt x="8747" y="518"/>
                  </a:lnTo>
                  <a:lnTo>
                    <a:pt x="8780" y="566"/>
                  </a:lnTo>
                  <a:lnTo>
                    <a:pt x="8814" y="612"/>
                  </a:lnTo>
                  <a:lnTo>
                    <a:pt x="8850" y="659"/>
                  </a:lnTo>
                  <a:lnTo>
                    <a:pt x="8886" y="704"/>
                  </a:lnTo>
                  <a:lnTo>
                    <a:pt x="8923" y="750"/>
                  </a:lnTo>
                  <a:lnTo>
                    <a:pt x="8960" y="796"/>
                  </a:lnTo>
                  <a:lnTo>
                    <a:pt x="9035" y="887"/>
                  </a:lnTo>
                  <a:lnTo>
                    <a:pt x="9110" y="979"/>
                  </a:lnTo>
                  <a:lnTo>
                    <a:pt x="9146" y="1025"/>
                  </a:lnTo>
                  <a:lnTo>
                    <a:pt x="9182" y="1071"/>
                  </a:lnTo>
                  <a:lnTo>
                    <a:pt x="9217" y="1118"/>
                  </a:lnTo>
                  <a:lnTo>
                    <a:pt x="9250" y="1165"/>
                  </a:lnTo>
                  <a:lnTo>
                    <a:pt x="9282" y="1213"/>
                  </a:lnTo>
                  <a:lnTo>
                    <a:pt x="9313" y="1261"/>
                  </a:lnTo>
                  <a:lnTo>
                    <a:pt x="9342" y="1310"/>
                  </a:lnTo>
                  <a:lnTo>
                    <a:pt x="9369" y="1360"/>
                  </a:lnTo>
                  <a:lnTo>
                    <a:pt x="9394" y="1410"/>
                  </a:lnTo>
                  <a:lnTo>
                    <a:pt x="9417" y="1460"/>
                  </a:lnTo>
                  <a:lnTo>
                    <a:pt x="9437" y="1512"/>
                  </a:lnTo>
                  <a:lnTo>
                    <a:pt x="9454" y="1565"/>
                  </a:lnTo>
                  <a:lnTo>
                    <a:pt x="9478" y="1565"/>
                  </a:lnTo>
                  <a:lnTo>
                    <a:pt x="9501" y="1565"/>
                  </a:lnTo>
                  <a:lnTo>
                    <a:pt x="9527" y="1565"/>
                  </a:lnTo>
                  <a:lnTo>
                    <a:pt x="9555" y="1565"/>
                  </a:lnTo>
                  <a:lnTo>
                    <a:pt x="9566" y="1584"/>
                  </a:lnTo>
                  <a:lnTo>
                    <a:pt x="9577" y="1602"/>
                  </a:lnTo>
                  <a:lnTo>
                    <a:pt x="9589" y="1620"/>
                  </a:lnTo>
                  <a:lnTo>
                    <a:pt x="9600" y="1637"/>
                  </a:lnTo>
                  <a:lnTo>
                    <a:pt x="9612" y="1653"/>
                  </a:lnTo>
                  <a:lnTo>
                    <a:pt x="9625" y="1670"/>
                  </a:lnTo>
                  <a:lnTo>
                    <a:pt x="9637" y="1685"/>
                  </a:lnTo>
                  <a:lnTo>
                    <a:pt x="9650" y="1700"/>
                  </a:lnTo>
                  <a:lnTo>
                    <a:pt x="9677" y="1729"/>
                  </a:lnTo>
                  <a:lnTo>
                    <a:pt x="9705" y="1756"/>
                  </a:lnTo>
                  <a:lnTo>
                    <a:pt x="9734" y="1783"/>
                  </a:lnTo>
                  <a:lnTo>
                    <a:pt x="9765" y="1808"/>
                  </a:lnTo>
                  <a:lnTo>
                    <a:pt x="9797" y="1834"/>
                  </a:lnTo>
                  <a:lnTo>
                    <a:pt x="9832" y="1859"/>
                  </a:lnTo>
                  <a:lnTo>
                    <a:pt x="9867" y="1885"/>
                  </a:lnTo>
                  <a:lnTo>
                    <a:pt x="9904" y="1910"/>
                  </a:lnTo>
                  <a:lnTo>
                    <a:pt x="9986" y="1966"/>
                  </a:lnTo>
                  <a:lnTo>
                    <a:pt x="10075" y="2029"/>
                  </a:lnTo>
                  <a:lnTo>
                    <a:pt x="10090" y="2077"/>
                  </a:lnTo>
                  <a:lnTo>
                    <a:pt x="10119" y="2130"/>
                  </a:lnTo>
                  <a:lnTo>
                    <a:pt x="10161" y="2188"/>
                  </a:lnTo>
                  <a:lnTo>
                    <a:pt x="10215" y="2248"/>
                  </a:lnTo>
                  <a:lnTo>
                    <a:pt x="10281" y="2312"/>
                  </a:lnTo>
                  <a:lnTo>
                    <a:pt x="10356" y="2379"/>
                  </a:lnTo>
                  <a:lnTo>
                    <a:pt x="10442" y="2448"/>
                  </a:lnTo>
                  <a:lnTo>
                    <a:pt x="10536" y="2520"/>
                  </a:lnTo>
                  <a:lnTo>
                    <a:pt x="10638" y="2594"/>
                  </a:lnTo>
                  <a:lnTo>
                    <a:pt x="10747" y="2670"/>
                  </a:lnTo>
                  <a:lnTo>
                    <a:pt x="10862" y="2746"/>
                  </a:lnTo>
                  <a:lnTo>
                    <a:pt x="10983" y="2825"/>
                  </a:lnTo>
                  <a:lnTo>
                    <a:pt x="11109" y="2903"/>
                  </a:lnTo>
                  <a:lnTo>
                    <a:pt x="11238" y="2983"/>
                  </a:lnTo>
                  <a:lnTo>
                    <a:pt x="11372" y="3062"/>
                  </a:lnTo>
                  <a:lnTo>
                    <a:pt x="11507" y="3142"/>
                  </a:lnTo>
                  <a:lnTo>
                    <a:pt x="11643" y="3220"/>
                  </a:lnTo>
                  <a:lnTo>
                    <a:pt x="11781" y="3298"/>
                  </a:lnTo>
                  <a:lnTo>
                    <a:pt x="11918" y="3374"/>
                  </a:lnTo>
                  <a:lnTo>
                    <a:pt x="12054" y="3450"/>
                  </a:lnTo>
                  <a:lnTo>
                    <a:pt x="12189" y="3523"/>
                  </a:lnTo>
                  <a:lnTo>
                    <a:pt x="12322" y="3594"/>
                  </a:lnTo>
                  <a:lnTo>
                    <a:pt x="12450" y="3663"/>
                  </a:lnTo>
                  <a:lnTo>
                    <a:pt x="12575" y="3729"/>
                  </a:lnTo>
                  <a:lnTo>
                    <a:pt x="12809" y="3851"/>
                  </a:lnTo>
                  <a:lnTo>
                    <a:pt x="13017" y="3959"/>
                  </a:lnTo>
                  <a:lnTo>
                    <a:pt x="13193" y="4050"/>
                  </a:lnTo>
                  <a:lnTo>
                    <a:pt x="13328" y="4120"/>
                  </a:lnTo>
                  <a:lnTo>
                    <a:pt x="13461" y="4171"/>
                  </a:lnTo>
                  <a:lnTo>
                    <a:pt x="13594" y="4222"/>
                  </a:lnTo>
                  <a:lnTo>
                    <a:pt x="13725" y="4273"/>
                  </a:lnTo>
                  <a:lnTo>
                    <a:pt x="13858" y="4324"/>
                  </a:lnTo>
                  <a:lnTo>
                    <a:pt x="13989" y="4376"/>
                  </a:lnTo>
                  <a:lnTo>
                    <a:pt x="14122" y="4428"/>
                  </a:lnTo>
                  <a:lnTo>
                    <a:pt x="14255" y="4479"/>
                  </a:lnTo>
                  <a:lnTo>
                    <a:pt x="14386" y="4531"/>
                  </a:lnTo>
                  <a:lnTo>
                    <a:pt x="14519" y="4583"/>
                  </a:lnTo>
                  <a:lnTo>
                    <a:pt x="14651" y="4635"/>
                  </a:lnTo>
                  <a:lnTo>
                    <a:pt x="14783" y="4687"/>
                  </a:lnTo>
                  <a:lnTo>
                    <a:pt x="14915" y="4740"/>
                  </a:lnTo>
                  <a:lnTo>
                    <a:pt x="15048" y="4792"/>
                  </a:lnTo>
                  <a:lnTo>
                    <a:pt x="15180" y="4844"/>
                  </a:lnTo>
                  <a:lnTo>
                    <a:pt x="15312" y="4896"/>
                  </a:lnTo>
                  <a:lnTo>
                    <a:pt x="15445" y="4949"/>
                  </a:lnTo>
                  <a:lnTo>
                    <a:pt x="15484" y="4957"/>
                  </a:lnTo>
                  <a:lnTo>
                    <a:pt x="15531" y="4966"/>
                  </a:lnTo>
                  <a:lnTo>
                    <a:pt x="15585" y="4975"/>
                  </a:lnTo>
                  <a:lnTo>
                    <a:pt x="15644" y="4987"/>
                  </a:lnTo>
                  <a:lnTo>
                    <a:pt x="15706" y="4998"/>
                  </a:lnTo>
                  <a:lnTo>
                    <a:pt x="15772" y="5012"/>
                  </a:lnTo>
                  <a:lnTo>
                    <a:pt x="15806" y="5019"/>
                  </a:lnTo>
                  <a:lnTo>
                    <a:pt x="15841" y="5027"/>
                  </a:lnTo>
                  <a:lnTo>
                    <a:pt x="15874" y="5037"/>
                  </a:lnTo>
                  <a:lnTo>
                    <a:pt x="15908" y="5046"/>
                  </a:lnTo>
                  <a:lnTo>
                    <a:pt x="15943" y="5057"/>
                  </a:lnTo>
                  <a:lnTo>
                    <a:pt x="15975" y="5068"/>
                  </a:lnTo>
                  <a:lnTo>
                    <a:pt x="16009" y="5079"/>
                  </a:lnTo>
                  <a:lnTo>
                    <a:pt x="16041" y="5093"/>
                  </a:lnTo>
                  <a:lnTo>
                    <a:pt x="16072" y="5107"/>
                  </a:lnTo>
                  <a:lnTo>
                    <a:pt x="16103" y="5121"/>
                  </a:lnTo>
                  <a:lnTo>
                    <a:pt x="16132" y="5138"/>
                  </a:lnTo>
                  <a:lnTo>
                    <a:pt x="16160" y="5154"/>
                  </a:lnTo>
                  <a:lnTo>
                    <a:pt x="16186" y="5172"/>
                  </a:lnTo>
                  <a:lnTo>
                    <a:pt x="16212" y="5192"/>
                  </a:lnTo>
                  <a:lnTo>
                    <a:pt x="16235" y="5212"/>
                  </a:lnTo>
                  <a:lnTo>
                    <a:pt x="16257" y="5234"/>
                  </a:lnTo>
                  <a:lnTo>
                    <a:pt x="16276" y="5258"/>
                  </a:lnTo>
                  <a:lnTo>
                    <a:pt x="16293" y="5282"/>
                  </a:lnTo>
                  <a:lnTo>
                    <a:pt x="16308" y="5308"/>
                  </a:lnTo>
                  <a:lnTo>
                    <a:pt x="16320" y="5335"/>
                  </a:lnTo>
                  <a:lnTo>
                    <a:pt x="16215" y="5326"/>
                  </a:lnTo>
                  <a:lnTo>
                    <a:pt x="16095" y="5317"/>
                  </a:lnTo>
                  <a:lnTo>
                    <a:pt x="15963" y="5308"/>
                  </a:lnTo>
                  <a:lnTo>
                    <a:pt x="15818" y="5298"/>
                  </a:lnTo>
                  <a:lnTo>
                    <a:pt x="15664" y="5288"/>
                  </a:lnTo>
                  <a:lnTo>
                    <a:pt x="15499" y="5279"/>
                  </a:lnTo>
                  <a:lnTo>
                    <a:pt x="15327" y="5270"/>
                  </a:lnTo>
                  <a:lnTo>
                    <a:pt x="15146" y="5262"/>
                  </a:lnTo>
                  <a:lnTo>
                    <a:pt x="14959" y="5254"/>
                  </a:lnTo>
                  <a:lnTo>
                    <a:pt x="14769" y="5246"/>
                  </a:lnTo>
                  <a:lnTo>
                    <a:pt x="14573" y="5237"/>
                  </a:lnTo>
                  <a:lnTo>
                    <a:pt x="14374" y="5230"/>
                  </a:lnTo>
                  <a:lnTo>
                    <a:pt x="14174" y="5224"/>
                  </a:lnTo>
                  <a:lnTo>
                    <a:pt x="13973" y="5218"/>
                  </a:lnTo>
                  <a:lnTo>
                    <a:pt x="13772" y="5213"/>
                  </a:lnTo>
                  <a:lnTo>
                    <a:pt x="13573" y="5208"/>
                  </a:lnTo>
                  <a:lnTo>
                    <a:pt x="13376" y="5204"/>
                  </a:lnTo>
                  <a:lnTo>
                    <a:pt x="13184" y="5201"/>
                  </a:lnTo>
                  <a:lnTo>
                    <a:pt x="12996" y="5199"/>
                  </a:lnTo>
                  <a:lnTo>
                    <a:pt x="12814" y="5197"/>
                  </a:lnTo>
                  <a:lnTo>
                    <a:pt x="12639" y="5197"/>
                  </a:lnTo>
                  <a:lnTo>
                    <a:pt x="12473" y="5197"/>
                  </a:lnTo>
                  <a:lnTo>
                    <a:pt x="12314" y="5199"/>
                  </a:lnTo>
                  <a:lnTo>
                    <a:pt x="12168" y="5201"/>
                  </a:lnTo>
                  <a:lnTo>
                    <a:pt x="12033" y="5205"/>
                  </a:lnTo>
                  <a:lnTo>
                    <a:pt x="11910" y="5209"/>
                  </a:lnTo>
                  <a:lnTo>
                    <a:pt x="11800" y="5215"/>
                  </a:lnTo>
                  <a:lnTo>
                    <a:pt x="11707" y="5223"/>
                  </a:lnTo>
                  <a:lnTo>
                    <a:pt x="11628" y="5231"/>
                  </a:lnTo>
                  <a:lnTo>
                    <a:pt x="11567" y="5242"/>
                  </a:lnTo>
                  <a:lnTo>
                    <a:pt x="11524" y="5253"/>
                  </a:lnTo>
                  <a:lnTo>
                    <a:pt x="11499" y="5266"/>
                  </a:lnTo>
                  <a:lnTo>
                    <a:pt x="11492" y="5389"/>
                  </a:lnTo>
                  <a:lnTo>
                    <a:pt x="11485" y="5513"/>
                  </a:lnTo>
                  <a:lnTo>
                    <a:pt x="11478" y="5636"/>
                  </a:lnTo>
                  <a:lnTo>
                    <a:pt x="11471" y="5760"/>
                  </a:lnTo>
                  <a:lnTo>
                    <a:pt x="11464" y="5884"/>
                  </a:lnTo>
                  <a:lnTo>
                    <a:pt x="11457" y="6007"/>
                  </a:lnTo>
                  <a:lnTo>
                    <a:pt x="11450" y="6130"/>
                  </a:lnTo>
                  <a:lnTo>
                    <a:pt x="11441" y="6255"/>
                  </a:lnTo>
                  <a:lnTo>
                    <a:pt x="11434" y="6378"/>
                  </a:lnTo>
                  <a:lnTo>
                    <a:pt x="11427" y="6502"/>
                  </a:lnTo>
                  <a:lnTo>
                    <a:pt x="11420" y="6626"/>
                  </a:lnTo>
                  <a:lnTo>
                    <a:pt x="11413" y="6750"/>
                  </a:lnTo>
                  <a:lnTo>
                    <a:pt x="11406" y="6875"/>
                  </a:lnTo>
                  <a:lnTo>
                    <a:pt x="11399" y="6999"/>
                  </a:lnTo>
                  <a:lnTo>
                    <a:pt x="11391" y="7124"/>
                  </a:lnTo>
                  <a:lnTo>
                    <a:pt x="11383" y="7249"/>
                  </a:lnTo>
                  <a:lnTo>
                    <a:pt x="11376" y="7763"/>
                  </a:lnTo>
                  <a:lnTo>
                    <a:pt x="11370" y="8225"/>
                  </a:lnTo>
                  <a:lnTo>
                    <a:pt x="11366" y="8638"/>
                  </a:lnTo>
                  <a:lnTo>
                    <a:pt x="11364" y="9005"/>
                  </a:lnTo>
                  <a:lnTo>
                    <a:pt x="11363" y="9329"/>
                  </a:lnTo>
                  <a:lnTo>
                    <a:pt x="11362" y="9614"/>
                  </a:lnTo>
                  <a:lnTo>
                    <a:pt x="11363" y="9862"/>
                  </a:lnTo>
                  <a:lnTo>
                    <a:pt x="11364" y="10077"/>
                  </a:lnTo>
                  <a:lnTo>
                    <a:pt x="11365" y="10263"/>
                  </a:lnTo>
                  <a:lnTo>
                    <a:pt x="11366" y="10421"/>
                  </a:lnTo>
                  <a:lnTo>
                    <a:pt x="11367" y="10555"/>
                  </a:lnTo>
                  <a:lnTo>
                    <a:pt x="11367" y="10671"/>
                  </a:lnTo>
                  <a:lnTo>
                    <a:pt x="11367" y="10767"/>
                  </a:lnTo>
                  <a:lnTo>
                    <a:pt x="11366" y="10851"/>
                  </a:lnTo>
                  <a:lnTo>
                    <a:pt x="11364" y="10923"/>
                  </a:lnTo>
                  <a:lnTo>
                    <a:pt x="11361" y="10989"/>
                  </a:lnTo>
                  <a:lnTo>
                    <a:pt x="11349" y="11018"/>
                  </a:lnTo>
                  <a:lnTo>
                    <a:pt x="11337" y="11047"/>
                  </a:lnTo>
                  <a:lnTo>
                    <a:pt x="11326" y="11076"/>
                  </a:lnTo>
                  <a:lnTo>
                    <a:pt x="11314" y="11106"/>
                  </a:lnTo>
                  <a:lnTo>
                    <a:pt x="11303" y="11136"/>
                  </a:lnTo>
                  <a:lnTo>
                    <a:pt x="11290" y="11166"/>
                  </a:lnTo>
                  <a:lnTo>
                    <a:pt x="11279" y="11198"/>
                  </a:lnTo>
                  <a:lnTo>
                    <a:pt x="11268" y="11229"/>
                  </a:lnTo>
                  <a:lnTo>
                    <a:pt x="10882" y="11235"/>
                  </a:lnTo>
                  <a:lnTo>
                    <a:pt x="10499" y="11240"/>
                  </a:lnTo>
                  <a:lnTo>
                    <a:pt x="10115" y="11245"/>
                  </a:lnTo>
                  <a:lnTo>
                    <a:pt x="9733" y="11247"/>
                  </a:lnTo>
                  <a:lnTo>
                    <a:pt x="9351" y="11250"/>
                  </a:lnTo>
                  <a:lnTo>
                    <a:pt x="8971" y="11251"/>
                  </a:lnTo>
                  <a:lnTo>
                    <a:pt x="8591" y="11253"/>
                  </a:lnTo>
                  <a:lnTo>
                    <a:pt x="8212" y="11255"/>
                  </a:lnTo>
                  <a:lnTo>
                    <a:pt x="7835" y="11258"/>
                  </a:lnTo>
                  <a:lnTo>
                    <a:pt x="7457" y="11262"/>
                  </a:lnTo>
                  <a:lnTo>
                    <a:pt x="7081" y="11267"/>
                  </a:lnTo>
                  <a:lnTo>
                    <a:pt x="6705" y="11274"/>
                  </a:lnTo>
                  <a:lnTo>
                    <a:pt x="6519" y="11278"/>
                  </a:lnTo>
                  <a:lnTo>
                    <a:pt x="6331" y="11282"/>
                  </a:lnTo>
                  <a:lnTo>
                    <a:pt x="6144" y="11287"/>
                  </a:lnTo>
                  <a:lnTo>
                    <a:pt x="5959" y="11292"/>
                  </a:lnTo>
                  <a:lnTo>
                    <a:pt x="5772" y="11300"/>
                  </a:lnTo>
                  <a:lnTo>
                    <a:pt x="5587" y="11306"/>
                  </a:lnTo>
                  <a:lnTo>
                    <a:pt x="5401" y="11314"/>
                  </a:lnTo>
                  <a:lnTo>
                    <a:pt x="5215" y="11322"/>
                  </a:lnTo>
                  <a:close/>
                </a:path>
              </a:pathLst>
            </a:custGeom>
            <a:solidFill>
              <a:srgbClr val="13151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82" name="Freeform 43">
              <a:extLst>
                <a:ext uri="{FF2B5EF4-FFF2-40B4-BE49-F238E27FC236}">
                  <a16:creationId xmlns:a16="http://schemas.microsoft.com/office/drawing/2014/main" id="{7A726902-7DA8-42C8-AB24-FB98088B543D}"/>
                </a:ext>
              </a:extLst>
            </p:cNvPr>
            <p:cNvSpPr>
              <a:spLocks/>
            </p:cNvSpPr>
            <p:nvPr/>
          </p:nvSpPr>
          <p:spPr bwMode="auto">
            <a:xfrm>
              <a:off x="1399" y="1019"/>
              <a:ext cx="401" cy="316"/>
            </a:xfrm>
            <a:custGeom>
              <a:avLst/>
              <a:gdLst>
                <a:gd name="T0" fmla="*/ 0 w 13616"/>
                <a:gd name="T1" fmla="*/ 0 h 10741"/>
                <a:gd name="T2" fmla="*/ 0 w 13616"/>
                <a:gd name="T3" fmla="*/ 0 h 10741"/>
                <a:gd name="T4" fmla="*/ 0 w 13616"/>
                <a:gd name="T5" fmla="*/ 0 h 10741"/>
                <a:gd name="T6" fmla="*/ 0 w 13616"/>
                <a:gd name="T7" fmla="*/ 0 h 10741"/>
                <a:gd name="T8" fmla="*/ 0 w 13616"/>
                <a:gd name="T9" fmla="*/ 0 h 10741"/>
                <a:gd name="T10" fmla="*/ 0 w 13616"/>
                <a:gd name="T11" fmla="*/ 0 h 10741"/>
                <a:gd name="T12" fmla="*/ 0 w 13616"/>
                <a:gd name="T13" fmla="*/ 0 h 10741"/>
                <a:gd name="T14" fmla="*/ 0 w 13616"/>
                <a:gd name="T15" fmla="*/ 0 h 10741"/>
                <a:gd name="T16" fmla="*/ 0 w 13616"/>
                <a:gd name="T17" fmla="*/ 0 h 10741"/>
                <a:gd name="T18" fmla="*/ 0 w 13616"/>
                <a:gd name="T19" fmla="*/ 0 h 10741"/>
                <a:gd name="T20" fmla="*/ 0 w 13616"/>
                <a:gd name="T21" fmla="*/ 0 h 10741"/>
                <a:gd name="T22" fmla="*/ 0 w 13616"/>
                <a:gd name="T23" fmla="*/ 0 h 10741"/>
                <a:gd name="T24" fmla="*/ 0 w 13616"/>
                <a:gd name="T25" fmla="*/ 0 h 10741"/>
                <a:gd name="T26" fmla="*/ 0 w 13616"/>
                <a:gd name="T27" fmla="*/ 0 h 10741"/>
                <a:gd name="T28" fmla="*/ 0 w 13616"/>
                <a:gd name="T29" fmla="*/ 0 h 10741"/>
                <a:gd name="T30" fmla="*/ 0 w 13616"/>
                <a:gd name="T31" fmla="*/ 0 h 10741"/>
                <a:gd name="T32" fmla="*/ 0 w 13616"/>
                <a:gd name="T33" fmla="*/ 0 h 10741"/>
                <a:gd name="T34" fmla="*/ 0 w 13616"/>
                <a:gd name="T35" fmla="*/ 0 h 10741"/>
                <a:gd name="T36" fmla="*/ 0 w 13616"/>
                <a:gd name="T37" fmla="*/ 0 h 10741"/>
                <a:gd name="T38" fmla="*/ 0 w 13616"/>
                <a:gd name="T39" fmla="*/ 0 h 10741"/>
                <a:gd name="T40" fmla="*/ 0 w 13616"/>
                <a:gd name="T41" fmla="*/ 0 h 10741"/>
                <a:gd name="T42" fmla="*/ 0 w 13616"/>
                <a:gd name="T43" fmla="*/ 0 h 10741"/>
                <a:gd name="T44" fmla="*/ 0 w 13616"/>
                <a:gd name="T45" fmla="*/ 0 h 10741"/>
                <a:gd name="T46" fmla="*/ 0 w 13616"/>
                <a:gd name="T47" fmla="*/ 0 h 10741"/>
                <a:gd name="T48" fmla="*/ 0 w 13616"/>
                <a:gd name="T49" fmla="*/ 0 h 10741"/>
                <a:gd name="T50" fmla="*/ 0 w 13616"/>
                <a:gd name="T51" fmla="*/ 0 h 10741"/>
                <a:gd name="T52" fmla="*/ 0 w 13616"/>
                <a:gd name="T53" fmla="*/ 0 h 10741"/>
                <a:gd name="T54" fmla="*/ 0 w 13616"/>
                <a:gd name="T55" fmla="*/ 0 h 10741"/>
                <a:gd name="T56" fmla="*/ 0 w 13616"/>
                <a:gd name="T57" fmla="*/ 0 h 10741"/>
                <a:gd name="T58" fmla="*/ 0 w 13616"/>
                <a:gd name="T59" fmla="*/ 0 h 10741"/>
                <a:gd name="T60" fmla="*/ 0 w 13616"/>
                <a:gd name="T61" fmla="*/ 0 h 10741"/>
                <a:gd name="T62" fmla="*/ 0 w 13616"/>
                <a:gd name="T63" fmla="*/ 0 h 10741"/>
                <a:gd name="T64" fmla="*/ 0 w 13616"/>
                <a:gd name="T65" fmla="*/ 0 h 10741"/>
                <a:gd name="T66" fmla="*/ 0 w 13616"/>
                <a:gd name="T67" fmla="*/ 0 h 10741"/>
                <a:gd name="T68" fmla="*/ 0 w 13616"/>
                <a:gd name="T69" fmla="*/ 0 h 10741"/>
                <a:gd name="T70" fmla="*/ 0 w 13616"/>
                <a:gd name="T71" fmla="*/ 0 h 10741"/>
                <a:gd name="T72" fmla="*/ 0 w 13616"/>
                <a:gd name="T73" fmla="*/ 0 h 10741"/>
                <a:gd name="T74" fmla="*/ 0 w 13616"/>
                <a:gd name="T75" fmla="*/ 0 h 10741"/>
                <a:gd name="T76" fmla="*/ 0 w 13616"/>
                <a:gd name="T77" fmla="*/ 0 h 10741"/>
                <a:gd name="T78" fmla="*/ 0 w 13616"/>
                <a:gd name="T79" fmla="*/ 0 h 10741"/>
                <a:gd name="T80" fmla="*/ 0 w 13616"/>
                <a:gd name="T81" fmla="*/ 0 h 10741"/>
                <a:gd name="T82" fmla="*/ 0 w 13616"/>
                <a:gd name="T83" fmla="*/ 0 h 10741"/>
                <a:gd name="T84" fmla="*/ 0 w 13616"/>
                <a:gd name="T85" fmla="*/ 0 h 10741"/>
                <a:gd name="T86" fmla="*/ 0 w 13616"/>
                <a:gd name="T87" fmla="*/ 0 h 10741"/>
                <a:gd name="T88" fmla="*/ 0 w 13616"/>
                <a:gd name="T89" fmla="*/ 0 h 10741"/>
                <a:gd name="T90" fmla="*/ 0 w 13616"/>
                <a:gd name="T91" fmla="*/ 0 h 10741"/>
                <a:gd name="T92" fmla="*/ 0 w 13616"/>
                <a:gd name="T93" fmla="*/ 0 h 10741"/>
                <a:gd name="T94" fmla="*/ 0 w 13616"/>
                <a:gd name="T95" fmla="*/ 0 h 10741"/>
                <a:gd name="T96" fmla="*/ 0 w 13616"/>
                <a:gd name="T97" fmla="*/ 0 h 107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3616"/>
                <a:gd name="T148" fmla="*/ 0 h 10741"/>
                <a:gd name="T149" fmla="*/ 13616 w 13616"/>
                <a:gd name="T150" fmla="*/ 10741 h 1074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3616" h="10741">
                  <a:moveTo>
                    <a:pt x="5913" y="10741"/>
                  </a:moveTo>
                  <a:lnTo>
                    <a:pt x="5740" y="10730"/>
                  </a:lnTo>
                  <a:lnTo>
                    <a:pt x="5569" y="10719"/>
                  </a:lnTo>
                  <a:lnTo>
                    <a:pt x="5398" y="10711"/>
                  </a:lnTo>
                  <a:lnTo>
                    <a:pt x="5228" y="10702"/>
                  </a:lnTo>
                  <a:lnTo>
                    <a:pt x="5059" y="10695"/>
                  </a:lnTo>
                  <a:lnTo>
                    <a:pt x="4892" y="10689"/>
                  </a:lnTo>
                  <a:lnTo>
                    <a:pt x="4725" y="10683"/>
                  </a:lnTo>
                  <a:lnTo>
                    <a:pt x="4558" y="10677"/>
                  </a:lnTo>
                  <a:lnTo>
                    <a:pt x="4393" y="10671"/>
                  </a:lnTo>
                  <a:lnTo>
                    <a:pt x="4229" y="10664"/>
                  </a:lnTo>
                  <a:lnTo>
                    <a:pt x="4066" y="10656"/>
                  </a:lnTo>
                  <a:lnTo>
                    <a:pt x="3903" y="10647"/>
                  </a:lnTo>
                  <a:lnTo>
                    <a:pt x="3741" y="10636"/>
                  </a:lnTo>
                  <a:lnTo>
                    <a:pt x="3581" y="10625"/>
                  </a:lnTo>
                  <a:lnTo>
                    <a:pt x="3501" y="10618"/>
                  </a:lnTo>
                  <a:lnTo>
                    <a:pt x="3421" y="10611"/>
                  </a:lnTo>
                  <a:lnTo>
                    <a:pt x="3341" y="10603"/>
                  </a:lnTo>
                  <a:lnTo>
                    <a:pt x="3263" y="10594"/>
                  </a:lnTo>
                  <a:lnTo>
                    <a:pt x="3260" y="10202"/>
                  </a:lnTo>
                  <a:lnTo>
                    <a:pt x="3256" y="9807"/>
                  </a:lnTo>
                  <a:lnTo>
                    <a:pt x="3253" y="9413"/>
                  </a:lnTo>
                  <a:lnTo>
                    <a:pt x="3250" y="9017"/>
                  </a:lnTo>
                  <a:lnTo>
                    <a:pt x="3248" y="8621"/>
                  </a:lnTo>
                  <a:lnTo>
                    <a:pt x="3247" y="8225"/>
                  </a:lnTo>
                  <a:lnTo>
                    <a:pt x="3247" y="7829"/>
                  </a:lnTo>
                  <a:lnTo>
                    <a:pt x="3248" y="7433"/>
                  </a:lnTo>
                  <a:lnTo>
                    <a:pt x="3250" y="7236"/>
                  </a:lnTo>
                  <a:lnTo>
                    <a:pt x="3252" y="7038"/>
                  </a:lnTo>
                  <a:lnTo>
                    <a:pt x="3254" y="6840"/>
                  </a:lnTo>
                  <a:lnTo>
                    <a:pt x="3257" y="6643"/>
                  </a:lnTo>
                  <a:lnTo>
                    <a:pt x="3261" y="6447"/>
                  </a:lnTo>
                  <a:lnTo>
                    <a:pt x="3266" y="6250"/>
                  </a:lnTo>
                  <a:lnTo>
                    <a:pt x="3271" y="6053"/>
                  </a:lnTo>
                  <a:lnTo>
                    <a:pt x="3276" y="5857"/>
                  </a:lnTo>
                  <a:lnTo>
                    <a:pt x="3283" y="5662"/>
                  </a:lnTo>
                  <a:lnTo>
                    <a:pt x="3290" y="5467"/>
                  </a:lnTo>
                  <a:lnTo>
                    <a:pt x="3300" y="5272"/>
                  </a:lnTo>
                  <a:lnTo>
                    <a:pt x="3309" y="5078"/>
                  </a:lnTo>
                  <a:lnTo>
                    <a:pt x="3319" y="4884"/>
                  </a:lnTo>
                  <a:lnTo>
                    <a:pt x="3330" y="4691"/>
                  </a:lnTo>
                  <a:lnTo>
                    <a:pt x="3342" y="4499"/>
                  </a:lnTo>
                  <a:lnTo>
                    <a:pt x="3356" y="4306"/>
                  </a:lnTo>
                  <a:lnTo>
                    <a:pt x="3338" y="4284"/>
                  </a:lnTo>
                  <a:lnTo>
                    <a:pt x="3321" y="4261"/>
                  </a:lnTo>
                  <a:lnTo>
                    <a:pt x="3303" y="4240"/>
                  </a:lnTo>
                  <a:lnTo>
                    <a:pt x="3285" y="4221"/>
                  </a:lnTo>
                  <a:lnTo>
                    <a:pt x="3079" y="4211"/>
                  </a:lnTo>
                  <a:lnTo>
                    <a:pt x="2873" y="4201"/>
                  </a:lnTo>
                  <a:lnTo>
                    <a:pt x="2667" y="4192"/>
                  </a:lnTo>
                  <a:lnTo>
                    <a:pt x="2462" y="4182"/>
                  </a:lnTo>
                  <a:lnTo>
                    <a:pt x="2256" y="4172"/>
                  </a:lnTo>
                  <a:lnTo>
                    <a:pt x="2050" y="4163"/>
                  </a:lnTo>
                  <a:lnTo>
                    <a:pt x="1845" y="4154"/>
                  </a:lnTo>
                  <a:lnTo>
                    <a:pt x="1640" y="4145"/>
                  </a:lnTo>
                  <a:lnTo>
                    <a:pt x="1435" y="4136"/>
                  </a:lnTo>
                  <a:lnTo>
                    <a:pt x="1230" y="4127"/>
                  </a:lnTo>
                  <a:lnTo>
                    <a:pt x="1025" y="4117"/>
                  </a:lnTo>
                  <a:lnTo>
                    <a:pt x="820" y="4109"/>
                  </a:lnTo>
                  <a:lnTo>
                    <a:pt x="615" y="4100"/>
                  </a:lnTo>
                  <a:lnTo>
                    <a:pt x="410" y="4091"/>
                  </a:lnTo>
                  <a:lnTo>
                    <a:pt x="205" y="4083"/>
                  </a:lnTo>
                  <a:lnTo>
                    <a:pt x="0" y="4074"/>
                  </a:lnTo>
                  <a:lnTo>
                    <a:pt x="9" y="4062"/>
                  </a:lnTo>
                  <a:lnTo>
                    <a:pt x="17" y="4052"/>
                  </a:lnTo>
                  <a:lnTo>
                    <a:pt x="26" y="4042"/>
                  </a:lnTo>
                  <a:lnTo>
                    <a:pt x="36" y="4033"/>
                  </a:lnTo>
                  <a:lnTo>
                    <a:pt x="56" y="4014"/>
                  </a:lnTo>
                  <a:lnTo>
                    <a:pt x="77" y="3996"/>
                  </a:lnTo>
                  <a:lnTo>
                    <a:pt x="308" y="3932"/>
                  </a:lnTo>
                  <a:lnTo>
                    <a:pt x="538" y="3864"/>
                  </a:lnTo>
                  <a:lnTo>
                    <a:pt x="769" y="3793"/>
                  </a:lnTo>
                  <a:lnTo>
                    <a:pt x="999" y="3719"/>
                  </a:lnTo>
                  <a:lnTo>
                    <a:pt x="1227" y="3640"/>
                  </a:lnTo>
                  <a:lnTo>
                    <a:pt x="1454" y="3560"/>
                  </a:lnTo>
                  <a:lnTo>
                    <a:pt x="1681" y="3474"/>
                  </a:lnTo>
                  <a:lnTo>
                    <a:pt x="1905" y="3387"/>
                  </a:lnTo>
                  <a:lnTo>
                    <a:pt x="2129" y="3295"/>
                  </a:lnTo>
                  <a:lnTo>
                    <a:pt x="2351" y="3199"/>
                  </a:lnTo>
                  <a:lnTo>
                    <a:pt x="2570" y="3099"/>
                  </a:lnTo>
                  <a:lnTo>
                    <a:pt x="2789" y="2995"/>
                  </a:lnTo>
                  <a:lnTo>
                    <a:pt x="3004" y="2888"/>
                  </a:lnTo>
                  <a:lnTo>
                    <a:pt x="3217" y="2777"/>
                  </a:lnTo>
                  <a:lnTo>
                    <a:pt x="3427" y="2662"/>
                  </a:lnTo>
                  <a:lnTo>
                    <a:pt x="3635" y="2541"/>
                  </a:lnTo>
                  <a:lnTo>
                    <a:pt x="3840" y="2418"/>
                  </a:lnTo>
                  <a:lnTo>
                    <a:pt x="4042" y="2290"/>
                  </a:lnTo>
                  <a:lnTo>
                    <a:pt x="4241" y="2157"/>
                  </a:lnTo>
                  <a:lnTo>
                    <a:pt x="4437" y="2020"/>
                  </a:lnTo>
                  <a:lnTo>
                    <a:pt x="4629" y="1878"/>
                  </a:lnTo>
                  <a:lnTo>
                    <a:pt x="4816" y="1732"/>
                  </a:lnTo>
                  <a:lnTo>
                    <a:pt x="5001" y="1581"/>
                  </a:lnTo>
                  <a:lnTo>
                    <a:pt x="5181" y="1425"/>
                  </a:lnTo>
                  <a:lnTo>
                    <a:pt x="5357" y="1265"/>
                  </a:lnTo>
                  <a:lnTo>
                    <a:pt x="5528" y="1099"/>
                  </a:lnTo>
                  <a:lnTo>
                    <a:pt x="5695" y="929"/>
                  </a:lnTo>
                  <a:lnTo>
                    <a:pt x="5857" y="754"/>
                  </a:lnTo>
                  <a:lnTo>
                    <a:pt x="6015" y="573"/>
                  </a:lnTo>
                  <a:lnTo>
                    <a:pt x="6167" y="388"/>
                  </a:lnTo>
                  <a:lnTo>
                    <a:pt x="6314" y="197"/>
                  </a:lnTo>
                  <a:lnTo>
                    <a:pt x="6456" y="0"/>
                  </a:lnTo>
                  <a:lnTo>
                    <a:pt x="6493" y="54"/>
                  </a:lnTo>
                  <a:lnTo>
                    <a:pt x="6531" y="108"/>
                  </a:lnTo>
                  <a:lnTo>
                    <a:pt x="6570" y="162"/>
                  </a:lnTo>
                  <a:lnTo>
                    <a:pt x="6607" y="216"/>
                  </a:lnTo>
                  <a:lnTo>
                    <a:pt x="6646" y="271"/>
                  </a:lnTo>
                  <a:lnTo>
                    <a:pt x="6685" y="325"/>
                  </a:lnTo>
                  <a:lnTo>
                    <a:pt x="6724" y="380"/>
                  </a:lnTo>
                  <a:lnTo>
                    <a:pt x="6763" y="435"/>
                  </a:lnTo>
                  <a:lnTo>
                    <a:pt x="6801" y="491"/>
                  </a:lnTo>
                  <a:lnTo>
                    <a:pt x="6840" y="545"/>
                  </a:lnTo>
                  <a:lnTo>
                    <a:pt x="6879" y="600"/>
                  </a:lnTo>
                  <a:lnTo>
                    <a:pt x="6919" y="655"/>
                  </a:lnTo>
                  <a:lnTo>
                    <a:pt x="6957" y="710"/>
                  </a:lnTo>
                  <a:lnTo>
                    <a:pt x="6997" y="766"/>
                  </a:lnTo>
                  <a:lnTo>
                    <a:pt x="7036" y="821"/>
                  </a:lnTo>
                  <a:lnTo>
                    <a:pt x="7076" y="876"/>
                  </a:lnTo>
                  <a:lnTo>
                    <a:pt x="7242" y="1053"/>
                  </a:lnTo>
                  <a:lnTo>
                    <a:pt x="7412" y="1226"/>
                  </a:lnTo>
                  <a:lnTo>
                    <a:pt x="7585" y="1395"/>
                  </a:lnTo>
                  <a:lnTo>
                    <a:pt x="7759" y="1558"/>
                  </a:lnTo>
                  <a:lnTo>
                    <a:pt x="7938" y="1718"/>
                  </a:lnTo>
                  <a:lnTo>
                    <a:pt x="8118" y="1873"/>
                  </a:lnTo>
                  <a:lnTo>
                    <a:pt x="8301" y="2024"/>
                  </a:lnTo>
                  <a:lnTo>
                    <a:pt x="8486" y="2170"/>
                  </a:lnTo>
                  <a:lnTo>
                    <a:pt x="8674" y="2313"/>
                  </a:lnTo>
                  <a:lnTo>
                    <a:pt x="8865" y="2453"/>
                  </a:lnTo>
                  <a:lnTo>
                    <a:pt x="9058" y="2587"/>
                  </a:lnTo>
                  <a:lnTo>
                    <a:pt x="9252" y="2720"/>
                  </a:lnTo>
                  <a:lnTo>
                    <a:pt x="9450" y="2847"/>
                  </a:lnTo>
                  <a:lnTo>
                    <a:pt x="9650" y="2973"/>
                  </a:lnTo>
                  <a:lnTo>
                    <a:pt x="9853" y="3094"/>
                  </a:lnTo>
                  <a:lnTo>
                    <a:pt x="10058" y="3212"/>
                  </a:lnTo>
                  <a:lnTo>
                    <a:pt x="10264" y="3327"/>
                  </a:lnTo>
                  <a:lnTo>
                    <a:pt x="10473" y="3441"/>
                  </a:lnTo>
                  <a:lnTo>
                    <a:pt x="10684" y="3550"/>
                  </a:lnTo>
                  <a:lnTo>
                    <a:pt x="10899" y="3657"/>
                  </a:lnTo>
                  <a:lnTo>
                    <a:pt x="11114" y="3762"/>
                  </a:lnTo>
                  <a:lnTo>
                    <a:pt x="11331" y="3864"/>
                  </a:lnTo>
                  <a:lnTo>
                    <a:pt x="11551" y="3962"/>
                  </a:lnTo>
                  <a:lnTo>
                    <a:pt x="11773" y="4060"/>
                  </a:lnTo>
                  <a:lnTo>
                    <a:pt x="11997" y="4155"/>
                  </a:lnTo>
                  <a:lnTo>
                    <a:pt x="12223" y="4248"/>
                  </a:lnTo>
                  <a:lnTo>
                    <a:pt x="12450" y="4340"/>
                  </a:lnTo>
                  <a:lnTo>
                    <a:pt x="12680" y="4429"/>
                  </a:lnTo>
                  <a:lnTo>
                    <a:pt x="12911" y="4517"/>
                  </a:lnTo>
                  <a:lnTo>
                    <a:pt x="13144" y="4603"/>
                  </a:lnTo>
                  <a:lnTo>
                    <a:pt x="13379" y="4687"/>
                  </a:lnTo>
                  <a:lnTo>
                    <a:pt x="13616" y="4771"/>
                  </a:lnTo>
                  <a:lnTo>
                    <a:pt x="13313" y="4762"/>
                  </a:lnTo>
                  <a:lnTo>
                    <a:pt x="13009" y="4751"/>
                  </a:lnTo>
                  <a:lnTo>
                    <a:pt x="12704" y="4739"/>
                  </a:lnTo>
                  <a:lnTo>
                    <a:pt x="12399" y="4727"/>
                  </a:lnTo>
                  <a:lnTo>
                    <a:pt x="12097" y="4715"/>
                  </a:lnTo>
                  <a:lnTo>
                    <a:pt x="11799" y="4702"/>
                  </a:lnTo>
                  <a:lnTo>
                    <a:pt x="11507" y="4690"/>
                  </a:lnTo>
                  <a:lnTo>
                    <a:pt x="11221" y="4678"/>
                  </a:lnTo>
                  <a:lnTo>
                    <a:pt x="10944" y="4667"/>
                  </a:lnTo>
                  <a:lnTo>
                    <a:pt x="10676" y="4657"/>
                  </a:lnTo>
                  <a:lnTo>
                    <a:pt x="10419" y="4647"/>
                  </a:lnTo>
                  <a:lnTo>
                    <a:pt x="10176" y="4640"/>
                  </a:lnTo>
                  <a:lnTo>
                    <a:pt x="9947" y="4634"/>
                  </a:lnTo>
                  <a:lnTo>
                    <a:pt x="9734" y="4631"/>
                  </a:lnTo>
                  <a:lnTo>
                    <a:pt x="9634" y="4630"/>
                  </a:lnTo>
                  <a:lnTo>
                    <a:pt x="9538" y="4630"/>
                  </a:lnTo>
                  <a:lnTo>
                    <a:pt x="9447" y="4630"/>
                  </a:lnTo>
                  <a:lnTo>
                    <a:pt x="9361" y="4631"/>
                  </a:lnTo>
                  <a:lnTo>
                    <a:pt x="9355" y="5006"/>
                  </a:lnTo>
                  <a:lnTo>
                    <a:pt x="9349" y="5380"/>
                  </a:lnTo>
                  <a:lnTo>
                    <a:pt x="9344" y="5755"/>
                  </a:lnTo>
                  <a:lnTo>
                    <a:pt x="9338" y="6131"/>
                  </a:lnTo>
                  <a:lnTo>
                    <a:pt x="9332" y="6505"/>
                  </a:lnTo>
                  <a:lnTo>
                    <a:pt x="9327" y="6880"/>
                  </a:lnTo>
                  <a:lnTo>
                    <a:pt x="9321" y="7255"/>
                  </a:lnTo>
                  <a:lnTo>
                    <a:pt x="9316" y="7629"/>
                  </a:lnTo>
                  <a:lnTo>
                    <a:pt x="9310" y="8004"/>
                  </a:lnTo>
                  <a:lnTo>
                    <a:pt x="9305" y="8379"/>
                  </a:lnTo>
                  <a:lnTo>
                    <a:pt x="9299" y="8754"/>
                  </a:lnTo>
                  <a:lnTo>
                    <a:pt x="9295" y="9131"/>
                  </a:lnTo>
                  <a:lnTo>
                    <a:pt x="9290" y="9506"/>
                  </a:lnTo>
                  <a:lnTo>
                    <a:pt x="9285" y="9882"/>
                  </a:lnTo>
                  <a:lnTo>
                    <a:pt x="9280" y="10257"/>
                  </a:lnTo>
                  <a:lnTo>
                    <a:pt x="9276" y="10633"/>
                  </a:lnTo>
                  <a:lnTo>
                    <a:pt x="8970" y="10637"/>
                  </a:lnTo>
                  <a:lnTo>
                    <a:pt x="8700" y="10641"/>
                  </a:lnTo>
                  <a:lnTo>
                    <a:pt x="8461" y="10644"/>
                  </a:lnTo>
                  <a:lnTo>
                    <a:pt x="8247" y="10648"/>
                  </a:lnTo>
                  <a:lnTo>
                    <a:pt x="8055" y="10651"/>
                  </a:lnTo>
                  <a:lnTo>
                    <a:pt x="7878" y="10656"/>
                  </a:lnTo>
                  <a:lnTo>
                    <a:pt x="7713" y="10660"/>
                  </a:lnTo>
                  <a:lnTo>
                    <a:pt x="7554" y="10665"/>
                  </a:lnTo>
                  <a:lnTo>
                    <a:pt x="7396" y="10670"/>
                  </a:lnTo>
                  <a:lnTo>
                    <a:pt x="7235" y="10676"/>
                  </a:lnTo>
                  <a:lnTo>
                    <a:pt x="7064" y="10683"/>
                  </a:lnTo>
                  <a:lnTo>
                    <a:pt x="6881" y="10692"/>
                  </a:lnTo>
                  <a:lnTo>
                    <a:pt x="6679" y="10702"/>
                  </a:lnTo>
                  <a:lnTo>
                    <a:pt x="6453" y="10714"/>
                  </a:lnTo>
                  <a:lnTo>
                    <a:pt x="6199" y="10727"/>
                  </a:lnTo>
                  <a:lnTo>
                    <a:pt x="5913" y="10741"/>
                  </a:ln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11274" name="Group 44">
            <a:extLst>
              <a:ext uri="{FF2B5EF4-FFF2-40B4-BE49-F238E27FC236}">
                <a16:creationId xmlns:a16="http://schemas.microsoft.com/office/drawing/2014/main" id="{292B8026-2D38-4F17-A523-57AC7D3E55A1}"/>
              </a:ext>
            </a:extLst>
          </p:cNvPr>
          <p:cNvGrpSpPr>
            <a:grpSpLocks/>
          </p:cNvGrpSpPr>
          <p:nvPr/>
        </p:nvGrpSpPr>
        <p:grpSpPr bwMode="auto">
          <a:xfrm flipV="1">
            <a:off x="6477000" y="4224338"/>
            <a:ext cx="762000" cy="528637"/>
            <a:chOff x="1344" y="1008"/>
            <a:chExt cx="480" cy="333"/>
          </a:xfrm>
        </p:grpSpPr>
        <p:sp>
          <p:nvSpPr>
            <p:cNvPr id="11277" name="AutoShape 45">
              <a:extLst>
                <a:ext uri="{FF2B5EF4-FFF2-40B4-BE49-F238E27FC236}">
                  <a16:creationId xmlns:a16="http://schemas.microsoft.com/office/drawing/2014/main" id="{78D8869E-218C-4D67-903D-4347C0C8F48F}"/>
                </a:ext>
              </a:extLst>
            </p:cNvPr>
            <p:cNvSpPr>
              <a:spLocks noChangeAspect="1" noChangeArrowheads="1" noTextEdit="1"/>
            </p:cNvSpPr>
            <p:nvPr/>
          </p:nvSpPr>
          <p:spPr bwMode="auto">
            <a:xfrm>
              <a:off x="1344" y="1008"/>
              <a:ext cx="48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78" name="Freeform 46">
              <a:extLst>
                <a:ext uri="{FF2B5EF4-FFF2-40B4-BE49-F238E27FC236}">
                  <a16:creationId xmlns:a16="http://schemas.microsoft.com/office/drawing/2014/main" id="{24AF1297-5517-4B69-A7A8-955191CB1BB2}"/>
                </a:ext>
              </a:extLst>
            </p:cNvPr>
            <p:cNvSpPr>
              <a:spLocks/>
            </p:cNvSpPr>
            <p:nvPr/>
          </p:nvSpPr>
          <p:spPr bwMode="auto">
            <a:xfrm>
              <a:off x="1344" y="1008"/>
              <a:ext cx="480" cy="333"/>
            </a:xfrm>
            <a:custGeom>
              <a:avLst/>
              <a:gdLst>
                <a:gd name="T0" fmla="*/ 0 w 16320"/>
                <a:gd name="T1" fmla="*/ 0 h 11322"/>
                <a:gd name="T2" fmla="*/ 0 w 16320"/>
                <a:gd name="T3" fmla="*/ 0 h 11322"/>
                <a:gd name="T4" fmla="*/ 0 w 16320"/>
                <a:gd name="T5" fmla="*/ 0 h 11322"/>
                <a:gd name="T6" fmla="*/ 0 w 16320"/>
                <a:gd name="T7" fmla="*/ 0 h 11322"/>
                <a:gd name="T8" fmla="*/ 0 w 16320"/>
                <a:gd name="T9" fmla="*/ 0 h 11322"/>
                <a:gd name="T10" fmla="*/ 0 w 16320"/>
                <a:gd name="T11" fmla="*/ 0 h 11322"/>
                <a:gd name="T12" fmla="*/ 0 w 16320"/>
                <a:gd name="T13" fmla="*/ 0 h 11322"/>
                <a:gd name="T14" fmla="*/ 0 w 16320"/>
                <a:gd name="T15" fmla="*/ 0 h 11322"/>
                <a:gd name="T16" fmla="*/ 0 w 16320"/>
                <a:gd name="T17" fmla="*/ 0 h 11322"/>
                <a:gd name="T18" fmla="*/ 0 w 16320"/>
                <a:gd name="T19" fmla="*/ 0 h 11322"/>
                <a:gd name="T20" fmla="*/ 0 w 16320"/>
                <a:gd name="T21" fmla="*/ 0 h 11322"/>
                <a:gd name="T22" fmla="*/ 0 w 16320"/>
                <a:gd name="T23" fmla="*/ 0 h 11322"/>
                <a:gd name="T24" fmla="*/ 0 w 16320"/>
                <a:gd name="T25" fmla="*/ 0 h 11322"/>
                <a:gd name="T26" fmla="*/ 0 w 16320"/>
                <a:gd name="T27" fmla="*/ 0 h 11322"/>
                <a:gd name="T28" fmla="*/ 0 w 16320"/>
                <a:gd name="T29" fmla="*/ 0 h 11322"/>
                <a:gd name="T30" fmla="*/ 0 w 16320"/>
                <a:gd name="T31" fmla="*/ 0 h 11322"/>
                <a:gd name="T32" fmla="*/ 0 w 16320"/>
                <a:gd name="T33" fmla="*/ 0 h 11322"/>
                <a:gd name="T34" fmla="*/ 0 w 16320"/>
                <a:gd name="T35" fmla="*/ 0 h 11322"/>
                <a:gd name="T36" fmla="*/ 0 w 16320"/>
                <a:gd name="T37" fmla="*/ 0 h 11322"/>
                <a:gd name="T38" fmla="*/ 0 w 16320"/>
                <a:gd name="T39" fmla="*/ 0 h 11322"/>
                <a:gd name="T40" fmla="*/ 0 w 16320"/>
                <a:gd name="T41" fmla="*/ 0 h 11322"/>
                <a:gd name="T42" fmla="*/ 0 w 16320"/>
                <a:gd name="T43" fmla="*/ 0 h 11322"/>
                <a:gd name="T44" fmla="*/ 0 w 16320"/>
                <a:gd name="T45" fmla="*/ 0 h 11322"/>
                <a:gd name="T46" fmla="*/ 0 w 16320"/>
                <a:gd name="T47" fmla="*/ 0 h 11322"/>
                <a:gd name="T48" fmla="*/ 0 w 16320"/>
                <a:gd name="T49" fmla="*/ 0 h 11322"/>
                <a:gd name="T50" fmla="*/ 0 w 16320"/>
                <a:gd name="T51" fmla="*/ 0 h 11322"/>
                <a:gd name="T52" fmla="*/ 0 w 16320"/>
                <a:gd name="T53" fmla="*/ 0 h 11322"/>
                <a:gd name="T54" fmla="*/ 0 w 16320"/>
                <a:gd name="T55" fmla="*/ 0 h 11322"/>
                <a:gd name="T56" fmla="*/ 0 w 16320"/>
                <a:gd name="T57" fmla="*/ 0 h 11322"/>
                <a:gd name="T58" fmla="*/ 0 w 16320"/>
                <a:gd name="T59" fmla="*/ 0 h 11322"/>
                <a:gd name="T60" fmla="*/ 0 w 16320"/>
                <a:gd name="T61" fmla="*/ 0 h 11322"/>
                <a:gd name="T62" fmla="*/ 0 w 16320"/>
                <a:gd name="T63" fmla="*/ 0 h 11322"/>
                <a:gd name="T64" fmla="*/ 0 w 16320"/>
                <a:gd name="T65" fmla="*/ 0 h 11322"/>
                <a:gd name="T66" fmla="*/ 0 w 16320"/>
                <a:gd name="T67" fmla="*/ 0 h 11322"/>
                <a:gd name="T68" fmla="*/ 0 w 16320"/>
                <a:gd name="T69" fmla="*/ 0 h 11322"/>
                <a:gd name="T70" fmla="*/ 0 w 16320"/>
                <a:gd name="T71" fmla="*/ 0 h 11322"/>
                <a:gd name="T72" fmla="*/ 0 w 16320"/>
                <a:gd name="T73" fmla="*/ 0 h 11322"/>
                <a:gd name="T74" fmla="*/ 0 w 16320"/>
                <a:gd name="T75" fmla="*/ 0 h 11322"/>
                <a:gd name="T76" fmla="*/ 0 w 16320"/>
                <a:gd name="T77" fmla="*/ 0 h 11322"/>
                <a:gd name="T78" fmla="*/ 0 w 16320"/>
                <a:gd name="T79" fmla="*/ 0 h 11322"/>
                <a:gd name="T80" fmla="*/ 0 w 16320"/>
                <a:gd name="T81" fmla="*/ 0 h 11322"/>
                <a:gd name="T82" fmla="*/ 0 w 16320"/>
                <a:gd name="T83" fmla="*/ 0 h 11322"/>
                <a:gd name="T84" fmla="*/ 0 w 16320"/>
                <a:gd name="T85" fmla="*/ 0 h 11322"/>
                <a:gd name="T86" fmla="*/ 0 w 16320"/>
                <a:gd name="T87" fmla="*/ 0 h 11322"/>
                <a:gd name="T88" fmla="*/ 0 w 16320"/>
                <a:gd name="T89" fmla="*/ 0 h 11322"/>
                <a:gd name="T90" fmla="*/ 0 w 16320"/>
                <a:gd name="T91" fmla="*/ 0 h 11322"/>
                <a:gd name="T92" fmla="*/ 0 w 16320"/>
                <a:gd name="T93" fmla="*/ 0 h 11322"/>
                <a:gd name="T94" fmla="*/ 0 w 16320"/>
                <a:gd name="T95" fmla="*/ 0 h 11322"/>
                <a:gd name="T96" fmla="*/ 0 w 16320"/>
                <a:gd name="T97" fmla="*/ 0 h 11322"/>
                <a:gd name="T98" fmla="*/ 0 w 16320"/>
                <a:gd name="T99" fmla="*/ 0 h 11322"/>
                <a:gd name="T100" fmla="*/ 0 w 16320"/>
                <a:gd name="T101" fmla="*/ 0 h 11322"/>
                <a:gd name="T102" fmla="*/ 0 w 16320"/>
                <a:gd name="T103" fmla="*/ 0 h 11322"/>
                <a:gd name="T104" fmla="*/ 0 w 16320"/>
                <a:gd name="T105" fmla="*/ 0 h 1132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6320"/>
                <a:gd name="T160" fmla="*/ 0 h 11322"/>
                <a:gd name="T161" fmla="*/ 16320 w 16320"/>
                <a:gd name="T162" fmla="*/ 11322 h 1132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6320" h="11322">
                  <a:moveTo>
                    <a:pt x="5215" y="11322"/>
                  </a:moveTo>
                  <a:lnTo>
                    <a:pt x="5131" y="11297"/>
                  </a:lnTo>
                  <a:lnTo>
                    <a:pt x="5066" y="11276"/>
                  </a:lnTo>
                  <a:lnTo>
                    <a:pt x="5041" y="11268"/>
                  </a:lnTo>
                  <a:lnTo>
                    <a:pt x="5018" y="11260"/>
                  </a:lnTo>
                  <a:lnTo>
                    <a:pt x="4999" y="11253"/>
                  </a:lnTo>
                  <a:lnTo>
                    <a:pt x="4983" y="11246"/>
                  </a:lnTo>
                  <a:lnTo>
                    <a:pt x="4968" y="11238"/>
                  </a:lnTo>
                  <a:lnTo>
                    <a:pt x="4956" y="11231"/>
                  </a:lnTo>
                  <a:lnTo>
                    <a:pt x="4945" y="11224"/>
                  </a:lnTo>
                  <a:lnTo>
                    <a:pt x="4934" y="11216"/>
                  </a:lnTo>
                  <a:lnTo>
                    <a:pt x="4913" y="11198"/>
                  </a:lnTo>
                  <a:lnTo>
                    <a:pt x="4890" y="11175"/>
                  </a:lnTo>
                  <a:lnTo>
                    <a:pt x="4891" y="10971"/>
                  </a:lnTo>
                  <a:lnTo>
                    <a:pt x="4893" y="10768"/>
                  </a:lnTo>
                  <a:lnTo>
                    <a:pt x="4896" y="10566"/>
                  </a:lnTo>
                  <a:lnTo>
                    <a:pt x="4899" y="10363"/>
                  </a:lnTo>
                  <a:lnTo>
                    <a:pt x="4907" y="9958"/>
                  </a:lnTo>
                  <a:lnTo>
                    <a:pt x="4917" y="9553"/>
                  </a:lnTo>
                  <a:lnTo>
                    <a:pt x="4930" y="9150"/>
                  </a:lnTo>
                  <a:lnTo>
                    <a:pt x="4942" y="8747"/>
                  </a:lnTo>
                  <a:lnTo>
                    <a:pt x="4955" y="8344"/>
                  </a:lnTo>
                  <a:lnTo>
                    <a:pt x="4968" y="7944"/>
                  </a:lnTo>
                  <a:lnTo>
                    <a:pt x="4981" y="7543"/>
                  </a:lnTo>
                  <a:lnTo>
                    <a:pt x="4992" y="7144"/>
                  </a:lnTo>
                  <a:lnTo>
                    <a:pt x="4997" y="6945"/>
                  </a:lnTo>
                  <a:lnTo>
                    <a:pt x="5001" y="6746"/>
                  </a:lnTo>
                  <a:lnTo>
                    <a:pt x="5005" y="6547"/>
                  </a:lnTo>
                  <a:lnTo>
                    <a:pt x="5008" y="6349"/>
                  </a:lnTo>
                  <a:lnTo>
                    <a:pt x="5011" y="6150"/>
                  </a:lnTo>
                  <a:lnTo>
                    <a:pt x="5013" y="5952"/>
                  </a:lnTo>
                  <a:lnTo>
                    <a:pt x="5014" y="5754"/>
                  </a:lnTo>
                  <a:lnTo>
                    <a:pt x="5014" y="5558"/>
                  </a:lnTo>
                  <a:lnTo>
                    <a:pt x="5014" y="5360"/>
                  </a:lnTo>
                  <a:lnTo>
                    <a:pt x="5012" y="5163"/>
                  </a:lnTo>
                  <a:lnTo>
                    <a:pt x="5010" y="4966"/>
                  </a:lnTo>
                  <a:lnTo>
                    <a:pt x="5006" y="4771"/>
                  </a:lnTo>
                  <a:lnTo>
                    <a:pt x="4942" y="4775"/>
                  </a:lnTo>
                  <a:lnTo>
                    <a:pt x="4880" y="4778"/>
                  </a:lnTo>
                  <a:lnTo>
                    <a:pt x="4810" y="4780"/>
                  </a:lnTo>
                  <a:lnTo>
                    <a:pt x="4728" y="4781"/>
                  </a:lnTo>
                  <a:lnTo>
                    <a:pt x="4624" y="4780"/>
                  </a:lnTo>
                  <a:lnTo>
                    <a:pt x="4491" y="4777"/>
                  </a:lnTo>
                  <a:lnTo>
                    <a:pt x="4324" y="4772"/>
                  </a:lnTo>
                  <a:lnTo>
                    <a:pt x="4113" y="4764"/>
                  </a:lnTo>
                  <a:lnTo>
                    <a:pt x="3852" y="4754"/>
                  </a:lnTo>
                  <a:lnTo>
                    <a:pt x="3533" y="4741"/>
                  </a:lnTo>
                  <a:lnTo>
                    <a:pt x="3150" y="4725"/>
                  </a:lnTo>
                  <a:lnTo>
                    <a:pt x="2694" y="4705"/>
                  </a:lnTo>
                  <a:lnTo>
                    <a:pt x="2158" y="4681"/>
                  </a:lnTo>
                  <a:lnTo>
                    <a:pt x="1535" y="4653"/>
                  </a:lnTo>
                  <a:lnTo>
                    <a:pt x="818" y="4622"/>
                  </a:lnTo>
                  <a:lnTo>
                    <a:pt x="0" y="4584"/>
                  </a:lnTo>
                  <a:lnTo>
                    <a:pt x="18" y="4575"/>
                  </a:lnTo>
                  <a:lnTo>
                    <a:pt x="36" y="4567"/>
                  </a:lnTo>
                  <a:lnTo>
                    <a:pt x="55" y="4559"/>
                  </a:lnTo>
                  <a:lnTo>
                    <a:pt x="80" y="4550"/>
                  </a:lnTo>
                  <a:lnTo>
                    <a:pt x="109" y="4542"/>
                  </a:lnTo>
                  <a:lnTo>
                    <a:pt x="147" y="4533"/>
                  </a:lnTo>
                  <a:lnTo>
                    <a:pt x="195" y="4523"/>
                  </a:lnTo>
                  <a:lnTo>
                    <a:pt x="256" y="4512"/>
                  </a:lnTo>
                  <a:lnTo>
                    <a:pt x="330" y="4499"/>
                  </a:lnTo>
                  <a:lnTo>
                    <a:pt x="422" y="4484"/>
                  </a:lnTo>
                  <a:lnTo>
                    <a:pt x="533" y="4467"/>
                  </a:lnTo>
                  <a:lnTo>
                    <a:pt x="665" y="4446"/>
                  </a:lnTo>
                  <a:lnTo>
                    <a:pt x="819" y="4423"/>
                  </a:lnTo>
                  <a:lnTo>
                    <a:pt x="999" y="4395"/>
                  </a:lnTo>
                  <a:lnTo>
                    <a:pt x="1206" y="4365"/>
                  </a:lnTo>
                  <a:lnTo>
                    <a:pt x="1441" y="4329"/>
                  </a:lnTo>
                  <a:lnTo>
                    <a:pt x="1694" y="4256"/>
                  </a:lnTo>
                  <a:lnTo>
                    <a:pt x="1945" y="4180"/>
                  </a:lnTo>
                  <a:lnTo>
                    <a:pt x="2196" y="4103"/>
                  </a:lnTo>
                  <a:lnTo>
                    <a:pt x="2446" y="4023"/>
                  </a:lnTo>
                  <a:lnTo>
                    <a:pt x="2694" y="3941"/>
                  </a:lnTo>
                  <a:lnTo>
                    <a:pt x="2941" y="3856"/>
                  </a:lnTo>
                  <a:lnTo>
                    <a:pt x="3186" y="3769"/>
                  </a:lnTo>
                  <a:lnTo>
                    <a:pt x="3429" y="3678"/>
                  </a:lnTo>
                  <a:lnTo>
                    <a:pt x="3671" y="3583"/>
                  </a:lnTo>
                  <a:lnTo>
                    <a:pt x="3910" y="3485"/>
                  </a:lnTo>
                  <a:lnTo>
                    <a:pt x="4146" y="3384"/>
                  </a:lnTo>
                  <a:lnTo>
                    <a:pt x="4381" y="3278"/>
                  </a:lnTo>
                  <a:lnTo>
                    <a:pt x="4612" y="3169"/>
                  </a:lnTo>
                  <a:lnTo>
                    <a:pt x="4841" y="3055"/>
                  </a:lnTo>
                  <a:lnTo>
                    <a:pt x="5066" y="2936"/>
                  </a:lnTo>
                  <a:lnTo>
                    <a:pt x="5288" y="2812"/>
                  </a:lnTo>
                  <a:lnTo>
                    <a:pt x="5506" y="2683"/>
                  </a:lnTo>
                  <a:lnTo>
                    <a:pt x="5721" y="2549"/>
                  </a:lnTo>
                  <a:lnTo>
                    <a:pt x="5932" y="2410"/>
                  </a:lnTo>
                  <a:lnTo>
                    <a:pt x="6139" y="2265"/>
                  </a:lnTo>
                  <a:lnTo>
                    <a:pt x="6342" y="2114"/>
                  </a:lnTo>
                  <a:lnTo>
                    <a:pt x="6540" y="1956"/>
                  </a:lnTo>
                  <a:lnTo>
                    <a:pt x="6735" y="1793"/>
                  </a:lnTo>
                  <a:lnTo>
                    <a:pt x="6924" y="1623"/>
                  </a:lnTo>
                  <a:lnTo>
                    <a:pt x="7108" y="1445"/>
                  </a:lnTo>
                  <a:lnTo>
                    <a:pt x="7287" y="1262"/>
                  </a:lnTo>
                  <a:lnTo>
                    <a:pt x="7461" y="1071"/>
                  </a:lnTo>
                  <a:lnTo>
                    <a:pt x="7630" y="873"/>
                  </a:lnTo>
                  <a:lnTo>
                    <a:pt x="7793" y="667"/>
                  </a:lnTo>
                  <a:lnTo>
                    <a:pt x="7950" y="453"/>
                  </a:lnTo>
                  <a:lnTo>
                    <a:pt x="8101" y="230"/>
                  </a:lnTo>
                  <a:lnTo>
                    <a:pt x="8246" y="0"/>
                  </a:lnTo>
                  <a:lnTo>
                    <a:pt x="8280" y="0"/>
                  </a:lnTo>
                  <a:lnTo>
                    <a:pt x="8315" y="1"/>
                  </a:lnTo>
                  <a:lnTo>
                    <a:pt x="8350" y="3"/>
                  </a:lnTo>
                  <a:lnTo>
                    <a:pt x="8384" y="5"/>
                  </a:lnTo>
                  <a:lnTo>
                    <a:pt x="8420" y="7"/>
                  </a:lnTo>
                  <a:lnTo>
                    <a:pt x="8455" y="10"/>
                  </a:lnTo>
                  <a:lnTo>
                    <a:pt x="8489" y="12"/>
                  </a:lnTo>
                  <a:lnTo>
                    <a:pt x="8524" y="15"/>
                  </a:lnTo>
                  <a:lnTo>
                    <a:pt x="8534" y="69"/>
                  </a:lnTo>
                  <a:lnTo>
                    <a:pt x="8548" y="122"/>
                  </a:lnTo>
                  <a:lnTo>
                    <a:pt x="8565" y="174"/>
                  </a:lnTo>
                  <a:lnTo>
                    <a:pt x="8584" y="225"/>
                  </a:lnTo>
                  <a:lnTo>
                    <a:pt x="8606" y="276"/>
                  </a:lnTo>
                  <a:lnTo>
                    <a:pt x="8630" y="326"/>
                  </a:lnTo>
                  <a:lnTo>
                    <a:pt x="8657" y="375"/>
                  </a:lnTo>
                  <a:lnTo>
                    <a:pt x="8684" y="423"/>
                  </a:lnTo>
                  <a:lnTo>
                    <a:pt x="8715" y="471"/>
                  </a:lnTo>
                  <a:lnTo>
                    <a:pt x="8747" y="518"/>
                  </a:lnTo>
                  <a:lnTo>
                    <a:pt x="8780" y="566"/>
                  </a:lnTo>
                  <a:lnTo>
                    <a:pt x="8814" y="612"/>
                  </a:lnTo>
                  <a:lnTo>
                    <a:pt x="8850" y="659"/>
                  </a:lnTo>
                  <a:lnTo>
                    <a:pt x="8886" y="704"/>
                  </a:lnTo>
                  <a:lnTo>
                    <a:pt x="8923" y="750"/>
                  </a:lnTo>
                  <a:lnTo>
                    <a:pt x="8960" y="796"/>
                  </a:lnTo>
                  <a:lnTo>
                    <a:pt x="9035" y="887"/>
                  </a:lnTo>
                  <a:lnTo>
                    <a:pt x="9110" y="979"/>
                  </a:lnTo>
                  <a:lnTo>
                    <a:pt x="9146" y="1025"/>
                  </a:lnTo>
                  <a:lnTo>
                    <a:pt x="9182" y="1071"/>
                  </a:lnTo>
                  <a:lnTo>
                    <a:pt x="9217" y="1118"/>
                  </a:lnTo>
                  <a:lnTo>
                    <a:pt x="9250" y="1165"/>
                  </a:lnTo>
                  <a:lnTo>
                    <a:pt x="9282" y="1213"/>
                  </a:lnTo>
                  <a:lnTo>
                    <a:pt x="9313" y="1261"/>
                  </a:lnTo>
                  <a:lnTo>
                    <a:pt x="9342" y="1310"/>
                  </a:lnTo>
                  <a:lnTo>
                    <a:pt x="9369" y="1360"/>
                  </a:lnTo>
                  <a:lnTo>
                    <a:pt x="9394" y="1410"/>
                  </a:lnTo>
                  <a:lnTo>
                    <a:pt x="9417" y="1460"/>
                  </a:lnTo>
                  <a:lnTo>
                    <a:pt x="9437" y="1512"/>
                  </a:lnTo>
                  <a:lnTo>
                    <a:pt x="9454" y="1565"/>
                  </a:lnTo>
                  <a:lnTo>
                    <a:pt x="9478" y="1565"/>
                  </a:lnTo>
                  <a:lnTo>
                    <a:pt x="9501" y="1565"/>
                  </a:lnTo>
                  <a:lnTo>
                    <a:pt x="9527" y="1565"/>
                  </a:lnTo>
                  <a:lnTo>
                    <a:pt x="9555" y="1565"/>
                  </a:lnTo>
                  <a:lnTo>
                    <a:pt x="9566" y="1584"/>
                  </a:lnTo>
                  <a:lnTo>
                    <a:pt x="9577" y="1602"/>
                  </a:lnTo>
                  <a:lnTo>
                    <a:pt x="9589" y="1620"/>
                  </a:lnTo>
                  <a:lnTo>
                    <a:pt x="9600" y="1637"/>
                  </a:lnTo>
                  <a:lnTo>
                    <a:pt x="9612" y="1653"/>
                  </a:lnTo>
                  <a:lnTo>
                    <a:pt x="9625" y="1670"/>
                  </a:lnTo>
                  <a:lnTo>
                    <a:pt x="9637" y="1685"/>
                  </a:lnTo>
                  <a:lnTo>
                    <a:pt x="9650" y="1700"/>
                  </a:lnTo>
                  <a:lnTo>
                    <a:pt x="9677" y="1729"/>
                  </a:lnTo>
                  <a:lnTo>
                    <a:pt x="9705" y="1756"/>
                  </a:lnTo>
                  <a:lnTo>
                    <a:pt x="9734" y="1783"/>
                  </a:lnTo>
                  <a:lnTo>
                    <a:pt x="9765" y="1808"/>
                  </a:lnTo>
                  <a:lnTo>
                    <a:pt x="9797" y="1834"/>
                  </a:lnTo>
                  <a:lnTo>
                    <a:pt x="9832" y="1859"/>
                  </a:lnTo>
                  <a:lnTo>
                    <a:pt x="9867" y="1885"/>
                  </a:lnTo>
                  <a:lnTo>
                    <a:pt x="9904" y="1910"/>
                  </a:lnTo>
                  <a:lnTo>
                    <a:pt x="9986" y="1966"/>
                  </a:lnTo>
                  <a:lnTo>
                    <a:pt x="10075" y="2029"/>
                  </a:lnTo>
                  <a:lnTo>
                    <a:pt x="10090" y="2077"/>
                  </a:lnTo>
                  <a:lnTo>
                    <a:pt x="10119" y="2130"/>
                  </a:lnTo>
                  <a:lnTo>
                    <a:pt x="10161" y="2188"/>
                  </a:lnTo>
                  <a:lnTo>
                    <a:pt x="10215" y="2248"/>
                  </a:lnTo>
                  <a:lnTo>
                    <a:pt x="10281" y="2312"/>
                  </a:lnTo>
                  <a:lnTo>
                    <a:pt x="10356" y="2379"/>
                  </a:lnTo>
                  <a:lnTo>
                    <a:pt x="10442" y="2448"/>
                  </a:lnTo>
                  <a:lnTo>
                    <a:pt x="10536" y="2520"/>
                  </a:lnTo>
                  <a:lnTo>
                    <a:pt x="10638" y="2594"/>
                  </a:lnTo>
                  <a:lnTo>
                    <a:pt x="10747" y="2670"/>
                  </a:lnTo>
                  <a:lnTo>
                    <a:pt x="10862" y="2746"/>
                  </a:lnTo>
                  <a:lnTo>
                    <a:pt x="10983" y="2825"/>
                  </a:lnTo>
                  <a:lnTo>
                    <a:pt x="11109" y="2903"/>
                  </a:lnTo>
                  <a:lnTo>
                    <a:pt x="11238" y="2983"/>
                  </a:lnTo>
                  <a:lnTo>
                    <a:pt x="11372" y="3062"/>
                  </a:lnTo>
                  <a:lnTo>
                    <a:pt x="11507" y="3142"/>
                  </a:lnTo>
                  <a:lnTo>
                    <a:pt x="11643" y="3220"/>
                  </a:lnTo>
                  <a:lnTo>
                    <a:pt x="11781" y="3298"/>
                  </a:lnTo>
                  <a:lnTo>
                    <a:pt x="11918" y="3374"/>
                  </a:lnTo>
                  <a:lnTo>
                    <a:pt x="12054" y="3450"/>
                  </a:lnTo>
                  <a:lnTo>
                    <a:pt x="12189" y="3523"/>
                  </a:lnTo>
                  <a:lnTo>
                    <a:pt x="12322" y="3594"/>
                  </a:lnTo>
                  <a:lnTo>
                    <a:pt x="12450" y="3663"/>
                  </a:lnTo>
                  <a:lnTo>
                    <a:pt x="12575" y="3729"/>
                  </a:lnTo>
                  <a:lnTo>
                    <a:pt x="12809" y="3851"/>
                  </a:lnTo>
                  <a:lnTo>
                    <a:pt x="13017" y="3959"/>
                  </a:lnTo>
                  <a:lnTo>
                    <a:pt x="13193" y="4050"/>
                  </a:lnTo>
                  <a:lnTo>
                    <a:pt x="13328" y="4120"/>
                  </a:lnTo>
                  <a:lnTo>
                    <a:pt x="13461" y="4171"/>
                  </a:lnTo>
                  <a:lnTo>
                    <a:pt x="13594" y="4222"/>
                  </a:lnTo>
                  <a:lnTo>
                    <a:pt x="13725" y="4273"/>
                  </a:lnTo>
                  <a:lnTo>
                    <a:pt x="13858" y="4324"/>
                  </a:lnTo>
                  <a:lnTo>
                    <a:pt x="13989" y="4376"/>
                  </a:lnTo>
                  <a:lnTo>
                    <a:pt x="14122" y="4428"/>
                  </a:lnTo>
                  <a:lnTo>
                    <a:pt x="14255" y="4479"/>
                  </a:lnTo>
                  <a:lnTo>
                    <a:pt x="14386" y="4531"/>
                  </a:lnTo>
                  <a:lnTo>
                    <a:pt x="14519" y="4583"/>
                  </a:lnTo>
                  <a:lnTo>
                    <a:pt x="14651" y="4635"/>
                  </a:lnTo>
                  <a:lnTo>
                    <a:pt x="14783" y="4687"/>
                  </a:lnTo>
                  <a:lnTo>
                    <a:pt x="14915" y="4740"/>
                  </a:lnTo>
                  <a:lnTo>
                    <a:pt x="15048" y="4792"/>
                  </a:lnTo>
                  <a:lnTo>
                    <a:pt x="15180" y="4844"/>
                  </a:lnTo>
                  <a:lnTo>
                    <a:pt x="15312" y="4896"/>
                  </a:lnTo>
                  <a:lnTo>
                    <a:pt x="15445" y="4949"/>
                  </a:lnTo>
                  <a:lnTo>
                    <a:pt x="15484" y="4957"/>
                  </a:lnTo>
                  <a:lnTo>
                    <a:pt x="15531" y="4966"/>
                  </a:lnTo>
                  <a:lnTo>
                    <a:pt x="15585" y="4975"/>
                  </a:lnTo>
                  <a:lnTo>
                    <a:pt x="15644" y="4987"/>
                  </a:lnTo>
                  <a:lnTo>
                    <a:pt x="15706" y="4998"/>
                  </a:lnTo>
                  <a:lnTo>
                    <a:pt x="15772" y="5012"/>
                  </a:lnTo>
                  <a:lnTo>
                    <a:pt x="15806" y="5019"/>
                  </a:lnTo>
                  <a:lnTo>
                    <a:pt x="15841" y="5027"/>
                  </a:lnTo>
                  <a:lnTo>
                    <a:pt x="15874" y="5037"/>
                  </a:lnTo>
                  <a:lnTo>
                    <a:pt x="15908" y="5046"/>
                  </a:lnTo>
                  <a:lnTo>
                    <a:pt x="15943" y="5057"/>
                  </a:lnTo>
                  <a:lnTo>
                    <a:pt x="15975" y="5068"/>
                  </a:lnTo>
                  <a:lnTo>
                    <a:pt x="16009" y="5079"/>
                  </a:lnTo>
                  <a:lnTo>
                    <a:pt x="16041" y="5093"/>
                  </a:lnTo>
                  <a:lnTo>
                    <a:pt x="16072" y="5107"/>
                  </a:lnTo>
                  <a:lnTo>
                    <a:pt x="16103" y="5121"/>
                  </a:lnTo>
                  <a:lnTo>
                    <a:pt x="16132" y="5138"/>
                  </a:lnTo>
                  <a:lnTo>
                    <a:pt x="16160" y="5154"/>
                  </a:lnTo>
                  <a:lnTo>
                    <a:pt x="16186" y="5172"/>
                  </a:lnTo>
                  <a:lnTo>
                    <a:pt x="16212" y="5192"/>
                  </a:lnTo>
                  <a:lnTo>
                    <a:pt x="16235" y="5212"/>
                  </a:lnTo>
                  <a:lnTo>
                    <a:pt x="16257" y="5234"/>
                  </a:lnTo>
                  <a:lnTo>
                    <a:pt x="16276" y="5258"/>
                  </a:lnTo>
                  <a:lnTo>
                    <a:pt x="16293" y="5282"/>
                  </a:lnTo>
                  <a:lnTo>
                    <a:pt x="16308" y="5308"/>
                  </a:lnTo>
                  <a:lnTo>
                    <a:pt x="16320" y="5335"/>
                  </a:lnTo>
                  <a:lnTo>
                    <a:pt x="16215" y="5326"/>
                  </a:lnTo>
                  <a:lnTo>
                    <a:pt x="16095" y="5317"/>
                  </a:lnTo>
                  <a:lnTo>
                    <a:pt x="15963" y="5308"/>
                  </a:lnTo>
                  <a:lnTo>
                    <a:pt x="15818" y="5298"/>
                  </a:lnTo>
                  <a:lnTo>
                    <a:pt x="15664" y="5288"/>
                  </a:lnTo>
                  <a:lnTo>
                    <a:pt x="15499" y="5279"/>
                  </a:lnTo>
                  <a:lnTo>
                    <a:pt x="15327" y="5270"/>
                  </a:lnTo>
                  <a:lnTo>
                    <a:pt x="15146" y="5262"/>
                  </a:lnTo>
                  <a:lnTo>
                    <a:pt x="14959" y="5254"/>
                  </a:lnTo>
                  <a:lnTo>
                    <a:pt x="14769" y="5246"/>
                  </a:lnTo>
                  <a:lnTo>
                    <a:pt x="14573" y="5237"/>
                  </a:lnTo>
                  <a:lnTo>
                    <a:pt x="14374" y="5230"/>
                  </a:lnTo>
                  <a:lnTo>
                    <a:pt x="14174" y="5224"/>
                  </a:lnTo>
                  <a:lnTo>
                    <a:pt x="13973" y="5218"/>
                  </a:lnTo>
                  <a:lnTo>
                    <a:pt x="13772" y="5213"/>
                  </a:lnTo>
                  <a:lnTo>
                    <a:pt x="13573" y="5208"/>
                  </a:lnTo>
                  <a:lnTo>
                    <a:pt x="13376" y="5204"/>
                  </a:lnTo>
                  <a:lnTo>
                    <a:pt x="13184" y="5201"/>
                  </a:lnTo>
                  <a:lnTo>
                    <a:pt x="12996" y="5199"/>
                  </a:lnTo>
                  <a:lnTo>
                    <a:pt x="12814" y="5197"/>
                  </a:lnTo>
                  <a:lnTo>
                    <a:pt x="12639" y="5197"/>
                  </a:lnTo>
                  <a:lnTo>
                    <a:pt x="12473" y="5197"/>
                  </a:lnTo>
                  <a:lnTo>
                    <a:pt x="12314" y="5199"/>
                  </a:lnTo>
                  <a:lnTo>
                    <a:pt x="12168" y="5201"/>
                  </a:lnTo>
                  <a:lnTo>
                    <a:pt x="12033" y="5205"/>
                  </a:lnTo>
                  <a:lnTo>
                    <a:pt x="11910" y="5209"/>
                  </a:lnTo>
                  <a:lnTo>
                    <a:pt x="11800" y="5215"/>
                  </a:lnTo>
                  <a:lnTo>
                    <a:pt x="11707" y="5223"/>
                  </a:lnTo>
                  <a:lnTo>
                    <a:pt x="11628" y="5231"/>
                  </a:lnTo>
                  <a:lnTo>
                    <a:pt x="11567" y="5242"/>
                  </a:lnTo>
                  <a:lnTo>
                    <a:pt x="11524" y="5253"/>
                  </a:lnTo>
                  <a:lnTo>
                    <a:pt x="11499" y="5266"/>
                  </a:lnTo>
                  <a:lnTo>
                    <a:pt x="11492" y="5389"/>
                  </a:lnTo>
                  <a:lnTo>
                    <a:pt x="11485" y="5513"/>
                  </a:lnTo>
                  <a:lnTo>
                    <a:pt x="11478" y="5636"/>
                  </a:lnTo>
                  <a:lnTo>
                    <a:pt x="11471" y="5760"/>
                  </a:lnTo>
                  <a:lnTo>
                    <a:pt x="11464" y="5884"/>
                  </a:lnTo>
                  <a:lnTo>
                    <a:pt x="11457" y="6007"/>
                  </a:lnTo>
                  <a:lnTo>
                    <a:pt x="11450" y="6130"/>
                  </a:lnTo>
                  <a:lnTo>
                    <a:pt x="11441" y="6255"/>
                  </a:lnTo>
                  <a:lnTo>
                    <a:pt x="11434" y="6378"/>
                  </a:lnTo>
                  <a:lnTo>
                    <a:pt x="11427" y="6502"/>
                  </a:lnTo>
                  <a:lnTo>
                    <a:pt x="11420" y="6626"/>
                  </a:lnTo>
                  <a:lnTo>
                    <a:pt x="11413" y="6750"/>
                  </a:lnTo>
                  <a:lnTo>
                    <a:pt x="11406" y="6875"/>
                  </a:lnTo>
                  <a:lnTo>
                    <a:pt x="11399" y="6999"/>
                  </a:lnTo>
                  <a:lnTo>
                    <a:pt x="11391" y="7124"/>
                  </a:lnTo>
                  <a:lnTo>
                    <a:pt x="11383" y="7249"/>
                  </a:lnTo>
                  <a:lnTo>
                    <a:pt x="11376" y="7763"/>
                  </a:lnTo>
                  <a:lnTo>
                    <a:pt x="11370" y="8225"/>
                  </a:lnTo>
                  <a:lnTo>
                    <a:pt x="11366" y="8638"/>
                  </a:lnTo>
                  <a:lnTo>
                    <a:pt x="11364" y="9005"/>
                  </a:lnTo>
                  <a:lnTo>
                    <a:pt x="11363" y="9329"/>
                  </a:lnTo>
                  <a:lnTo>
                    <a:pt x="11362" y="9614"/>
                  </a:lnTo>
                  <a:lnTo>
                    <a:pt x="11363" y="9862"/>
                  </a:lnTo>
                  <a:lnTo>
                    <a:pt x="11364" y="10077"/>
                  </a:lnTo>
                  <a:lnTo>
                    <a:pt x="11365" y="10263"/>
                  </a:lnTo>
                  <a:lnTo>
                    <a:pt x="11366" y="10421"/>
                  </a:lnTo>
                  <a:lnTo>
                    <a:pt x="11367" y="10555"/>
                  </a:lnTo>
                  <a:lnTo>
                    <a:pt x="11367" y="10671"/>
                  </a:lnTo>
                  <a:lnTo>
                    <a:pt x="11367" y="10767"/>
                  </a:lnTo>
                  <a:lnTo>
                    <a:pt x="11366" y="10851"/>
                  </a:lnTo>
                  <a:lnTo>
                    <a:pt x="11364" y="10923"/>
                  </a:lnTo>
                  <a:lnTo>
                    <a:pt x="11361" y="10989"/>
                  </a:lnTo>
                  <a:lnTo>
                    <a:pt x="11349" y="11018"/>
                  </a:lnTo>
                  <a:lnTo>
                    <a:pt x="11337" y="11047"/>
                  </a:lnTo>
                  <a:lnTo>
                    <a:pt x="11326" y="11076"/>
                  </a:lnTo>
                  <a:lnTo>
                    <a:pt x="11314" y="11106"/>
                  </a:lnTo>
                  <a:lnTo>
                    <a:pt x="11303" y="11136"/>
                  </a:lnTo>
                  <a:lnTo>
                    <a:pt x="11290" y="11166"/>
                  </a:lnTo>
                  <a:lnTo>
                    <a:pt x="11279" y="11198"/>
                  </a:lnTo>
                  <a:lnTo>
                    <a:pt x="11268" y="11229"/>
                  </a:lnTo>
                  <a:lnTo>
                    <a:pt x="10882" y="11235"/>
                  </a:lnTo>
                  <a:lnTo>
                    <a:pt x="10499" y="11240"/>
                  </a:lnTo>
                  <a:lnTo>
                    <a:pt x="10115" y="11245"/>
                  </a:lnTo>
                  <a:lnTo>
                    <a:pt x="9733" y="11247"/>
                  </a:lnTo>
                  <a:lnTo>
                    <a:pt x="9351" y="11250"/>
                  </a:lnTo>
                  <a:lnTo>
                    <a:pt x="8971" y="11251"/>
                  </a:lnTo>
                  <a:lnTo>
                    <a:pt x="8591" y="11253"/>
                  </a:lnTo>
                  <a:lnTo>
                    <a:pt x="8212" y="11255"/>
                  </a:lnTo>
                  <a:lnTo>
                    <a:pt x="7835" y="11258"/>
                  </a:lnTo>
                  <a:lnTo>
                    <a:pt x="7457" y="11262"/>
                  </a:lnTo>
                  <a:lnTo>
                    <a:pt x="7081" y="11267"/>
                  </a:lnTo>
                  <a:lnTo>
                    <a:pt x="6705" y="11274"/>
                  </a:lnTo>
                  <a:lnTo>
                    <a:pt x="6519" y="11278"/>
                  </a:lnTo>
                  <a:lnTo>
                    <a:pt x="6331" y="11282"/>
                  </a:lnTo>
                  <a:lnTo>
                    <a:pt x="6144" y="11287"/>
                  </a:lnTo>
                  <a:lnTo>
                    <a:pt x="5959" y="11292"/>
                  </a:lnTo>
                  <a:lnTo>
                    <a:pt x="5772" y="11300"/>
                  </a:lnTo>
                  <a:lnTo>
                    <a:pt x="5587" y="11306"/>
                  </a:lnTo>
                  <a:lnTo>
                    <a:pt x="5401" y="11314"/>
                  </a:lnTo>
                  <a:lnTo>
                    <a:pt x="5215" y="11322"/>
                  </a:lnTo>
                  <a:close/>
                </a:path>
              </a:pathLst>
            </a:custGeom>
            <a:solidFill>
              <a:srgbClr val="13151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1279" name="Freeform 47">
              <a:extLst>
                <a:ext uri="{FF2B5EF4-FFF2-40B4-BE49-F238E27FC236}">
                  <a16:creationId xmlns:a16="http://schemas.microsoft.com/office/drawing/2014/main" id="{C32FE529-53B9-4823-B776-60B01E33825F}"/>
                </a:ext>
              </a:extLst>
            </p:cNvPr>
            <p:cNvSpPr>
              <a:spLocks/>
            </p:cNvSpPr>
            <p:nvPr/>
          </p:nvSpPr>
          <p:spPr bwMode="auto">
            <a:xfrm>
              <a:off x="1399" y="1019"/>
              <a:ext cx="401" cy="316"/>
            </a:xfrm>
            <a:custGeom>
              <a:avLst/>
              <a:gdLst>
                <a:gd name="T0" fmla="*/ 0 w 13616"/>
                <a:gd name="T1" fmla="*/ 0 h 10741"/>
                <a:gd name="T2" fmla="*/ 0 w 13616"/>
                <a:gd name="T3" fmla="*/ 0 h 10741"/>
                <a:gd name="T4" fmla="*/ 0 w 13616"/>
                <a:gd name="T5" fmla="*/ 0 h 10741"/>
                <a:gd name="T6" fmla="*/ 0 w 13616"/>
                <a:gd name="T7" fmla="*/ 0 h 10741"/>
                <a:gd name="T8" fmla="*/ 0 w 13616"/>
                <a:gd name="T9" fmla="*/ 0 h 10741"/>
                <a:gd name="T10" fmla="*/ 0 w 13616"/>
                <a:gd name="T11" fmla="*/ 0 h 10741"/>
                <a:gd name="T12" fmla="*/ 0 w 13616"/>
                <a:gd name="T13" fmla="*/ 0 h 10741"/>
                <a:gd name="T14" fmla="*/ 0 w 13616"/>
                <a:gd name="T15" fmla="*/ 0 h 10741"/>
                <a:gd name="T16" fmla="*/ 0 w 13616"/>
                <a:gd name="T17" fmla="*/ 0 h 10741"/>
                <a:gd name="T18" fmla="*/ 0 w 13616"/>
                <a:gd name="T19" fmla="*/ 0 h 10741"/>
                <a:gd name="T20" fmla="*/ 0 w 13616"/>
                <a:gd name="T21" fmla="*/ 0 h 10741"/>
                <a:gd name="T22" fmla="*/ 0 w 13616"/>
                <a:gd name="T23" fmla="*/ 0 h 10741"/>
                <a:gd name="T24" fmla="*/ 0 w 13616"/>
                <a:gd name="T25" fmla="*/ 0 h 10741"/>
                <a:gd name="T26" fmla="*/ 0 w 13616"/>
                <a:gd name="T27" fmla="*/ 0 h 10741"/>
                <a:gd name="T28" fmla="*/ 0 w 13616"/>
                <a:gd name="T29" fmla="*/ 0 h 10741"/>
                <a:gd name="T30" fmla="*/ 0 w 13616"/>
                <a:gd name="T31" fmla="*/ 0 h 10741"/>
                <a:gd name="T32" fmla="*/ 0 w 13616"/>
                <a:gd name="T33" fmla="*/ 0 h 10741"/>
                <a:gd name="T34" fmla="*/ 0 w 13616"/>
                <a:gd name="T35" fmla="*/ 0 h 10741"/>
                <a:gd name="T36" fmla="*/ 0 w 13616"/>
                <a:gd name="T37" fmla="*/ 0 h 10741"/>
                <a:gd name="T38" fmla="*/ 0 w 13616"/>
                <a:gd name="T39" fmla="*/ 0 h 10741"/>
                <a:gd name="T40" fmla="*/ 0 w 13616"/>
                <a:gd name="T41" fmla="*/ 0 h 10741"/>
                <a:gd name="T42" fmla="*/ 0 w 13616"/>
                <a:gd name="T43" fmla="*/ 0 h 10741"/>
                <a:gd name="T44" fmla="*/ 0 w 13616"/>
                <a:gd name="T45" fmla="*/ 0 h 10741"/>
                <a:gd name="T46" fmla="*/ 0 w 13616"/>
                <a:gd name="T47" fmla="*/ 0 h 10741"/>
                <a:gd name="T48" fmla="*/ 0 w 13616"/>
                <a:gd name="T49" fmla="*/ 0 h 10741"/>
                <a:gd name="T50" fmla="*/ 0 w 13616"/>
                <a:gd name="T51" fmla="*/ 0 h 10741"/>
                <a:gd name="T52" fmla="*/ 0 w 13616"/>
                <a:gd name="T53" fmla="*/ 0 h 10741"/>
                <a:gd name="T54" fmla="*/ 0 w 13616"/>
                <a:gd name="T55" fmla="*/ 0 h 10741"/>
                <a:gd name="T56" fmla="*/ 0 w 13616"/>
                <a:gd name="T57" fmla="*/ 0 h 10741"/>
                <a:gd name="T58" fmla="*/ 0 w 13616"/>
                <a:gd name="T59" fmla="*/ 0 h 10741"/>
                <a:gd name="T60" fmla="*/ 0 w 13616"/>
                <a:gd name="T61" fmla="*/ 0 h 10741"/>
                <a:gd name="T62" fmla="*/ 0 w 13616"/>
                <a:gd name="T63" fmla="*/ 0 h 10741"/>
                <a:gd name="T64" fmla="*/ 0 w 13616"/>
                <a:gd name="T65" fmla="*/ 0 h 10741"/>
                <a:gd name="T66" fmla="*/ 0 w 13616"/>
                <a:gd name="T67" fmla="*/ 0 h 10741"/>
                <a:gd name="T68" fmla="*/ 0 w 13616"/>
                <a:gd name="T69" fmla="*/ 0 h 10741"/>
                <a:gd name="T70" fmla="*/ 0 w 13616"/>
                <a:gd name="T71" fmla="*/ 0 h 10741"/>
                <a:gd name="T72" fmla="*/ 0 w 13616"/>
                <a:gd name="T73" fmla="*/ 0 h 10741"/>
                <a:gd name="T74" fmla="*/ 0 w 13616"/>
                <a:gd name="T75" fmla="*/ 0 h 10741"/>
                <a:gd name="T76" fmla="*/ 0 w 13616"/>
                <a:gd name="T77" fmla="*/ 0 h 10741"/>
                <a:gd name="T78" fmla="*/ 0 w 13616"/>
                <a:gd name="T79" fmla="*/ 0 h 10741"/>
                <a:gd name="T80" fmla="*/ 0 w 13616"/>
                <a:gd name="T81" fmla="*/ 0 h 10741"/>
                <a:gd name="T82" fmla="*/ 0 w 13616"/>
                <a:gd name="T83" fmla="*/ 0 h 10741"/>
                <a:gd name="T84" fmla="*/ 0 w 13616"/>
                <a:gd name="T85" fmla="*/ 0 h 10741"/>
                <a:gd name="T86" fmla="*/ 0 w 13616"/>
                <a:gd name="T87" fmla="*/ 0 h 10741"/>
                <a:gd name="T88" fmla="*/ 0 w 13616"/>
                <a:gd name="T89" fmla="*/ 0 h 10741"/>
                <a:gd name="T90" fmla="*/ 0 w 13616"/>
                <a:gd name="T91" fmla="*/ 0 h 10741"/>
                <a:gd name="T92" fmla="*/ 0 w 13616"/>
                <a:gd name="T93" fmla="*/ 0 h 10741"/>
                <a:gd name="T94" fmla="*/ 0 w 13616"/>
                <a:gd name="T95" fmla="*/ 0 h 10741"/>
                <a:gd name="T96" fmla="*/ 0 w 13616"/>
                <a:gd name="T97" fmla="*/ 0 h 10741"/>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13616"/>
                <a:gd name="T148" fmla="*/ 0 h 10741"/>
                <a:gd name="T149" fmla="*/ 13616 w 13616"/>
                <a:gd name="T150" fmla="*/ 10741 h 10741"/>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13616" h="10741">
                  <a:moveTo>
                    <a:pt x="5913" y="10741"/>
                  </a:moveTo>
                  <a:lnTo>
                    <a:pt x="5740" y="10730"/>
                  </a:lnTo>
                  <a:lnTo>
                    <a:pt x="5569" y="10719"/>
                  </a:lnTo>
                  <a:lnTo>
                    <a:pt x="5398" y="10711"/>
                  </a:lnTo>
                  <a:lnTo>
                    <a:pt x="5228" y="10702"/>
                  </a:lnTo>
                  <a:lnTo>
                    <a:pt x="5059" y="10695"/>
                  </a:lnTo>
                  <a:lnTo>
                    <a:pt x="4892" y="10689"/>
                  </a:lnTo>
                  <a:lnTo>
                    <a:pt x="4725" y="10683"/>
                  </a:lnTo>
                  <a:lnTo>
                    <a:pt x="4558" y="10677"/>
                  </a:lnTo>
                  <a:lnTo>
                    <a:pt x="4393" y="10671"/>
                  </a:lnTo>
                  <a:lnTo>
                    <a:pt x="4229" y="10664"/>
                  </a:lnTo>
                  <a:lnTo>
                    <a:pt x="4066" y="10656"/>
                  </a:lnTo>
                  <a:lnTo>
                    <a:pt x="3903" y="10647"/>
                  </a:lnTo>
                  <a:lnTo>
                    <a:pt x="3741" y="10636"/>
                  </a:lnTo>
                  <a:lnTo>
                    <a:pt x="3581" y="10625"/>
                  </a:lnTo>
                  <a:lnTo>
                    <a:pt x="3501" y="10618"/>
                  </a:lnTo>
                  <a:lnTo>
                    <a:pt x="3421" y="10611"/>
                  </a:lnTo>
                  <a:lnTo>
                    <a:pt x="3341" y="10603"/>
                  </a:lnTo>
                  <a:lnTo>
                    <a:pt x="3263" y="10594"/>
                  </a:lnTo>
                  <a:lnTo>
                    <a:pt x="3260" y="10202"/>
                  </a:lnTo>
                  <a:lnTo>
                    <a:pt x="3256" y="9807"/>
                  </a:lnTo>
                  <a:lnTo>
                    <a:pt x="3253" y="9413"/>
                  </a:lnTo>
                  <a:lnTo>
                    <a:pt x="3250" y="9017"/>
                  </a:lnTo>
                  <a:lnTo>
                    <a:pt x="3248" y="8621"/>
                  </a:lnTo>
                  <a:lnTo>
                    <a:pt x="3247" y="8225"/>
                  </a:lnTo>
                  <a:lnTo>
                    <a:pt x="3247" y="7829"/>
                  </a:lnTo>
                  <a:lnTo>
                    <a:pt x="3248" y="7433"/>
                  </a:lnTo>
                  <a:lnTo>
                    <a:pt x="3250" y="7236"/>
                  </a:lnTo>
                  <a:lnTo>
                    <a:pt x="3252" y="7038"/>
                  </a:lnTo>
                  <a:lnTo>
                    <a:pt x="3254" y="6840"/>
                  </a:lnTo>
                  <a:lnTo>
                    <a:pt x="3257" y="6643"/>
                  </a:lnTo>
                  <a:lnTo>
                    <a:pt x="3261" y="6447"/>
                  </a:lnTo>
                  <a:lnTo>
                    <a:pt x="3266" y="6250"/>
                  </a:lnTo>
                  <a:lnTo>
                    <a:pt x="3271" y="6053"/>
                  </a:lnTo>
                  <a:lnTo>
                    <a:pt x="3276" y="5857"/>
                  </a:lnTo>
                  <a:lnTo>
                    <a:pt x="3283" y="5662"/>
                  </a:lnTo>
                  <a:lnTo>
                    <a:pt x="3290" y="5467"/>
                  </a:lnTo>
                  <a:lnTo>
                    <a:pt x="3300" y="5272"/>
                  </a:lnTo>
                  <a:lnTo>
                    <a:pt x="3309" y="5078"/>
                  </a:lnTo>
                  <a:lnTo>
                    <a:pt x="3319" y="4884"/>
                  </a:lnTo>
                  <a:lnTo>
                    <a:pt x="3330" y="4691"/>
                  </a:lnTo>
                  <a:lnTo>
                    <a:pt x="3342" y="4499"/>
                  </a:lnTo>
                  <a:lnTo>
                    <a:pt x="3356" y="4306"/>
                  </a:lnTo>
                  <a:lnTo>
                    <a:pt x="3338" y="4284"/>
                  </a:lnTo>
                  <a:lnTo>
                    <a:pt x="3321" y="4261"/>
                  </a:lnTo>
                  <a:lnTo>
                    <a:pt x="3303" y="4240"/>
                  </a:lnTo>
                  <a:lnTo>
                    <a:pt x="3285" y="4221"/>
                  </a:lnTo>
                  <a:lnTo>
                    <a:pt x="3079" y="4211"/>
                  </a:lnTo>
                  <a:lnTo>
                    <a:pt x="2873" y="4201"/>
                  </a:lnTo>
                  <a:lnTo>
                    <a:pt x="2667" y="4192"/>
                  </a:lnTo>
                  <a:lnTo>
                    <a:pt x="2462" y="4182"/>
                  </a:lnTo>
                  <a:lnTo>
                    <a:pt x="2256" y="4172"/>
                  </a:lnTo>
                  <a:lnTo>
                    <a:pt x="2050" y="4163"/>
                  </a:lnTo>
                  <a:lnTo>
                    <a:pt x="1845" y="4154"/>
                  </a:lnTo>
                  <a:lnTo>
                    <a:pt x="1640" y="4145"/>
                  </a:lnTo>
                  <a:lnTo>
                    <a:pt x="1435" y="4136"/>
                  </a:lnTo>
                  <a:lnTo>
                    <a:pt x="1230" y="4127"/>
                  </a:lnTo>
                  <a:lnTo>
                    <a:pt x="1025" y="4117"/>
                  </a:lnTo>
                  <a:lnTo>
                    <a:pt x="820" y="4109"/>
                  </a:lnTo>
                  <a:lnTo>
                    <a:pt x="615" y="4100"/>
                  </a:lnTo>
                  <a:lnTo>
                    <a:pt x="410" y="4091"/>
                  </a:lnTo>
                  <a:lnTo>
                    <a:pt x="205" y="4083"/>
                  </a:lnTo>
                  <a:lnTo>
                    <a:pt x="0" y="4074"/>
                  </a:lnTo>
                  <a:lnTo>
                    <a:pt x="9" y="4062"/>
                  </a:lnTo>
                  <a:lnTo>
                    <a:pt x="17" y="4052"/>
                  </a:lnTo>
                  <a:lnTo>
                    <a:pt x="26" y="4042"/>
                  </a:lnTo>
                  <a:lnTo>
                    <a:pt x="36" y="4033"/>
                  </a:lnTo>
                  <a:lnTo>
                    <a:pt x="56" y="4014"/>
                  </a:lnTo>
                  <a:lnTo>
                    <a:pt x="77" y="3996"/>
                  </a:lnTo>
                  <a:lnTo>
                    <a:pt x="308" y="3932"/>
                  </a:lnTo>
                  <a:lnTo>
                    <a:pt x="538" y="3864"/>
                  </a:lnTo>
                  <a:lnTo>
                    <a:pt x="769" y="3793"/>
                  </a:lnTo>
                  <a:lnTo>
                    <a:pt x="999" y="3719"/>
                  </a:lnTo>
                  <a:lnTo>
                    <a:pt x="1227" y="3640"/>
                  </a:lnTo>
                  <a:lnTo>
                    <a:pt x="1454" y="3560"/>
                  </a:lnTo>
                  <a:lnTo>
                    <a:pt x="1681" y="3474"/>
                  </a:lnTo>
                  <a:lnTo>
                    <a:pt x="1905" y="3387"/>
                  </a:lnTo>
                  <a:lnTo>
                    <a:pt x="2129" y="3295"/>
                  </a:lnTo>
                  <a:lnTo>
                    <a:pt x="2351" y="3199"/>
                  </a:lnTo>
                  <a:lnTo>
                    <a:pt x="2570" y="3099"/>
                  </a:lnTo>
                  <a:lnTo>
                    <a:pt x="2789" y="2995"/>
                  </a:lnTo>
                  <a:lnTo>
                    <a:pt x="3004" y="2888"/>
                  </a:lnTo>
                  <a:lnTo>
                    <a:pt x="3217" y="2777"/>
                  </a:lnTo>
                  <a:lnTo>
                    <a:pt x="3427" y="2662"/>
                  </a:lnTo>
                  <a:lnTo>
                    <a:pt x="3635" y="2541"/>
                  </a:lnTo>
                  <a:lnTo>
                    <a:pt x="3840" y="2418"/>
                  </a:lnTo>
                  <a:lnTo>
                    <a:pt x="4042" y="2290"/>
                  </a:lnTo>
                  <a:lnTo>
                    <a:pt x="4241" y="2157"/>
                  </a:lnTo>
                  <a:lnTo>
                    <a:pt x="4437" y="2020"/>
                  </a:lnTo>
                  <a:lnTo>
                    <a:pt x="4629" y="1878"/>
                  </a:lnTo>
                  <a:lnTo>
                    <a:pt x="4816" y="1732"/>
                  </a:lnTo>
                  <a:lnTo>
                    <a:pt x="5001" y="1581"/>
                  </a:lnTo>
                  <a:lnTo>
                    <a:pt x="5181" y="1425"/>
                  </a:lnTo>
                  <a:lnTo>
                    <a:pt x="5357" y="1265"/>
                  </a:lnTo>
                  <a:lnTo>
                    <a:pt x="5528" y="1099"/>
                  </a:lnTo>
                  <a:lnTo>
                    <a:pt x="5695" y="929"/>
                  </a:lnTo>
                  <a:lnTo>
                    <a:pt x="5857" y="754"/>
                  </a:lnTo>
                  <a:lnTo>
                    <a:pt x="6015" y="573"/>
                  </a:lnTo>
                  <a:lnTo>
                    <a:pt x="6167" y="388"/>
                  </a:lnTo>
                  <a:lnTo>
                    <a:pt x="6314" y="197"/>
                  </a:lnTo>
                  <a:lnTo>
                    <a:pt x="6456" y="0"/>
                  </a:lnTo>
                  <a:lnTo>
                    <a:pt x="6493" y="54"/>
                  </a:lnTo>
                  <a:lnTo>
                    <a:pt x="6531" y="108"/>
                  </a:lnTo>
                  <a:lnTo>
                    <a:pt x="6570" y="162"/>
                  </a:lnTo>
                  <a:lnTo>
                    <a:pt x="6607" y="216"/>
                  </a:lnTo>
                  <a:lnTo>
                    <a:pt x="6646" y="271"/>
                  </a:lnTo>
                  <a:lnTo>
                    <a:pt x="6685" y="325"/>
                  </a:lnTo>
                  <a:lnTo>
                    <a:pt x="6724" y="380"/>
                  </a:lnTo>
                  <a:lnTo>
                    <a:pt x="6763" y="435"/>
                  </a:lnTo>
                  <a:lnTo>
                    <a:pt x="6801" y="491"/>
                  </a:lnTo>
                  <a:lnTo>
                    <a:pt x="6840" y="545"/>
                  </a:lnTo>
                  <a:lnTo>
                    <a:pt x="6879" y="600"/>
                  </a:lnTo>
                  <a:lnTo>
                    <a:pt x="6919" y="655"/>
                  </a:lnTo>
                  <a:lnTo>
                    <a:pt x="6957" y="710"/>
                  </a:lnTo>
                  <a:lnTo>
                    <a:pt x="6997" y="766"/>
                  </a:lnTo>
                  <a:lnTo>
                    <a:pt x="7036" y="821"/>
                  </a:lnTo>
                  <a:lnTo>
                    <a:pt x="7076" y="876"/>
                  </a:lnTo>
                  <a:lnTo>
                    <a:pt x="7242" y="1053"/>
                  </a:lnTo>
                  <a:lnTo>
                    <a:pt x="7412" y="1226"/>
                  </a:lnTo>
                  <a:lnTo>
                    <a:pt x="7585" y="1395"/>
                  </a:lnTo>
                  <a:lnTo>
                    <a:pt x="7759" y="1558"/>
                  </a:lnTo>
                  <a:lnTo>
                    <a:pt x="7938" y="1718"/>
                  </a:lnTo>
                  <a:lnTo>
                    <a:pt x="8118" y="1873"/>
                  </a:lnTo>
                  <a:lnTo>
                    <a:pt x="8301" y="2024"/>
                  </a:lnTo>
                  <a:lnTo>
                    <a:pt x="8486" y="2170"/>
                  </a:lnTo>
                  <a:lnTo>
                    <a:pt x="8674" y="2313"/>
                  </a:lnTo>
                  <a:lnTo>
                    <a:pt x="8865" y="2453"/>
                  </a:lnTo>
                  <a:lnTo>
                    <a:pt x="9058" y="2587"/>
                  </a:lnTo>
                  <a:lnTo>
                    <a:pt x="9252" y="2720"/>
                  </a:lnTo>
                  <a:lnTo>
                    <a:pt x="9450" y="2847"/>
                  </a:lnTo>
                  <a:lnTo>
                    <a:pt x="9650" y="2973"/>
                  </a:lnTo>
                  <a:lnTo>
                    <a:pt x="9853" y="3094"/>
                  </a:lnTo>
                  <a:lnTo>
                    <a:pt x="10058" y="3212"/>
                  </a:lnTo>
                  <a:lnTo>
                    <a:pt x="10264" y="3327"/>
                  </a:lnTo>
                  <a:lnTo>
                    <a:pt x="10473" y="3441"/>
                  </a:lnTo>
                  <a:lnTo>
                    <a:pt x="10684" y="3550"/>
                  </a:lnTo>
                  <a:lnTo>
                    <a:pt x="10899" y="3657"/>
                  </a:lnTo>
                  <a:lnTo>
                    <a:pt x="11114" y="3762"/>
                  </a:lnTo>
                  <a:lnTo>
                    <a:pt x="11331" y="3864"/>
                  </a:lnTo>
                  <a:lnTo>
                    <a:pt x="11551" y="3962"/>
                  </a:lnTo>
                  <a:lnTo>
                    <a:pt x="11773" y="4060"/>
                  </a:lnTo>
                  <a:lnTo>
                    <a:pt x="11997" y="4155"/>
                  </a:lnTo>
                  <a:lnTo>
                    <a:pt x="12223" y="4248"/>
                  </a:lnTo>
                  <a:lnTo>
                    <a:pt x="12450" y="4340"/>
                  </a:lnTo>
                  <a:lnTo>
                    <a:pt x="12680" y="4429"/>
                  </a:lnTo>
                  <a:lnTo>
                    <a:pt x="12911" y="4517"/>
                  </a:lnTo>
                  <a:lnTo>
                    <a:pt x="13144" y="4603"/>
                  </a:lnTo>
                  <a:lnTo>
                    <a:pt x="13379" y="4687"/>
                  </a:lnTo>
                  <a:lnTo>
                    <a:pt x="13616" y="4771"/>
                  </a:lnTo>
                  <a:lnTo>
                    <a:pt x="13313" y="4762"/>
                  </a:lnTo>
                  <a:lnTo>
                    <a:pt x="13009" y="4751"/>
                  </a:lnTo>
                  <a:lnTo>
                    <a:pt x="12704" y="4739"/>
                  </a:lnTo>
                  <a:lnTo>
                    <a:pt x="12399" y="4727"/>
                  </a:lnTo>
                  <a:lnTo>
                    <a:pt x="12097" y="4715"/>
                  </a:lnTo>
                  <a:lnTo>
                    <a:pt x="11799" y="4702"/>
                  </a:lnTo>
                  <a:lnTo>
                    <a:pt x="11507" y="4690"/>
                  </a:lnTo>
                  <a:lnTo>
                    <a:pt x="11221" y="4678"/>
                  </a:lnTo>
                  <a:lnTo>
                    <a:pt x="10944" y="4667"/>
                  </a:lnTo>
                  <a:lnTo>
                    <a:pt x="10676" y="4657"/>
                  </a:lnTo>
                  <a:lnTo>
                    <a:pt x="10419" y="4647"/>
                  </a:lnTo>
                  <a:lnTo>
                    <a:pt x="10176" y="4640"/>
                  </a:lnTo>
                  <a:lnTo>
                    <a:pt x="9947" y="4634"/>
                  </a:lnTo>
                  <a:lnTo>
                    <a:pt x="9734" y="4631"/>
                  </a:lnTo>
                  <a:lnTo>
                    <a:pt x="9634" y="4630"/>
                  </a:lnTo>
                  <a:lnTo>
                    <a:pt x="9538" y="4630"/>
                  </a:lnTo>
                  <a:lnTo>
                    <a:pt x="9447" y="4630"/>
                  </a:lnTo>
                  <a:lnTo>
                    <a:pt x="9361" y="4631"/>
                  </a:lnTo>
                  <a:lnTo>
                    <a:pt x="9355" y="5006"/>
                  </a:lnTo>
                  <a:lnTo>
                    <a:pt x="9349" y="5380"/>
                  </a:lnTo>
                  <a:lnTo>
                    <a:pt x="9344" y="5755"/>
                  </a:lnTo>
                  <a:lnTo>
                    <a:pt x="9338" y="6131"/>
                  </a:lnTo>
                  <a:lnTo>
                    <a:pt x="9332" y="6505"/>
                  </a:lnTo>
                  <a:lnTo>
                    <a:pt x="9327" y="6880"/>
                  </a:lnTo>
                  <a:lnTo>
                    <a:pt x="9321" y="7255"/>
                  </a:lnTo>
                  <a:lnTo>
                    <a:pt x="9316" y="7629"/>
                  </a:lnTo>
                  <a:lnTo>
                    <a:pt x="9310" y="8004"/>
                  </a:lnTo>
                  <a:lnTo>
                    <a:pt x="9305" y="8379"/>
                  </a:lnTo>
                  <a:lnTo>
                    <a:pt x="9299" y="8754"/>
                  </a:lnTo>
                  <a:lnTo>
                    <a:pt x="9295" y="9131"/>
                  </a:lnTo>
                  <a:lnTo>
                    <a:pt x="9290" y="9506"/>
                  </a:lnTo>
                  <a:lnTo>
                    <a:pt x="9285" y="9882"/>
                  </a:lnTo>
                  <a:lnTo>
                    <a:pt x="9280" y="10257"/>
                  </a:lnTo>
                  <a:lnTo>
                    <a:pt x="9276" y="10633"/>
                  </a:lnTo>
                  <a:lnTo>
                    <a:pt x="8970" y="10637"/>
                  </a:lnTo>
                  <a:lnTo>
                    <a:pt x="8700" y="10641"/>
                  </a:lnTo>
                  <a:lnTo>
                    <a:pt x="8461" y="10644"/>
                  </a:lnTo>
                  <a:lnTo>
                    <a:pt x="8247" y="10648"/>
                  </a:lnTo>
                  <a:lnTo>
                    <a:pt x="8055" y="10651"/>
                  </a:lnTo>
                  <a:lnTo>
                    <a:pt x="7878" y="10656"/>
                  </a:lnTo>
                  <a:lnTo>
                    <a:pt x="7713" y="10660"/>
                  </a:lnTo>
                  <a:lnTo>
                    <a:pt x="7554" y="10665"/>
                  </a:lnTo>
                  <a:lnTo>
                    <a:pt x="7396" y="10670"/>
                  </a:lnTo>
                  <a:lnTo>
                    <a:pt x="7235" y="10676"/>
                  </a:lnTo>
                  <a:lnTo>
                    <a:pt x="7064" y="10683"/>
                  </a:lnTo>
                  <a:lnTo>
                    <a:pt x="6881" y="10692"/>
                  </a:lnTo>
                  <a:lnTo>
                    <a:pt x="6679" y="10702"/>
                  </a:lnTo>
                  <a:lnTo>
                    <a:pt x="6453" y="10714"/>
                  </a:lnTo>
                  <a:lnTo>
                    <a:pt x="6199" y="10727"/>
                  </a:lnTo>
                  <a:lnTo>
                    <a:pt x="5913" y="10741"/>
                  </a:ln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11275" name="Rectangle 20">
            <a:extLst>
              <a:ext uri="{FF2B5EF4-FFF2-40B4-BE49-F238E27FC236}">
                <a16:creationId xmlns:a16="http://schemas.microsoft.com/office/drawing/2014/main" id="{114B3E00-4E85-47B0-BED8-76AF3FD889DC}"/>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84713"/>
                                        </p:tgtEl>
                                        <p:attrNameLst>
                                          <p:attrName>style.visibility</p:attrName>
                                        </p:attrNameLst>
                                      </p:cBhvr>
                                      <p:to>
                                        <p:strVal val="visible"/>
                                      </p:to>
                                    </p:set>
                                    <p:animEffect transition="in" filter="wipe(down)">
                                      <p:cBhvr>
                                        <p:cTn id="7" dur="500"/>
                                        <p:tgtEl>
                                          <p:spTgt spid="58471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1268"/>
                                        </p:tgtEl>
                                        <p:attrNameLst>
                                          <p:attrName>style.visibility</p:attrName>
                                        </p:attrNameLst>
                                      </p:cBhvr>
                                      <p:to>
                                        <p:strVal val="visible"/>
                                      </p:to>
                                    </p:set>
                                    <p:anim calcmode="lin" valueType="num">
                                      <p:cBhvr additive="base">
                                        <p:cTn id="12" dur="500" fill="hold"/>
                                        <p:tgtEl>
                                          <p:spTgt spid="11268"/>
                                        </p:tgtEl>
                                        <p:attrNameLst>
                                          <p:attrName>ppt_x</p:attrName>
                                        </p:attrNameLst>
                                      </p:cBhvr>
                                      <p:tavLst>
                                        <p:tav tm="0">
                                          <p:val>
                                            <p:strVal val="#ppt_x"/>
                                          </p:val>
                                        </p:tav>
                                        <p:tav tm="100000">
                                          <p:val>
                                            <p:strVal val="#ppt_x"/>
                                          </p:val>
                                        </p:tav>
                                      </p:tavLst>
                                    </p:anim>
                                    <p:anim calcmode="lin" valueType="num">
                                      <p:cBhvr additive="base">
                                        <p:cTn id="13" dur="500" fill="hold"/>
                                        <p:tgtEl>
                                          <p:spTgt spid="11268"/>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1272"/>
                                        </p:tgtEl>
                                        <p:attrNameLst>
                                          <p:attrName>style.visibility</p:attrName>
                                        </p:attrNameLst>
                                      </p:cBhvr>
                                      <p:to>
                                        <p:strVal val="visible"/>
                                      </p:to>
                                    </p:set>
                                    <p:anim calcmode="lin" valueType="num">
                                      <p:cBhvr additive="base">
                                        <p:cTn id="16" dur="500" fill="hold"/>
                                        <p:tgtEl>
                                          <p:spTgt spid="11272"/>
                                        </p:tgtEl>
                                        <p:attrNameLst>
                                          <p:attrName>ppt_x</p:attrName>
                                        </p:attrNameLst>
                                      </p:cBhvr>
                                      <p:tavLst>
                                        <p:tav tm="0">
                                          <p:val>
                                            <p:strVal val="#ppt_x"/>
                                          </p:val>
                                        </p:tav>
                                        <p:tav tm="100000">
                                          <p:val>
                                            <p:strVal val="#ppt_x"/>
                                          </p:val>
                                        </p:tav>
                                      </p:tavLst>
                                    </p:anim>
                                    <p:anim calcmode="lin" valueType="num">
                                      <p:cBhvr additive="base">
                                        <p:cTn id="17" dur="500" fill="hold"/>
                                        <p:tgtEl>
                                          <p:spTgt spid="11272"/>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11269"/>
                                        </p:tgtEl>
                                        <p:attrNameLst>
                                          <p:attrName>style.visibility</p:attrName>
                                        </p:attrNameLst>
                                      </p:cBhvr>
                                      <p:to>
                                        <p:strVal val="visible"/>
                                      </p:to>
                                    </p:set>
                                    <p:anim calcmode="lin" valueType="num">
                                      <p:cBhvr additive="base">
                                        <p:cTn id="20" dur="500" fill="hold"/>
                                        <p:tgtEl>
                                          <p:spTgt spid="11269"/>
                                        </p:tgtEl>
                                        <p:attrNameLst>
                                          <p:attrName>ppt_x</p:attrName>
                                        </p:attrNameLst>
                                      </p:cBhvr>
                                      <p:tavLst>
                                        <p:tav tm="0">
                                          <p:val>
                                            <p:strVal val="#ppt_x"/>
                                          </p:val>
                                        </p:tav>
                                        <p:tav tm="100000">
                                          <p:val>
                                            <p:strVal val="#ppt_x"/>
                                          </p:val>
                                        </p:tav>
                                      </p:tavLst>
                                    </p:anim>
                                    <p:anim calcmode="lin" valueType="num">
                                      <p:cBhvr additive="base">
                                        <p:cTn id="21" dur="500" fill="hold"/>
                                        <p:tgtEl>
                                          <p:spTgt spid="11269"/>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1273"/>
                                        </p:tgtEl>
                                        <p:attrNameLst>
                                          <p:attrName>style.visibility</p:attrName>
                                        </p:attrNameLst>
                                      </p:cBhvr>
                                      <p:to>
                                        <p:strVal val="visible"/>
                                      </p:to>
                                    </p:set>
                                    <p:anim calcmode="lin" valueType="num">
                                      <p:cBhvr additive="base">
                                        <p:cTn id="24" dur="500" fill="hold"/>
                                        <p:tgtEl>
                                          <p:spTgt spid="11273"/>
                                        </p:tgtEl>
                                        <p:attrNameLst>
                                          <p:attrName>ppt_x</p:attrName>
                                        </p:attrNameLst>
                                      </p:cBhvr>
                                      <p:tavLst>
                                        <p:tav tm="0">
                                          <p:val>
                                            <p:strVal val="#ppt_x"/>
                                          </p:val>
                                        </p:tav>
                                        <p:tav tm="100000">
                                          <p:val>
                                            <p:strVal val="#ppt_x"/>
                                          </p:val>
                                        </p:tav>
                                      </p:tavLst>
                                    </p:anim>
                                    <p:anim calcmode="lin" valueType="num">
                                      <p:cBhvr additive="base">
                                        <p:cTn id="25" dur="500" fill="hold"/>
                                        <p:tgtEl>
                                          <p:spTgt spid="11273"/>
                                        </p:tgtEl>
                                        <p:attrNameLst>
                                          <p:attrName>ppt_y</p:attrName>
                                        </p:attrNameLst>
                                      </p:cBhvr>
                                      <p:tavLst>
                                        <p:tav tm="0">
                                          <p:val>
                                            <p:strVal val="1+#ppt_h/2"/>
                                          </p:val>
                                        </p:tav>
                                        <p:tav tm="100000">
                                          <p:val>
                                            <p:strVal val="#ppt_y"/>
                                          </p:val>
                                        </p:tav>
                                      </p:tavLst>
                                    </p:anim>
                                  </p:childTnLst>
                                </p:cTn>
                              </p:par>
                              <p:par>
                                <p:cTn id="26" presetID="2" presetClass="entr" presetSubtype="4" fill="hold" grpId="0" nodeType="withEffect">
                                  <p:stCondLst>
                                    <p:cond delay="0"/>
                                  </p:stCondLst>
                                  <p:childTnLst>
                                    <p:set>
                                      <p:cBhvr>
                                        <p:cTn id="27" dur="1" fill="hold">
                                          <p:stCondLst>
                                            <p:cond delay="0"/>
                                          </p:stCondLst>
                                        </p:cTn>
                                        <p:tgtEl>
                                          <p:spTgt spid="11270"/>
                                        </p:tgtEl>
                                        <p:attrNameLst>
                                          <p:attrName>style.visibility</p:attrName>
                                        </p:attrNameLst>
                                      </p:cBhvr>
                                      <p:to>
                                        <p:strVal val="visible"/>
                                      </p:to>
                                    </p:set>
                                    <p:anim calcmode="lin" valueType="num">
                                      <p:cBhvr additive="base">
                                        <p:cTn id="28" dur="500" fill="hold"/>
                                        <p:tgtEl>
                                          <p:spTgt spid="11270"/>
                                        </p:tgtEl>
                                        <p:attrNameLst>
                                          <p:attrName>ppt_x</p:attrName>
                                        </p:attrNameLst>
                                      </p:cBhvr>
                                      <p:tavLst>
                                        <p:tav tm="0">
                                          <p:val>
                                            <p:strVal val="#ppt_x"/>
                                          </p:val>
                                        </p:tav>
                                        <p:tav tm="100000">
                                          <p:val>
                                            <p:strVal val="#ppt_x"/>
                                          </p:val>
                                        </p:tav>
                                      </p:tavLst>
                                    </p:anim>
                                    <p:anim calcmode="lin" valueType="num">
                                      <p:cBhvr additive="base">
                                        <p:cTn id="29" dur="500" fill="hold"/>
                                        <p:tgtEl>
                                          <p:spTgt spid="11270"/>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1274"/>
                                        </p:tgtEl>
                                        <p:attrNameLst>
                                          <p:attrName>style.visibility</p:attrName>
                                        </p:attrNameLst>
                                      </p:cBhvr>
                                      <p:to>
                                        <p:strVal val="visible"/>
                                      </p:to>
                                    </p:set>
                                    <p:anim calcmode="lin" valueType="num">
                                      <p:cBhvr additive="base">
                                        <p:cTn id="32" dur="500" fill="hold"/>
                                        <p:tgtEl>
                                          <p:spTgt spid="11274"/>
                                        </p:tgtEl>
                                        <p:attrNameLst>
                                          <p:attrName>ppt_x</p:attrName>
                                        </p:attrNameLst>
                                      </p:cBhvr>
                                      <p:tavLst>
                                        <p:tav tm="0">
                                          <p:val>
                                            <p:strVal val="#ppt_x"/>
                                          </p:val>
                                        </p:tav>
                                        <p:tav tm="100000">
                                          <p:val>
                                            <p:strVal val="#ppt_x"/>
                                          </p:val>
                                        </p:tav>
                                      </p:tavLst>
                                    </p:anim>
                                    <p:anim calcmode="lin" valueType="num">
                                      <p:cBhvr additive="base">
                                        <p:cTn id="33" dur="500" fill="hold"/>
                                        <p:tgtEl>
                                          <p:spTgt spid="11274"/>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11271"/>
                                        </p:tgtEl>
                                        <p:attrNameLst>
                                          <p:attrName>style.visibility</p:attrName>
                                        </p:attrNameLst>
                                      </p:cBhvr>
                                      <p:to>
                                        <p:strVal val="visible"/>
                                      </p:to>
                                    </p:set>
                                    <p:anim calcmode="lin" valueType="num">
                                      <p:cBhvr additive="base">
                                        <p:cTn id="36" dur="500" fill="hold"/>
                                        <p:tgtEl>
                                          <p:spTgt spid="11271"/>
                                        </p:tgtEl>
                                        <p:attrNameLst>
                                          <p:attrName>ppt_x</p:attrName>
                                        </p:attrNameLst>
                                      </p:cBhvr>
                                      <p:tavLst>
                                        <p:tav tm="0">
                                          <p:val>
                                            <p:strVal val="#ppt_x"/>
                                          </p:val>
                                        </p:tav>
                                        <p:tav tm="100000">
                                          <p:val>
                                            <p:strVal val="#ppt_x"/>
                                          </p:val>
                                        </p:tav>
                                      </p:tavLst>
                                    </p:anim>
                                    <p:anim calcmode="lin" valueType="num">
                                      <p:cBhvr additive="base">
                                        <p:cTn id="37" dur="500" fill="hold"/>
                                        <p:tgtEl>
                                          <p:spTgt spid="112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713" grpId="0"/>
      <p:bldP spid="11268" grpId="0" animBg="1"/>
      <p:bldP spid="11269" grpId="0" animBg="1"/>
      <p:bldP spid="11270" grpId="0" animBg="1"/>
      <p:bldP spid="1127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3314" name="Slide Number Placeholder 1">
            <a:extLst>
              <a:ext uri="{FF2B5EF4-FFF2-40B4-BE49-F238E27FC236}">
                <a16:creationId xmlns:a16="http://schemas.microsoft.com/office/drawing/2014/main" id="{22ADC320-3BEF-40C3-90E2-1BAA4963A6C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68D495C6-F373-45CF-8B67-0AAC5A960264}" type="slidenum">
              <a:rPr lang="en-US" altLang="en-US" sz="1000">
                <a:solidFill>
                  <a:srgbClr val="66CCFF"/>
                </a:solidFill>
              </a:rPr>
              <a:pPr/>
              <a:t>10</a:t>
            </a:fld>
            <a:endParaRPr lang="en-US" altLang="en-US" sz="1000">
              <a:solidFill>
                <a:srgbClr val="66CCFF"/>
              </a:solidFill>
            </a:endParaRPr>
          </a:p>
        </p:txBody>
      </p:sp>
      <p:sp>
        <p:nvSpPr>
          <p:cNvPr id="13315" name="Rectangle 2">
            <a:extLst>
              <a:ext uri="{FF2B5EF4-FFF2-40B4-BE49-F238E27FC236}">
                <a16:creationId xmlns:a16="http://schemas.microsoft.com/office/drawing/2014/main" id="{916F1062-4217-469C-873E-4F8EC78E87DF}"/>
              </a:ext>
            </a:extLst>
          </p:cNvPr>
          <p:cNvSpPr>
            <a:spLocks noChangeArrowheads="1"/>
          </p:cNvSpPr>
          <p:nvPr/>
        </p:nvSpPr>
        <p:spPr bwMode="auto">
          <a:xfrm>
            <a:off x="537332" y="989757"/>
            <a:ext cx="8074025" cy="7668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4400" b="1" dirty="0">
                <a:solidFill>
                  <a:schemeClr val="bg1"/>
                </a:solidFill>
              </a:rPr>
              <a:t>PERSONAL BRANDING</a:t>
            </a:r>
          </a:p>
        </p:txBody>
      </p:sp>
      <p:sp>
        <p:nvSpPr>
          <p:cNvPr id="13316" name="Rectangle 4">
            <a:extLst>
              <a:ext uri="{FF2B5EF4-FFF2-40B4-BE49-F238E27FC236}">
                <a16:creationId xmlns:a16="http://schemas.microsoft.com/office/drawing/2014/main" id="{0EA60D16-65EE-4827-90A9-1E07BE852BAB}"/>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6" name="Rectangle 2">
            <a:extLst>
              <a:ext uri="{FF2B5EF4-FFF2-40B4-BE49-F238E27FC236}">
                <a16:creationId xmlns:a16="http://schemas.microsoft.com/office/drawing/2014/main" id="{8000CCC0-57B2-495F-9C1F-D1BE7DC6CED6}"/>
              </a:ext>
            </a:extLst>
          </p:cNvPr>
          <p:cNvSpPr>
            <a:spLocks noChangeArrowheads="1"/>
          </p:cNvSpPr>
          <p:nvPr/>
        </p:nvSpPr>
        <p:spPr bwMode="auto">
          <a:xfrm>
            <a:off x="537332" y="1746083"/>
            <a:ext cx="8074025" cy="4398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sz="4000" dirty="0">
                <a:solidFill>
                  <a:schemeClr val="bg1"/>
                </a:solidFill>
              </a:rPr>
              <a:t>Personal branding is the process of </a:t>
            </a:r>
            <a:r>
              <a:rPr lang="en-US" sz="4000" b="1" dirty="0">
                <a:solidFill>
                  <a:schemeClr val="bg1"/>
                </a:solidFill>
              </a:rPr>
              <a:t>defining</a:t>
            </a:r>
            <a:r>
              <a:rPr lang="en-US" sz="4000" dirty="0">
                <a:solidFill>
                  <a:schemeClr val="bg1"/>
                </a:solidFill>
              </a:rPr>
              <a:t> and </a:t>
            </a:r>
            <a:r>
              <a:rPr lang="en-US" sz="4000" b="1" dirty="0">
                <a:solidFill>
                  <a:schemeClr val="bg1"/>
                </a:solidFill>
              </a:rPr>
              <a:t>promoting</a:t>
            </a:r>
            <a:r>
              <a:rPr lang="en-US" sz="4000" dirty="0">
                <a:solidFill>
                  <a:schemeClr val="bg1"/>
                </a:solidFill>
              </a:rPr>
              <a:t> what you </a:t>
            </a:r>
            <a:r>
              <a:rPr lang="en-US" sz="4000" b="1" dirty="0">
                <a:solidFill>
                  <a:schemeClr val="bg1"/>
                </a:solidFill>
              </a:rPr>
              <a:t>stand</a:t>
            </a:r>
            <a:r>
              <a:rPr lang="en-US" sz="4000" dirty="0">
                <a:solidFill>
                  <a:schemeClr val="bg1"/>
                </a:solidFill>
              </a:rPr>
              <a:t> for as an </a:t>
            </a:r>
            <a:r>
              <a:rPr lang="en-US" sz="4000" b="1" dirty="0">
                <a:solidFill>
                  <a:schemeClr val="bg1"/>
                </a:solidFill>
              </a:rPr>
              <a:t>individual</a:t>
            </a:r>
            <a:r>
              <a:rPr lang="en-US" sz="4000" dirty="0">
                <a:solidFill>
                  <a:schemeClr val="bg1"/>
                </a:solidFill>
              </a:rPr>
              <a:t>. </a:t>
            </a:r>
            <a:r>
              <a:rPr lang="en-US" sz="4000" b="1" dirty="0">
                <a:solidFill>
                  <a:schemeClr val="bg1"/>
                </a:solidFill>
              </a:rPr>
              <a:t>Your personal brand</a:t>
            </a:r>
            <a:r>
              <a:rPr lang="en-US" sz="4000" dirty="0">
                <a:solidFill>
                  <a:schemeClr val="bg1"/>
                </a:solidFill>
              </a:rPr>
              <a:t> is a </a:t>
            </a:r>
            <a:r>
              <a:rPr lang="en-US" sz="4000" b="1" dirty="0">
                <a:solidFill>
                  <a:schemeClr val="bg1"/>
                </a:solidFill>
              </a:rPr>
              <a:t>culmination</a:t>
            </a:r>
            <a:r>
              <a:rPr lang="en-US" sz="4000" dirty="0">
                <a:solidFill>
                  <a:schemeClr val="bg1"/>
                </a:solidFill>
              </a:rPr>
              <a:t> of the </a:t>
            </a:r>
            <a:r>
              <a:rPr lang="en-US" sz="4000" b="1" dirty="0">
                <a:solidFill>
                  <a:schemeClr val="bg1"/>
                </a:solidFill>
              </a:rPr>
              <a:t>experiences</a:t>
            </a:r>
            <a:r>
              <a:rPr lang="en-US" sz="4000" dirty="0">
                <a:solidFill>
                  <a:schemeClr val="bg1"/>
                </a:solidFill>
              </a:rPr>
              <a:t>, </a:t>
            </a:r>
            <a:r>
              <a:rPr lang="en-US" sz="4000" b="1" dirty="0">
                <a:solidFill>
                  <a:schemeClr val="bg1"/>
                </a:solidFill>
              </a:rPr>
              <a:t>skills</a:t>
            </a:r>
            <a:r>
              <a:rPr lang="en-US" sz="4000" dirty="0">
                <a:solidFill>
                  <a:schemeClr val="bg1"/>
                </a:solidFill>
              </a:rPr>
              <a:t> and </a:t>
            </a:r>
            <a:r>
              <a:rPr lang="en-US" sz="4000" b="1" dirty="0">
                <a:solidFill>
                  <a:schemeClr val="bg1"/>
                </a:solidFill>
              </a:rPr>
              <a:t>values</a:t>
            </a:r>
            <a:r>
              <a:rPr lang="en-US" sz="4000" dirty="0">
                <a:solidFill>
                  <a:schemeClr val="bg1"/>
                </a:solidFill>
              </a:rPr>
              <a:t> that </a:t>
            </a:r>
            <a:r>
              <a:rPr lang="en-US" sz="4000" b="1" dirty="0">
                <a:solidFill>
                  <a:schemeClr val="bg1"/>
                </a:solidFill>
              </a:rPr>
              <a:t>differentiate</a:t>
            </a:r>
            <a:r>
              <a:rPr lang="en-US" sz="4000" dirty="0">
                <a:solidFill>
                  <a:schemeClr val="bg1"/>
                </a:solidFill>
              </a:rPr>
              <a:t> you.</a:t>
            </a:r>
            <a:endParaRPr lang="en-US" altLang="en-US" sz="6600" b="1" dirty="0">
              <a:solidFill>
                <a:schemeClr val="bg1"/>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fade">
                                      <p:cBhvr>
                                        <p:cTn id="7" dur="1000"/>
                                        <p:tgtEl>
                                          <p:spTgt spid="13315"/>
                                        </p:tgtEl>
                                      </p:cBhvr>
                                    </p:animEffect>
                                    <p:anim calcmode="lin" valueType="num">
                                      <p:cBhvr>
                                        <p:cTn id="8" dur="1000" fill="hold"/>
                                        <p:tgtEl>
                                          <p:spTgt spid="13315"/>
                                        </p:tgtEl>
                                        <p:attrNameLst>
                                          <p:attrName>ppt_x</p:attrName>
                                        </p:attrNameLst>
                                      </p:cBhvr>
                                      <p:tavLst>
                                        <p:tav tm="0">
                                          <p:val>
                                            <p:strVal val="#ppt_x"/>
                                          </p:val>
                                        </p:tav>
                                        <p:tav tm="100000">
                                          <p:val>
                                            <p:strVal val="#ppt_x"/>
                                          </p:val>
                                        </p:tav>
                                      </p:tavLst>
                                    </p:anim>
                                    <p:anim calcmode="lin" valueType="num">
                                      <p:cBhvr>
                                        <p:cTn id="9" dur="1000" fill="hold"/>
                                        <p:tgtEl>
                                          <p:spTgt spid="1331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wipe(down)">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6"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2290" name="Slide Number Placeholder 2">
            <a:extLst>
              <a:ext uri="{FF2B5EF4-FFF2-40B4-BE49-F238E27FC236}">
                <a16:creationId xmlns:a16="http://schemas.microsoft.com/office/drawing/2014/main" id="{ED925377-6162-4516-B992-8E7C00059D2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912BAFC0-7323-4FA0-B0EC-B60B1D9438A8}" type="slidenum">
              <a:rPr lang="en-US" altLang="en-US" sz="1000">
                <a:solidFill>
                  <a:srgbClr val="66CCFF"/>
                </a:solidFill>
              </a:rPr>
              <a:pPr/>
              <a:t>11</a:t>
            </a:fld>
            <a:endParaRPr lang="en-US" altLang="en-US" sz="1000">
              <a:solidFill>
                <a:srgbClr val="66CCFF"/>
              </a:solidFill>
            </a:endParaRPr>
          </a:p>
        </p:txBody>
      </p:sp>
      <p:sp>
        <p:nvSpPr>
          <p:cNvPr id="12291" name="Rectangle 4">
            <a:extLst>
              <a:ext uri="{FF2B5EF4-FFF2-40B4-BE49-F238E27FC236}">
                <a16:creationId xmlns:a16="http://schemas.microsoft.com/office/drawing/2014/main" id="{411F59D8-A2FA-490D-AB35-46326EF589E1}"/>
              </a:ext>
            </a:extLst>
          </p:cNvPr>
          <p:cNvSpPr>
            <a:spLocks noGrp="1" noChangeArrowheads="1"/>
          </p:cNvSpPr>
          <p:nvPr>
            <p:ph type="title"/>
          </p:nvPr>
        </p:nvSpPr>
        <p:spPr/>
        <p:txBody>
          <a:bodyPr/>
          <a:lstStyle/>
          <a:p>
            <a:r>
              <a:rPr lang="en-US" dirty="0"/>
              <a:t>Five Tips to Brand Yourself</a:t>
            </a:r>
            <a:endParaRPr lang="en-US" b="0" dirty="0"/>
          </a:p>
        </p:txBody>
      </p:sp>
      <p:sp>
        <p:nvSpPr>
          <p:cNvPr id="611333" name="Rectangle 5">
            <a:extLst>
              <a:ext uri="{FF2B5EF4-FFF2-40B4-BE49-F238E27FC236}">
                <a16:creationId xmlns:a16="http://schemas.microsoft.com/office/drawing/2014/main" id="{6BD6C6DB-078F-481D-97C1-E4B711657CC6}"/>
              </a:ext>
            </a:extLst>
          </p:cNvPr>
          <p:cNvSpPr>
            <a:spLocks noChangeArrowheads="1"/>
          </p:cNvSpPr>
          <p:nvPr/>
        </p:nvSpPr>
        <p:spPr bwMode="auto">
          <a:xfrm>
            <a:off x="1143000" y="3886200"/>
            <a:ext cx="5791200" cy="866775"/>
          </a:xfrm>
          <a:prstGeom prst="rect">
            <a:avLst/>
          </a:prstGeom>
          <a:solidFill>
            <a:schemeClr val="accent2"/>
          </a:solidFill>
          <a:ln w="9525">
            <a:solidFill>
              <a:schemeClr val="tx1"/>
            </a:solidFill>
            <a:miter lim="800000"/>
            <a:headEnd/>
            <a:tailEnd/>
          </a:ln>
        </p:spPr>
        <p:txBody>
          <a:bodyPr wrap="none" anchor="ctr"/>
          <a:lstStyle>
            <a:lvl1pPr marL="233363">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a:r>
              <a:rPr lang="en-US" b="1" dirty="0">
                <a:solidFill>
                  <a:schemeClr val="bg1"/>
                </a:solidFill>
              </a:rPr>
              <a:t>#4: Remember the 3 Cs of branding.</a:t>
            </a:r>
            <a:endParaRPr lang="en-US" altLang="en-US" b="1" dirty="0">
              <a:solidFill>
                <a:schemeClr val="bg1"/>
              </a:solidFill>
            </a:endParaRPr>
          </a:p>
        </p:txBody>
      </p:sp>
      <p:sp>
        <p:nvSpPr>
          <p:cNvPr id="611335" name="Rectangle 7">
            <a:extLst>
              <a:ext uri="{FF2B5EF4-FFF2-40B4-BE49-F238E27FC236}">
                <a16:creationId xmlns:a16="http://schemas.microsoft.com/office/drawing/2014/main" id="{D8FF0104-A909-4C82-8F79-0925959D63C7}"/>
              </a:ext>
            </a:extLst>
          </p:cNvPr>
          <p:cNvSpPr>
            <a:spLocks noChangeArrowheads="1"/>
          </p:cNvSpPr>
          <p:nvPr/>
        </p:nvSpPr>
        <p:spPr bwMode="auto">
          <a:xfrm>
            <a:off x="1600200" y="3048000"/>
            <a:ext cx="5715000" cy="838200"/>
          </a:xfrm>
          <a:prstGeom prst="rect">
            <a:avLst/>
          </a:prstGeom>
          <a:solidFill>
            <a:schemeClr val="accent2">
              <a:alpha val="67058"/>
            </a:schemeClr>
          </a:solidFill>
          <a:ln w="9525">
            <a:solidFill>
              <a:schemeClr val="tx1"/>
            </a:solidFill>
            <a:miter lim="800000"/>
            <a:headEnd/>
            <a:tailEnd/>
          </a:ln>
        </p:spPr>
        <p:txBody>
          <a:bodyPr wrap="none" anchor="ctr"/>
          <a:lstStyle>
            <a:lvl1pPr marL="233363">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a:r>
              <a:rPr lang="en-US" b="1" dirty="0">
                <a:solidFill>
                  <a:schemeClr val="bg1"/>
                </a:solidFill>
              </a:rPr>
              <a:t>#3: Generate brand awareness</a:t>
            </a:r>
          </a:p>
          <a:p>
            <a:pPr algn="l"/>
            <a:r>
              <a:rPr lang="en-US" b="1" dirty="0">
                <a:solidFill>
                  <a:schemeClr val="bg1"/>
                </a:solidFill>
              </a:rPr>
              <a:t>through networking.</a:t>
            </a:r>
            <a:endParaRPr lang="en-US" altLang="en-US" b="1" dirty="0">
              <a:solidFill>
                <a:schemeClr val="bg1"/>
              </a:solidFill>
            </a:endParaRPr>
          </a:p>
        </p:txBody>
      </p:sp>
      <p:sp>
        <p:nvSpPr>
          <p:cNvPr id="611336" name="Rectangle 8">
            <a:extLst>
              <a:ext uri="{FF2B5EF4-FFF2-40B4-BE49-F238E27FC236}">
                <a16:creationId xmlns:a16="http://schemas.microsoft.com/office/drawing/2014/main" id="{ADC7838B-4F8C-4946-A25F-EDD2438548C5}"/>
              </a:ext>
            </a:extLst>
          </p:cNvPr>
          <p:cNvSpPr>
            <a:spLocks noChangeArrowheads="1"/>
          </p:cNvSpPr>
          <p:nvPr/>
        </p:nvSpPr>
        <p:spPr bwMode="auto">
          <a:xfrm>
            <a:off x="2133600" y="2200275"/>
            <a:ext cx="5715000" cy="838200"/>
          </a:xfrm>
          <a:prstGeom prst="rect">
            <a:avLst/>
          </a:prstGeom>
          <a:solidFill>
            <a:schemeClr val="accent2">
              <a:alpha val="38823"/>
            </a:schemeClr>
          </a:solidFill>
          <a:ln w="9525">
            <a:solidFill>
              <a:schemeClr val="tx1"/>
            </a:solidFill>
            <a:miter lim="800000"/>
            <a:headEnd/>
            <a:tailEnd/>
          </a:ln>
        </p:spPr>
        <p:txBody>
          <a:bodyPr wrap="none" anchor="ctr"/>
          <a:lstStyle>
            <a:lvl1pPr marL="233363">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a:r>
              <a:rPr lang="en-US" b="1" dirty="0">
                <a:solidFill>
                  <a:schemeClr val="bg1"/>
                </a:solidFill>
              </a:rPr>
              <a:t>#2: Establish a presence.</a:t>
            </a:r>
            <a:endParaRPr lang="en-US" altLang="en-US" b="1" dirty="0">
              <a:solidFill>
                <a:schemeClr val="bg1"/>
              </a:solidFill>
            </a:endParaRPr>
          </a:p>
        </p:txBody>
      </p:sp>
      <p:sp>
        <p:nvSpPr>
          <p:cNvPr id="611337" name="Rectangle 9">
            <a:extLst>
              <a:ext uri="{FF2B5EF4-FFF2-40B4-BE49-F238E27FC236}">
                <a16:creationId xmlns:a16="http://schemas.microsoft.com/office/drawing/2014/main" id="{61B50228-4AE5-4D05-915E-7FA0D99C7216}"/>
              </a:ext>
            </a:extLst>
          </p:cNvPr>
          <p:cNvSpPr>
            <a:spLocks noChangeArrowheads="1"/>
          </p:cNvSpPr>
          <p:nvPr/>
        </p:nvSpPr>
        <p:spPr bwMode="auto">
          <a:xfrm>
            <a:off x="2514600" y="1371600"/>
            <a:ext cx="5715000" cy="838200"/>
          </a:xfrm>
          <a:prstGeom prst="rect">
            <a:avLst/>
          </a:prstGeom>
          <a:solidFill>
            <a:schemeClr val="accent2">
              <a:alpha val="16078"/>
            </a:schemeClr>
          </a:solidFill>
          <a:ln w="9525">
            <a:solidFill>
              <a:schemeClr val="tx1"/>
            </a:solidFill>
            <a:miter lim="800000"/>
            <a:headEnd/>
            <a:tailEnd/>
          </a:ln>
        </p:spPr>
        <p:txBody>
          <a:bodyPr wrap="none" anchor="ctr"/>
          <a:lstStyle>
            <a:lvl1pPr marL="233363">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a:r>
              <a:rPr lang="en-US" b="1" dirty="0">
                <a:solidFill>
                  <a:schemeClr val="bg1"/>
                </a:solidFill>
              </a:rPr>
              <a:t>#1: Define your brand and become</a:t>
            </a:r>
          </a:p>
          <a:p>
            <a:pPr algn="l"/>
            <a:r>
              <a:rPr lang="en-US" b="1" dirty="0">
                <a:solidFill>
                  <a:schemeClr val="bg1"/>
                </a:solidFill>
              </a:rPr>
              <a:t>an expert.</a:t>
            </a:r>
            <a:endParaRPr lang="en-US" altLang="en-US" b="1" dirty="0">
              <a:solidFill>
                <a:schemeClr val="bg1"/>
              </a:solidFill>
            </a:endParaRPr>
          </a:p>
        </p:txBody>
      </p:sp>
      <p:sp>
        <p:nvSpPr>
          <p:cNvPr id="12296" name="Rectangle 8">
            <a:extLst>
              <a:ext uri="{FF2B5EF4-FFF2-40B4-BE49-F238E27FC236}">
                <a16:creationId xmlns:a16="http://schemas.microsoft.com/office/drawing/2014/main" id="{419344AA-63B0-4AC6-9450-C50778B460CF}"/>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10" name="Rectangle 5">
            <a:extLst>
              <a:ext uri="{FF2B5EF4-FFF2-40B4-BE49-F238E27FC236}">
                <a16:creationId xmlns:a16="http://schemas.microsoft.com/office/drawing/2014/main" id="{3F2A3498-9C01-4900-ADBA-E5206C98D4CA}"/>
              </a:ext>
            </a:extLst>
          </p:cNvPr>
          <p:cNvSpPr>
            <a:spLocks noChangeArrowheads="1"/>
          </p:cNvSpPr>
          <p:nvPr/>
        </p:nvSpPr>
        <p:spPr bwMode="auto">
          <a:xfrm>
            <a:off x="762000" y="4724400"/>
            <a:ext cx="5568462" cy="1208087"/>
          </a:xfrm>
          <a:prstGeom prst="rect">
            <a:avLst/>
          </a:prstGeom>
          <a:solidFill>
            <a:srgbClr val="7030A0"/>
          </a:solidFill>
          <a:ln w="9525">
            <a:solidFill>
              <a:schemeClr val="tx1"/>
            </a:solidFill>
            <a:miter lim="800000"/>
            <a:headEnd/>
            <a:tailEnd/>
          </a:ln>
        </p:spPr>
        <p:txBody>
          <a:bodyPr wrap="none" anchor="ctr"/>
          <a:lstStyle>
            <a:lvl1pPr marL="233363">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a:r>
              <a:rPr lang="en-US" b="1" dirty="0">
                <a:solidFill>
                  <a:schemeClr val="bg1"/>
                </a:solidFill>
              </a:rPr>
              <a:t>#5: Get feedback from those who</a:t>
            </a:r>
          </a:p>
          <a:p>
            <a:pPr algn="l"/>
            <a:r>
              <a:rPr lang="en-US" b="1" dirty="0">
                <a:solidFill>
                  <a:schemeClr val="bg1"/>
                </a:solidFill>
              </a:rPr>
              <a:t>know you best—at work,</a:t>
            </a:r>
          </a:p>
          <a:p>
            <a:pPr algn="l"/>
            <a:r>
              <a:rPr lang="en-US" b="1" dirty="0">
                <a:solidFill>
                  <a:schemeClr val="bg1"/>
                </a:solidFill>
              </a:rPr>
              <a:t>at home, anywhere.</a:t>
            </a: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1"/>
                                        </p:tgtEl>
                                        <p:attrNameLst>
                                          <p:attrName>style.visibility</p:attrName>
                                        </p:attrNameLst>
                                      </p:cBhvr>
                                      <p:to>
                                        <p:strVal val="visible"/>
                                      </p:to>
                                    </p:set>
                                    <p:anim calcmode="lin" valueType="num">
                                      <p:cBhvr additive="base">
                                        <p:cTn id="7" dur="500" fill="hold"/>
                                        <p:tgtEl>
                                          <p:spTgt spid="12291"/>
                                        </p:tgtEl>
                                        <p:attrNameLst>
                                          <p:attrName>ppt_x</p:attrName>
                                        </p:attrNameLst>
                                      </p:cBhvr>
                                      <p:tavLst>
                                        <p:tav tm="0">
                                          <p:val>
                                            <p:strVal val="#ppt_x"/>
                                          </p:val>
                                        </p:tav>
                                        <p:tav tm="100000">
                                          <p:val>
                                            <p:strVal val="#ppt_x"/>
                                          </p:val>
                                        </p:tav>
                                      </p:tavLst>
                                    </p:anim>
                                    <p:anim calcmode="lin" valueType="num">
                                      <p:cBhvr additive="base">
                                        <p:cTn id="8" dur="500" fill="hold"/>
                                        <p:tgtEl>
                                          <p:spTgt spid="1229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611337"/>
                                        </p:tgtEl>
                                        <p:attrNameLst>
                                          <p:attrName>style.visibility</p:attrName>
                                        </p:attrNameLst>
                                      </p:cBhvr>
                                      <p:to>
                                        <p:strVal val="visible"/>
                                      </p:to>
                                    </p:set>
                                    <p:animEffect transition="in" filter="wipe(down)">
                                      <p:cBhvr>
                                        <p:cTn id="13" dur="500"/>
                                        <p:tgtEl>
                                          <p:spTgt spid="61133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611336"/>
                                        </p:tgtEl>
                                        <p:attrNameLst>
                                          <p:attrName>style.visibility</p:attrName>
                                        </p:attrNameLst>
                                      </p:cBhvr>
                                      <p:to>
                                        <p:strVal val="visible"/>
                                      </p:to>
                                    </p:set>
                                    <p:animEffect transition="in" filter="wipe(down)">
                                      <p:cBhvr>
                                        <p:cTn id="18" dur="500"/>
                                        <p:tgtEl>
                                          <p:spTgt spid="61133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611335"/>
                                        </p:tgtEl>
                                        <p:attrNameLst>
                                          <p:attrName>style.visibility</p:attrName>
                                        </p:attrNameLst>
                                      </p:cBhvr>
                                      <p:to>
                                        <p:strVal val="visible"/>
                                      </p:to>
                                    </p:set>
                                    <p:animEffect transition="in" filter="wipe(down)">
                                      <p:cBhvr>
                                        <p:cTn id="23" dur="500"/>
                                        <p:tgtEl>
                                          <p:spTgt spid="611335"/>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611333"/>
                                        </p:tgtEl>
                                        <p:attrNameLst>
                                          <p:attrName>style.visibility</p:attrName>
                                        </p:attrNameLst>
                                      </p:cBhvr>
                                      <p:to>
                                        <p:strVal val="visible"/>
                                      </p:to>
                                    </p:set>
                                    <p:animEffect transition="in" filter="wipe(down)">
                                      <p:cBhvr>
                                        <p:cTn id="28" dur="500"/>
                                        <p:tgtEl>
                                          <p:spTgt spid="61133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down)">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p:bldP spid="611333" grpId="0" animBg="1"/>
      <p:bldP spid="611335" grpId="0" animBg="1"/>
      <p:bldP spid="611336" grpId="0" animBg="1"/>
      <p:bldP spid="611337"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3314" name="Slide Number Placeholder 1">
            <a:extLst>
              <a:ext uri="{FF2B5EF4-FFF2-40B4-BE49-F238E27FC236}">
                <a16:creationId xmlns:a16="http://schemas.microsoft.com/office/drawing/2014/main" id="{22ADC320-3BEF-40C3-90E2-1BAA4963A6C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68D495C6-F373-45CF-8B67-0AAC5A960264}" type="slidenum">
              <a:rPr lang="en-US" altLang="en-US" sz="1000">
                <a:solidFill>
                  <a:srgbClr val="66CCFF"/>
                </a:solidFill>
              </a:rPr>
              <a:pPr/>
              <a:t>12</a:t>
            </a:fld>
            <a:endParaRPr lang="en-US" altLang="en-US" sz="1000">
              <a:solidFill>
                <a:srgbClr val="66CCFF"/>
              </a:solidFill>
            </a:endParaRPr>
          </a:p>
        </p:txBody>
      </p:sp>
      <p:sp>
        <p:nvSpPr>
          <p:cNvPr id="13315" name="Rectangle 2">
            <a:extLst>
              <a:ext uri="{FF2B5EF4-FFF2-40B4-BE49-F238E27FC236}">
                <a16:creationId xmlns:a16="http://schemas.microsoft.com/office/drawing/2014/main" id="{916F1062-4217-469C-873E-4F8EC78E87DF}"/>
              </a:ext>
            </a:extLst>
          </p:cNvPr>
          <p:cNvSpPr>
            <a:spLocks noChangeArrowheads="1"/>
          </p:cNvSpPr>
          <p:nvPr/>
        </p:nvSpPr>
        <p:spPr bwMode="auto">
          <a:xfrm>
            <a:off x="534987" y="1447800"/>
            <a:ext cx="8074025" cy="23057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7200" b="1" dirty="0">
                <a:solidFill>
                  <a:schemeClr val="bg1"/>
                </a:solidFill>
              </a:rPr>
              <a:t>Activity 1</a:t>
            </a:r>
          </a:p>
          <a:p>
            <a:r>
              <a:rPr lang="en-US" altLang="en-US" sz="7200" b="1" dirty="0">
                <a:solidFill>
                  <a:schemeClr val="bg1"/>
                </a:solidFill>
              </a:rPr>
              <a:t>Take your Pick</a:t>
            </a:r>
          </a:p>
        </p:txBody>
      </p:sp>
      <p:sp>
        <p:nvSpPr>
          <p:cNvPr id="13316" name="Rectangle 4">
            <a:extLst>
              <a:ext uri="{FF2B5EF4-FFF2-40B4-BE49-F238E27FC236}">
                <a16:creationId xmlns:a16="http://schemas.microsoft.com/office/drawing/2014/main" id="{0EA60D16-65EE-4827-90A9-1E07BE852BAB}"/>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5" name="Rectangle 2">
            <a:extLst>
              <a:ext uri="{FF2B5EF4-FFF2-40B4-BE49-F238E27FC236}">
                <a16:creationId xmlns:a16="http://schemas.microsoft.com/office/drawing/2014/main" id="{0A83B49C-5277-4CFD-8001-D5CF4C98DAC6}"/>
              </a:ext>
            </a:extLst>
          </p:cNvPr>
          <p:cNvSpPr>
            <a:spLocks noChangeArrowheads="1"/>
          </p:cNvSpPr>
          <p:nvPr/>
        </p:nvSpPr>
        <p:spPr bwMode="auto">
          <a:xfrm>
            <a:off x="525609" y="3865959"/>
            <a:ext cx="8074025" cy="10746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3200" b="1" dirty="0">
                <a:solidFill>
                  <a:schemeClr val="bg1"/>
                </a:solidFill>
              </a:rPr>
              <a:t>Choose your Favorite Brand from the images shown in the next slides</a:t>
            </a:r>
          </a:p>
        </p:txBody>
      </p:sp>
    </p:spTree>
    <p:extLst>
      <p:ext uri="{BB962C8B-B14F-4D97-AF65-F5344CB8AC3E}">
        <p14:creationId xmlns:p14="http://schemas.microsoft.com/office/powerpoint/2010/main" val="140203574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3315"/>
                                        </p:tgtEl>
                                        <p:attrNameLst>
                                          <p:attrName>style.visibility</p:attrName>
                                        </p:attrNameLst>
                                      </p:cBhvr>
                                      <p:to>
                                        <p:strVal val="visible"/>
                                      </p:to>
                                    </p:set>
                                    <p:animEffect transition="in" filter="barn(inVertical)">
                                      <p:cBhvr>
                                        <p:cTn id="7" dur="500"/>
                                        <p:tgtEl>
                                          <p:spTgt spid="1331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p:bldP spid="5"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4338" name="Slide Number Placeholder 1">
            <a:extLst>
              <a:ext uri="{FF2B5EF4-FFF2-40B4-BE49-F238E27FC236}">
                <a16:creationId xmlns:a16="http://schemas.microsoft.com/office/drawing/2014/main" id="{1ED27664-31B5-4069-A32D-5F7893F20AC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6A180739-7101-43AE-AB9F-E7E6062904D6}" type="slidenum">
              <a:rPr lang="en-US" altLang="en-US" sz="1000">
                <a:solidFill>
                  <a:srgbClr val="66CCFF"/>
                </a:solidFill>
              </a:rPr>
              <a:pPr/>
              <a:t>13</a:t>
            </a:fld>
            <a:endParaRPr lang="en-US" altLang="en-US" sz="1000">
              <a:solidFill>
                <a:srgbClr val="66CCFF"/>
              </a:solidFill>
            </a:endParaRPr>
          </a:p>
        </p:txBody>
      </p:sp>
      <p:sp>
        <p:nvSpPr>
          <p:cNvPr id="14339" name="Rectangle 2">
            <a:extLst>
              <a:ext uri="{FF2B5EF4-FFF2-40B4-BE49-F238E27FC236}">
                <a16:creationId xmlns:a16="http://schemas.microsoft.com/office/drawing/2014/main" id="{3FAD97F7-0677-4022-88FA-88DBCD997E00}"/>
              </a:ext>
            </a:extLst>
          </p:cNvPr>
          <p:cNvSpPr>
            <a:spLocks noGrp="1" noChangeArrowheads="1"/>
          </p:cNvSpPr>
          <p:nvPr>
            <p:ph type="title" idx="4294967295"/>
          </p:nvPr>
        </p:nvSpPr>
        <p:spPr>
          <a:xfrm>
            <a:off x="1371600" y="152400"/>
            <a:ext cx="7772400" cy="801688"/>
          </a:xfrm>
          <a:noFill/>
        </p:spPr>
        <p:txBody>
          <a:bodyPr lIns="90488" tIns="44450" rIns="90488" bIns="44450"/>
          <a:lstStyle/>
          <a:p>
            <a:pPr eaLnBrk="1" hangingPunct="1"/>
            <a:br>
              <a:rPr lang="en-US" altLang="en-US" sz="5400">
                <a:solidFill>
                  <a:srgbClr val="FF0000"/>
                </a:solidFill>
              </a:rPr>
            </a:br>
            <a:br>
              <a:rPr lang="en-US" altLang="en-US" sz="5400">
                <a:solidFill>
                  <a:srgbClr val="FF0000"/>
                </a:solidFill>
              </a:rPr>
            </a:br>
            <a:br>
              <a:rPr lang="en-US" altLang="en-US" sz="5400">
                <a:solidFill>
                  <a:srgbClr val="FF0000"/>
                </a:solidFill>
              </a:rPr>
            </a:br>
            <a:br>
              <a:rPr lang="en-US" altLang="en-US" sz="5400">
                <a:solidFill>
                  <a:srgbClr val="FF0000"/>
                </a:solidFill>
              </a:rPr>
            </a:br>
            <a:br>
              <a:rPr lang="en-US" altLang="en-US" sz="5400">
                <a:solidFill>
                  <a:srgbClr val="FF0000"/>
                </a:solidFill>
              </a:rPr>
            </a:br>
            <a:br>
              <a:rPr lang="en-US" altLang="en-US" sz="5400">
                <a:solidFill>
                  <a:srgbClr val="FF0000"/>
                </a:solidFill>
              </a:rPr>
            </a:br>
            <a:endParaRPr lang="en-US" altLang="en-US" sz="5400">
              <a:solidFill>
                <a:srgbClr val="FF0000"/>
              </a:solidFill>
            </a:endParaRPr>
          </a:p>
        </p:txBody>
      </p:sp>
      <p:sp>
        <p:nvSpPr>
          <p:cNvPr id="14340" name="AutoShape 5">
            <a:extLst>
              <a:ext uri="{FF2B5EF4-FFF2-40B4-BE49-F238E27FC236}">
                <a16:creationId xmlns:a16="http://schemas.microsoft.com/office/drawing/2014/main" id="{159093D0-146C-4C07-BA17-63FE3AB6A6A9}"/>
              </a:ext>
            </a:extLst>
          </p:cNvPr>
          <p:cNvSpPr>
            <a:spLocks noChangeArrowheads="1"/>
          </p:cNvSpPr>
          <p:nvPr/>
        </p:nvSpPr>
        <p:spPr bwMode="auto">
          <a:xfrm>
            <a:off x="6383338" y="4929188"/>
            <a:ext cx="1620837" cy="804862"/>
          </a:xfrm>
          <a:prstGeom prst="rightArrow">
            <a:avLst>
              <a:gd name="adj1" fmla="val 50000"/>
              <a:gd name="adj2" fmla="val 50401"/>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14341" name="AutoShape 6">
            <a:extLst>
              <a:ext uri="{FF2B5EF4-FFF2-40B4-BE49-F238E27FC236}">
                <a16:creationId xmlns:a16="http://schemas.microsoft.com/office/drawing/2014/main" id="{DD5FA127-4631-4EB1-B87B-9F679219D348}"/>
              </a:ext>
            </a:extLst>
          </p:cNvPr>
          <p:cNvSpPr>
            <a:spLocks noChangeArrowheads="1"/>
          </p:cNvSpPr>
          <p:nvPr/>
        </p:nvSpPr>
        <p:spPr bwMode="auto">
          <a:xfrm flipH="1">
            <a:off x="1076325" y="4929188"/>
            <a:ext cx="1719263" cy="804862"/>
          </a:xfrm>
          <a:prstGeom prst="rightArrow">
            <a:avLst>
              <a:gd name="adj1" fmla="val 50000"/>
              <a:gd name="adj2" fmla="val 53442"/>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pic>
        <p:nvPicPr>
          <p:cNvPr id="14342" name="Picture 15" descr="Starbucks">
            <a:extLst>
              <a:ext uri="{FF2B5EF4-FFF2-40B4-BE49-F238E27FC236}">
                <a16:creationId xmlns:a16="http://schemas.microsoft.com/office/drawing/2014/main" id="{4511CB47-BB7C-4878-AFD6-E0EF6B500B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57775" y="1535463"/>
            <a:ext cx="3752850" cy="318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6" name="Rectangle 10">
            <a:extLst>
              <a:ext uri="{FF2B5EF4-FFF2-40B4-BE49-F238E27FC236}">
                <a16:creationId xmlns:a16="http://schemas.microsoft.com/office/drawing/2014/main" id="{3D016F6B-AA4F-4001-80C8-732164CFA684}"/>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pic>
        <p:nvPicPr>
          <p:cNvPr id="14349" name="Picture 13" descr="Tim Hortons logo and branding - Fonts In Use">
            <a:extLst>
              <a:ext uri="{FF2B5EF4-FFF2-40B4-BE49-F238E27FC236}">
                <a16:creationId xmlns:a16="http://schemas.microsoft.com/office/drawing/2014/main" id="{7C87AB35-5AA5-4B09-9CDF-2D156BF8016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169351"/>
            <a:ext cx="3661085" cy="35445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4349"/>
                                        </p:tgtEl>
                                        <p:attrNameLst>
                                          <p:attrName>style.visibility</p:attrName>
                                        </p:attrNameLst>
                                      </p:cBhvr>
                                      <p:to>
                                        <p:strVal val="visible"/>
                                      </p:to>
                                    </p:set>
                                    <p:animEffect transition="in" filter="circle(in)">
                                      <p:cBhvr>
                                        <p:cTn id="7" dur="2000"/>
                                        <p:tgtEl>
                                          <p:spTgt spid="14349"/>
                                        </p:tgtEl>
                                      </p:cBhvr>
                                    </p:animEffect>
                                  </p:childTnLst>
                                </p:cTn>
                              </p:par>
                              <p:par>
                                <p:cTn id="8" presetID="6" presetClass="entr" presetSubtype="16" fill="hold" nodeType="withEffect">
                                  <p:stCondLst>
                                    <p:cond delay="0"/>
                                  </p:stCondLst>
                                  <p:childTnLst>
                                    <p:set>
                                      <p:cBhvr>
                                        <p:cTn id="9" dur="1" fill="hold">
                                          <p:stCondLst>
                                            <p:cond delay="0"/>
                                          </p:stCondLst>
                                        </p:cTn>
                                        <p:tgtEl>
                                          <p:spTgt spid="14342"/>
                                        </p:tgtEl>
                                        <p:attrNameLst>
                                          <p:attrName>style.visibility</p:attrName>
                                        </p:attrNameLst>
                                      </p:cBhvr>
                                      <p:to>
                                        <p:strVal val="visible"/>
                                      </p:to>
                                    </p:set>
                                    <p:animEffect transition="in" filter="circle(in)">
                                      <p:cBhvr>
                                        <p:cTn id="10" dur="20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5362" name="Slide Number Placeholder 1">
            <a:extLst>
              <a:ext uri="{FF2B5EF4-FFF2-40B4-BE49-F238E27FC236}">
                <a16:creationId xmlns:a16="http://schemas.microsoft.com/office/drawing/2014/main" id="{56020B6E-0CDB-496D-97FB-C1638979EE1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5DDA6FEA-6480-492D-B61C-CF55F3378CAA}" type="slidenum">
              <a:rPr lang="en-US" altLang="en-US" sz="1000">
                <a:solidFill>
                  <a:srgbClr val="66CCFF"/>
                </a:solidFill>
              </a:rPr>
              <a:pPr/>
              <a:t>14</a:t>
            </a:fld>
            <a:endParaRPr lang="en-US" altLang="en-US" sz="1000">
              <a:solidFill>
                <a:srgbClr val="66CCFF"/>
              </a:solidFill>
            </a:endParaRPr>
          </a:p>
        </p:txBody>
      </p:sp>
      <p:sp>
        <p:nvSpPr>
          <p:cNvPr id="15363" name="Rectangle 2">
            <a:extLst>
              <a:ext uri="{FF2B5EF4-FFF2-40B4-BE49-F238E27FC236}">
                <a16:creationId xmlns:a16="http://schemas.microsoft.com/office/drawing/2014/main" id="{FAD8D2E6-A8F2-453B-B6A2-906F952B46C6}"/>
              </a:ext>
            </a:extLst>
          </p:cNvPr>
          <p:cNvSpPr>
            <a:spLocks noGrp="1" noChangeArrowheads="1"/>
          </p:cNvSpPr>
          <p:nvPr>
            <p:ph type="title" idx="4294967295"/>
          </p:nvPr>
        </p:nvSpPr>
        <p:spPr>
          <a:xfrm>
            <a:off x="1371600" y="152400"/>
            <a:ext cx="7772400" cy="801688"/>
          </a:xfrm>
          <a:noFill/>
        </p:spPr>
        <p:txBody>
          <a:bodyPr lIns="90488" tIns="44450" rIns="90488" bIns="44450"/>
          <a:lstStyle/>
          <a:p>
            <a:pPr eaLnBrk="1" hangingPunct="1"/>
            <a:br>
              <a:rPr lang="en-US" altLang="en-US" sz="5400">
                <a:solidFill>
                  <a:srgbClr val="FF0000"/>
                </a:solidFill>
              </a:rPr>
            </a:br>
            <a:br>
              <a:rPr lang="en-US" altLang="en-US" sz="5400">
                <a:solidFill>
                  <a:srgbClr val="FF0000"/>
                </a:solidFill>
              </a:rPr>
            </a:br>
            <a:br>
              <a:rPr lang="en-US" altLang="en-US" sz="5400">
                <a:solidFill>
                  <a:srgbClr val="FF0000"/>
                </a:solidFill>
              </a:rPr>
            </a:br>
            <a:br>
              <a:rPr lang="en-US" altLang="en-US" sz="5400">
                <a:solidFill>
                  <a:srgbClr val="FF0000"/>
                </a:solidFill>
              </a:rPr>
            </a:br>
            <a:br>
              <a:rPr lang="en-US" altLang="en-US" sz="5400">
                <a:solidFill>
                  <a:srgbClr val="FF0000"/>
                </a:solidFill>
              </a:rPr>
            </a:br>
            <a:br>
              <a:rPr lang="en-US" altLang="en-US" sz="5400">
                <a:solidFill>
                  <a:srgbClr val="FF0000"/>
                </a:solidFill>
              </a:rPr>
            </a:br>
            <a:endParaRPr lang="en-US" altLang="en-US" sz="5400">
              <a:solidFill>
                <a:srgbClr val="FF0000"/>
              </a:solidFill>
            </a:endParaRPr>
          </a:p>
        </p:txBody>
      </p:sp>
      <p:sp>
        <p:nvSpPr>
          <p:cNvPr id="15364" name="AutoShape 3">
            <a:extLst>
              <a:ext uri="{FF2B5EF4-FFF2-40B4-BE49-F238E27FC236}">
                <a16:creationId xmlns:a16="http://schemas.microsoft.com/office/drawing/2014/main" id="{3E2D3D9B-8DF4-4C68-A995-33EA89BBB78D}"/>
              </a:ext>
            </a:extLst>
          </p:cNvPr>
          <p:cNvSpPr>
            <a:spLocks noChangeArrowheads="1"/>
          </p:cNvSpPr>
          <p:nvPr/>
        </p:nvSpPr>
        <p:spPr bwMode="auto">
          <a:xfrm>
            <a:off x="6383338" y="4929188"/>
            <a:ext cx="1620837" cy="804862"/>
          </a:xfrm>
          <a:prstGeom prst="rightArrow">
            <a:avLst>
              <a:gd name="adj1" fmla="val 50000"/>
              <a:gd name="adj2" fmla="val 50401"/>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15365" name="AutoShape 4">
            <a:extLst>
              <a:ext uri="{FF2B5EF4-FFF2-40B4-BE49-F238E27FC236}">
                <a16:creationId xmlns:a16="http://schemas.microsoft.com/office/drawing/2014/main" id="{C33B4FC5-2BD6-466F-99DD-FD15ED9A4C30}"/>
              </a:ext>
            </a:extLst>
          </p:cNvPr>
          <p:cNvSpPr>
            <a:spLocks noChangeArrowheads="1"/>
          </p:cNvSpPr>
          <p:nvPr/>
        </p:nvSpPr>
        <p:spPr bwMode="auto">
          <a:xfrm flipH="1">
            <a:off x="1076325" y="4929188"/>
            <a:ext cx="1719263" cy="804862"/>
          </a:xfrm>
          <a:prstGeom prst="rightArrow">
            <a:avLst>
              <a:gd name="adj1" fmla="val 50000"/>
              <a:gd name="adj2" fmla="val 53442"/>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15366" name="Rectangle 11">
            <a:extLst>
              <a:ext uri="{FF2B5EF4-FFF2-40B4-BE49-F238E27FC236}">
                <a16:creationId xmlns:a16="http://schemas.microsoft.com/office/drawing/2014/main" id="{C6430BC6-A987-4F68-AB50-1B7239E0364C}"/>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pic>
        <p:nvPicPr>
          <p:cNvPr id="1042" name="Picture 18" descr="upload.wikimedia.org/wikipedia/en/thumb/7/7a/Manch...">
            <a:extLst>
              <a:ext uri="{FF2B5EF4-FFF2-40B4-BE49-F238E27FC236}">
                <a16:creationId xmlns:a16="http://schemas.microsoft.com/office/drawing/2014/main" id="{3F2A4783-81C6-4047-B50D-DAB80D43D54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2930" y="1338998"/>
            <a:ext cx="3567113" cy="3614808"/>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descr="FC Barcelona Logo PNG Vector (EPS) Free Download">
            <a:extLst>
              <a:ext uri="{FF2B5EF4-FFF2-40B4-BE49-F238E27FC236}">
                <a16:creationId xmlns:a16="http://schemas.microsoft.com/office/drawing/2014/main" id="{BB2886BB-A60D-4C9D-B2D5-8F2D178F4B8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47371" y="1602653"/>
            <a:ext cx="3293270" cy="332653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042"/>
                                        </p:tgtEl>
                                        <p:attrNameLst>
                                          <p:attrName>style.visibility</p:attrName>
                                        </p:attrNameLst>
                                      </p:cBhvr>
                                      <p:to>
                                        <p:strVal val="visible"/>
                                      </p:to>
                                    </p:set>
                                    <p:animEffect transition="in" filter="circle(in)">
                                      <p:cBhvr>
                                        <p:cTn id="7" dur="2000"/>
                                        <p:tgtEl>
                                          <p:spTgt spid="1042"/>
                                        </p:tgtEl>
                                      </p:cBhvr>
                                    </p:animEffect>
                                  </p:childTnLst>
                                </p:cTn>
                              </p:par>
                              <p:par>
                                <p:cTn id="8" presetID="6" presetClass="entr" presetSubtype="16" fill="hold" nodeType="withEffect">
                                  <p:stCondLst>
                                    <p:cond delay="0"/>
                                  </p:stCondLst>
                                  <p:childTnLst>
                                    <p:set>
                                      <p:cBhvr>
                                        <p:cTn id="9" dur="1" fill="hold">
                                          <p:stCondLst>
                                            <p:cond delay="0"/>
                                          </p:stCondLst>
                                        </p:cTn>
                                        <p:tgtEl>
                                          <p:spTgt spid="1048"/>
                                        </p:tgtEl>
                                        <p:attrNameLst>
                                          <p:attrName>style.visibility</p:attrName>
                                        </p:attrNameLst>
                                      </p:cBhvr>
                                      <p:to>
                                        <p:strVal val="visible"/>
                                      </p:to>
                                    </p:set>
                                    <p:animEffect transition="in" filter="circle(in)">
                                      <p:cBhvr>
                                        <p:cTn id="10" dur="2000"/>
                                        <p:tgtEl>
                                          <p:spTgt spid="10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6386" name="Slide Number Placeholder 1">
            <a:extLst>
              <a:ext uri="{FF2B5EF4-FFF2-40B4-BE49-F238E27FC236}">
                <a16:creationId xmlns:a16="http://schemas.microsoft.com/office/drawing/2014/main" id="{FFC5ABC4-709A-4ABD-82EF-91852607F3F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2CC5FFD2-5E39-4CE1-A359-5CEC88FBAD80}" type="slidenum">
              <a:rPr lang="en-US" altLang="en-US" sz="1000">
                <a:solidFill>
                  <a:srgbClr val="66CCFF"/>
                </a:solidFill>
              </a:rPr>
              <a:pPr/>
              <a:t>15</a:t>
            </a:fld>
            <a:endParaRPr lang="en-US" altLang="en-US" sz="1000">
              <a:solidFill>
                <a:srgbClr val="66CCFF"/>
              </a:solidFill>
            </a:endParaRPr>
          </a:p>
        </p:txBody>
      </p:sp>
      <p:sp>
        <p:nvSpPr>
          <p:cNvPr id="16387" name="Rectangle 2">
            <a:extLst>
              <a:ext uri="{FF2B5EF4-FFF2-40B4-BE49-F238E27FC236}">
                <a16:creationId xmlns:a16="http://schemas.microsoft.com/office/drawing/2014/main" id="{99233646-4191-4FE8-AED5-6C289C0AF9D7}"/>
              </a:ext>
            </a:extLst>
          </p:cNvPr>
          <p:cNvSpPr>
            <a:spLocks noGrp="1" noChangeArrowheads="1"/>
          </p:cNvSpPr>
          <p:nvPr>
            <p:ph type="title" idx="4294967295"/>
          </p:nvPr>
        </p:nvSpPr>
        <p:spPr>
          <a:xfrm>
            <a:off x="1371600" y="152400"/>
            <a:ext cx="7772400" cy="801688"/>
          </a:xfrm>
          <a:noFill/>
        </p:spPr>
        <p:txBody>
          <a:bodyPr lIns="90488" tIns="44450" rIns="90488" bIns="44450"/>
          <a:lstStyle/>
          <a:p>
            <a:pPr eaLnBrk="1" hangingPunct="1"/>
            <a:br>
              <a:rPr lang="en-US" altLang="en-US" sz="6000">
                <a:solidFill>
                  <a:srgbClr val="FF0000"/>
                </a:solidFill>
              </a:rPr>
            </a:br>
            <a:br>
              <a:rPr lang="en-US" altLang="en-US" sz="6000">
                <a:solidFill>
                  <a:srgbClr val="FF0000"/>
                </a:solidFill>
              </a:rPr>
            </a:br>
            <a:br>
              <a:rPr lang="en-US" altLang="en-US" sz="6000">
                <a:solidFill>
                  <a:srgbClr val="FF0000"/>
                </a:solidFill>
              </a:rPr>
            </a:br>
            <a:br>
              <a:rPr lang="en-US" altLang="en-US" sz="6000">
                <a:solidFill>
                  <a:srgbClr val="FF0000"/>
                </a:solidFill>
              </a:rPr>
            </a:br>
            <a:br>
              <a:rPr lang="en-US" altLang="en-US" sz="6000">
                <a:solidFill>
                  <a:srgbClr val="FF0000"/>
                </a:solidFill>
              </a:rPr>
            </a:br>
            <a:br>
              <a:rPr lang="en-US" altLang="en-US" sz="6000">
                <a:solidFill>
                  <a:srgbClr val="FF0000"/>
                </a:solidFill>
              </a:rPr>
            </a:br>
            <a:endParaRPr lang="en-US" altLang="en-US" sz="6000">
              <a:solidFill>
                <a:srgbClr val="FF0000"/>
              </a:solidFill>
            </a:endParaRPr>
          </a:p>
        </p:txBody>
      </p:sp>
      <p:sp>
        <p:nvSpPr>
          <p:cNvPr id="16388" name="AutoShape 3">
            <a:extLst>
              <a:ext uri="{FF2B5EF4-FFF2-40B4-BE49-F238E27FC236}">
                <a16:creationId xmlns:a16="http://schemas.microsoft.com/office/drawing/2014/main" id="{1AB0E4DE-9358-4FF9-BCA4-F913B1125082}"/>
              </a:ext>
            </a:extLst>
          </p:cNvPr>
          <p:cNvSpPr>
            <a:spLocks noChangeArrowheads="1"/>
          </p:cNvSpPr>
          <p:nvPr/>
        </p:nvSpPr>
        <p:spPr bwMode="auto">
          <a:xfrm>
            <a:off x="6383338" y="4929188"/>
            <a:ext cx="1620837" cy="804862"/>
          </a:xfrm>
          <a:prstGeom prst="rightArrow">
            <a:avLst>
              <a:gd name="adj1" fmla="val 50000"/>
              <a:gd name="adj2" fmla="val 50401"/>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16389" name="AutoShape 4">
            <a:extLst>
              <a:ext uri="{FF2B5EF4-FFF2-40B4-BE49-F238E27FC236}">
                <a16:creationId xmlns:a16="http://schemas.microsoft.com/office/drawing/2014/main" id="{59CBA68B-94BB-4569-8226-54348B169BD5}"/>
              </a:ext>
            </a:extLst>
          </p:cNvPr>
          <p:cNvSpPr>
            <a:spLocks noChangeArrowheads="1"/>
          </p:cNvSpPr>
          <p:nvPr/>
        </p:nvSpPr>
        <p:spPr bwMode="auto">
          <a:xfrm flipH="1">
            <a:off x="1076325" y="4929188"/>
            <a:ext cx="1719263" cy="804862"/>
          </a:xfrm>
          <a:prstGeom prst="rightArrow">
            <a:avLst>
              <a:gd name="adj1" fmla="val 50000"/>
              <a:gd name="adj2" fmla="val 53442"/>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16391" name="Rectangle 8">
            <a:extLst>
              <a:ext uri="{FF2B5EF4-FFF2-40B4-BE49-F238E27FC236}">
                <a16:creationId xmlns:a16="http://schemas.microsoft.com/office/drawing/2014/main" id="{A445F362-B2DB-47A8-A6EF-7E9D1D508785}"/>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pic>
        <p:nvPicPr>
          <p:cNvPr id="2060" name="Picture 12" descr="Apple Logo and symbol, meaning, history, PNG, brand">
            <a:extLst>
              <a:ext uri="{FF2B5EF4-FFF2-40B4-BE49-F238E27FC236}">
                <a16:creationId xmlns:a16="http://schemas.microsoft.com/office/drawing/2014/main" id="{CBE82DEF-C1CC-43A6-917C-930FD9A895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290" y="1373082"/>
            <a:ext cx="5228492" cy="3351318"/>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a:extLst>
              <a:ext uri="{FF2B5EF4-FFF2-40B4-BE49-F238E27FC236}">
                <a16:creationId xmlns:a16="http://schemas.microsoft.com/office/drawing/2014/main" id="{7A751A6B-B65C-4459-9A99-4F897B2D810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19528" y="1591891"/>
            <a:ext cx="2548455" cy="29884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060"/>
                                        </p:tgtEl>
                                        <p:attrNameLst>
                                          <p:attrName>style.visibility</p:attrName>
                                        </p:attrNameLst>
                                      </p:cBhvr>
                                      <p:to>
                                        <p:strVal val="visible"/>
                                      </p:to>
                                    </p:set>
                                    <p:animEffect transition="in" filter="circle(in)">
                                      <p:cBhvr>
                                        <p:cTn id="7" dur="2000"/>
                                        <p:tgtEl>
                                          <p:spTgt spid="2060"/>
                                        </p:tgtEl>
                                      </p:cBhvr>
                                    </p:animEffect>
                                  </p:childTnLst>
                                </p:cTn>
                              </p:par>
                              <p:par>
                                <p:cTn id="8" presetID="6" presetClass="entr" presetSubtype="16" fill="hold" nodeType="withEffect">
                                  <p:stCondLst>
                                    <p:cond delay="0"/>
                                  </p:stCondLst>
                                  <p:childTnLst>
                                    <p:set>
                                      <p:cBhvr>
                                        <p:cTn id="9" dur="1" fill="hold">
                                          <p:stCondLst>
                                            <p:cond delay="0"/>
                                          </p:stCondLst>
                                        </p:cTn>
                                        <p:tgtEl>
                                          <p:spTgt spid="2062"/>
                                        </p:tgtEl>
                                        <p:attrNameLst>
                                          <p:attrName>style.visibility</p:attrName>
                                        </p:attrNameLst>
                                      </p:cBhvr>
                                      <p:to>
                                        <p:strVal val="visible"/>
                                      </p:to>
                                    </p:set>
                                    <p:animEffect transition="in" filter="circle(in)">
                                      <p:cBhvr>
                                        <p:cTn id="10" dur="2000"/>
                                        <p:tgtEl>
                                          <p:spTgt spid="20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6386" name="Slide Number Placeholder 1">
            <a:extLst>
              <a:ext uri="{FF2B5EF4-FFF2-40B4-BE49-F238E27FC236}">
                <a16:creationId xmlns:a16="http://schemas.microsoft.com/office/drawing/2014/main" id="{FFC5ABC4-709A-4ABD-82EF-91852607F3F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2CC5FFD2-5E39-4CE1-A359-5CEC88FBAD80}" type="slidenum">
              <a:rPr lang="en-US" altLang="en-US" sz="1000">
                <a:solidFill>
                  <a:srgbClr val="66CCFF"/>
                </a:solidFill>
              </a:rPr>
              <a:pPr/>
              <a:t>16</a:t>
            </a:fld>
            <a:endParaRPr lang="en-US" altLang="en-US" sz="1000">
              <a:solidFill>
                <a:srgbClr val="66CCFF"/>
              </a:solidFill>
            </a:endParaRPr>
          </a:p>
        </p:txBody>
      </p:sp>
      <p:sp>
        <p:nvSpPr>
          <p:cNvPr id="16387" name="Rectangle 2">
            <a:extLst>
              <a:ext uri="{FF2B5EF4-FFF2-40B4-BE49-F238E27FC236}">
                <a16:creationId xmlns:a16="http://schemas.microsoft.com/office/drawing/2014/main" id="{99233646-4191-4FE8-AED5-6C289C0AF9D7}"/>
              </a:ext>
            </a:extLst>
          </p:cNvPr>
          <p:cNvSpPr>
            <a:spLocks noGrp="1" noChangeArrowheads="1"/>
          </p:cNvSpPr>
          <p:nvPr>
            <p:ph type="title" idx="4294967295"/>
          </p:nvPr>
        </p:nvSpPr>
        <p:spPr>
          <a:xfrm>
            <a:off x="1371600" y="96130"/>
            <a:ext cx="7772400" cy="801688"/>
          </a:xfrm>
          <a:noFill/>
        </p:spPr>
        <p:txBody>
          <a:bodyPr lIns="90488" tIns="44450" rIns="90488" bIns="44450"/>
          <a:lstStyle/>
          <a:p>
            <a:pPr eaLnBrk="1" hangingPunct="1"/>
            <a:br>
              <a:rPr lang="en-US" altLang="en-US" sz="6000">
                <a:solidFill>
                  <a:srgbClr val="FF0000"/>
                </a:solidFill>
              </a:rPr>
            </a:br>
            <a:br>
              <a:rPr lang="en-US" altLang="en-US" sz="6000">
                <a:solidFill>
                  <a:srgbClr val="FF0000"/>
                </a:solidFill>
              </a:rPr>
            </a:br>
            <a:br>
              <a:rPr lang="en-US" altLang="en-US" sz="6000">
                <a:solidFill>
                  <a:srgbClr val="FF0000"/>
                </a:solidFill>
              </a:rPr>
            </a:br>
            <a:br>
              <a:rPr lang="en-US" altLang="en-US" sz="6000">
                <a:solidFill>
                  <a:srgbClr val="FF0000"/>
                </a:solidFill>
              </a:rPr>
            </a:br>
            <a:br>
              <a:rPr lang="en-US" altLang="en-US" sz="6000">
                <a:solidFill>
                  <a:srgbClr val="FF0000"/>
                </a:solidFill>
              </a:rPr>
            </a:br>
            <a:br>
              <a:rPr lang="en-US" altLang="en-US" sz="6000">
                <a:solidFill>
                  <a:srgbClr val="FF0000"/>
                </a:solidFill>
              </a:rPr>
            </a:br>
            <a:endParaRPr lang="en-US" altLang="en-US" sz="6000">
              <a:solidFill>
                <a:srgbClr val="FF0000"/>
              </a:solidFill>
            </a:endParaRPr>
          </a:p>
        </p:txBody>
      </p:sp>
      <p:sp>
        <p:nvSpPr>
          <p:cNvPr id="16388" name="AutoShape 3">
            <a:extLst>
              <a:ext uri="{FF2B5EF4-FFF2-40B4-BE49-F238E27FC236}">
                <a16:creationId xmlns:a16="http://schemas.microsoft.com/office/drawing/2014/main" id="{1AB0E4DE-9358-4FF9-BCA4-F913B1125082}"/>
              </a:ext>
            </a:extLst>
          </p:cNvPr>
          <p:cNvSpPr>
            <a:spLocks noChangeArrowheads="1"/>
          </p:cNvSpPr>
          <p:nvPr/>
        </p:nvSpPr>
        <p:spPr bwMode="auto">
          <a:xfrm>
            <a:off x="6383338" y="4929188"/>
            <a:ext cx="1620837" cy="804862"/>
          </a:xfrm>
          <a:prstGeom prst="rightArrow">
            <a:avLst>
              <a:gd name="adj1" fmla="val 50000"/>
              <a:gd name="adj2" fmla="val 50401"/>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16389" name="AutoShape 4">
            <a:extLst>
              <a:ext uri="{FF2B5EF4-FFF2-40B4-BE49-F238E27FC236}">
                <a16:creationId xmlns:a16="http://schemas.microsoft.com/office/drawing/2014/main" id="{59CBA68B-94BB-4569-8226-54348B169BD5}"/>
              </a:ext>
            </a:extLst>
          </p:cNvPr>
          <p:cNvSpPr>
            <a:spLocks noChangeArrowheads="1"/>
          </p:cNvSpPr>
          <p:nvPr/>
        </p:nvSpPr>
        <p:spPr bwMode="auto">
          <a:xfrm flipH="1">
            <a:off x="1076325" y="4929188"/>
            <a:ext cx="1719263" cy="804862"/>
          </a:xfrm>
          <a:prstGeom prst="rightArrow">
            <a:avLst>
              <a:gd name="adj1" fmla="val 50000"/>
              <a:gd name="adj2" fmla="val 53442"/>
            </a:avLst>
          </a:prstGeom>
          <a:solidFill>
            <a:schemeClr val="bg1"/>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16391" name="Rectangle 8">
            <a:extLst>
              <a:ext uri="{FF2B5EF4-FFF2-40B4-BE49-F238E27FC236}">
                <a16:creationId xmlns:a16="http://schemas.microsoft.com/office/drawing/2014/main" id="{A445F362-B2DB-47A8-A6EF-7E9D1D508785}"/>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pic>
        <p:nvPicPr>
          <p:cNvPr id="4098" name="Picture 2">
            <a:extLst>
              <a:ext uri="{FF2B5EF4-FFF2-40B4-BE49-F238E27FC236}">
                <a16:creationId xmlns:a16="http://schemas.microsoft.com/office/drawing/2014/main" id="{33ABC76B-DC7A-4D84-B747-1AB2A101CD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4363" y="1123950"/>
            <a:ext cx="3581400" cy="358140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udi Car Logo PNG Image | Car logos, Mercedes logo, Audi logo">
            <a:extLst>
              <a:ext uri="{FF2B5EF4-FFF2-40B4-BE49-F238E27FC236}">
                <a16:creationId xmlns:a16="http://schemas.microsoft.com/office/drawing/2014/main" id="{299BB8D5-07DF-4C27-815A-F8476B5DAB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199" y="1435540"/>
            <a:ext cx="4572001" cy="34210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67471"/>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circle(in)">
                                      <p:cBhvr>
                                        <p:cTn id="7" dur="2000"/>
                                        <p:tgtEl>
                                          <p:spTgt spid="4098"/>
                                        </p:tgtEl>
                                      </p:cBhvr>
                                    </p:animEffect>
                                  </p:childTnLst>
                                </p:cTn>
                              </p:par>
                              <p:par>
                                <p:cTn id="8" presetID="6" presetClass="entr" presetSubtype="16" fill="hold" nodeType="withEffect">
                                  <p:stCondLst>
                                    <p:cond delay="0"/>
                                  </p:stCondLst>
                                  <p:childTnLst>
                                    <p:set>
                                      <p:cBhvr>
                                        <p:cTn id="9" dur="1" fill="hold">
                                          <p:stCondLst>
                                            <p:cond delay="0"/>
                                          </p:stCondLst>
                                        </p:cTn>
                                        <p:tgtEl>
                                          <p:spTgt spid="4100"/>
                                        </p:tgtEl>
                                        <p:attrNameLst>
                                          <p:attrName>style.visibility</p:attrName>
                                        </p:attrNameLst>
                                      </p:cBhvr>
                                      <p:to>
                                        <p:strVal val="visible"/>
                                      </p:to>
                                    </p:set>
                                    <p:animEffect transition="in" filter="circle(in)">
                                      <p:cBhvr>
                                        <p:cTn id="10" dur="2000"/>
                                        <p:tgtEl>
                                          <p:spTgt spid="41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id="{F44BD498-97BB-4841-9644-C6D185F9921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E7875128-9A79-4ED7-9C38-B8291F3F0B53}" type="slidenum">
              <a:rPr lang="en-US" altLang="en-US" sz="1000">
                <a:solidFill>
                  <a:srgbClr val="66CCFF"/>
                </a:solidFill>
              </a:rPr>
              <a:pPr/>
              <a:t>17</a:t>
            </a:fld>
            <a:endParaRPr lang="en-US" altLang="en-US" sz="1000">
              <a:solidFill>
                <a:srgbClr val="66CCFF"/>
              </a:solidFill>
            </a:endParaRPr>
          </a:p>
        </p:txBody>
      </p:sp>
      <p:sp>
        <p:nvSpPr>
          <p:cNvPr id="19459" name="Rectangle 4">
            <a:extLst>
              <a:ext uri="{FF2B5EF4-FFF2-40B4-BE49-F238E27FC236}">
                <a16:creationId xmlns:a16="http://schemas.microsoft.com/office/drawing/2014/main" id="{EAD8F59B-C887-466F-9827-81257CFB4E75}"/>
              </a:ext>
            </a:extLst>
          </p:cNvPr>
          <p:cNvSpPr>
            <a:spLocks noGrp="1" noChangeArrowheads="1"/>
          </p:cNvSpPr>
          <p:nvPr>
            <p:ph type="title"/>
          </p:nvPr>
        </p:nvSpPr>
        <p:spPr/>
        <p:txBody>
          <a:bodyPr/>
          <a:lstStyle/>
          <a:p>
            <a:pPr eaLnBrk="1" hangingPunct="1"/>
            <a:r>
              <a:rPr lang="en-US" altLang="en-US" dirty="0"/>
              <a:t>Debrief: Justify</a:t>
            </a:r>
          </a:p>
        </p:txBody>
      </p:sp>
      <p:sp>
        <p:nvSpPr>
          <p:cNvPr id="19460" name="Rectangle 5">
            <a:extLst>
              <a:ext uri="{FF2B5EF4-FFF2-40B4-BE49-F238E27FC236}">
                <a16:creationId xmlns:a16="http://schemas.microsoft.com/office/drawing/2014/main" id="{191B1A94-448A-4CD4-98C1-F005E24669B9}"/>
              </a:ext>
            </a:extLst>
          </p:cNvPr>
          <p:cNvSpPr>
            <a:spLocks noGrp="1" noChangeArrowheads="1"/>
          </p:cNvSpPr>
          <p:nvPr>
            <p:ph type="body" idx="1"/>
          </p:nvPr>
        </p:nvSpPr>
        <p:spPr/>
        <p:txBody>
          <a:bodyPr/>
          <a:lstStyle/>
          <a:p>
            <a:pPr eaLnBrk="1" hangingPunct="1"/>
            <a:r>
              <a:rPr lang="en-US" altLang="en-US" b="1" dirty="0"/>
              <a:t>What made you choose those Brands?</a:t>
            </a:r>
          </a:p>
          <a:p>
            <a:pPr eaLnBrk="1" hangingPunct="1"/>
            <a:r>
              <a:rPr lang="en-US" altLang="en-US" b="1" dirty="0"/>
              <a:t>Why you feel connected to them?</a:t>
            </a:r>
          </a:p>
          <a:p>
            <a:pPr eaLnBrk="1" hangingPunct="1"/>
            <a:r>
              <a:rPr lang="en-US" altLang="en-US" b="1" dirty="0"/>
              <a:t>What</a:t>
            </a:r>
            <a:r>
              <a:rPr lang="en-US" altLang="en-US" dirty="0"/>
              <a:t> </a:t>
            </a:r>
            <a:r>
              <a:rPr lang="en-US" altLang="en-US" b="1" dirty="0"/>
              <a:t>qualities</a:t>
            </a:r>
            <a:r>
              <a:rPr lang="en-US" altLang="en-US" dirty="0"/>
              <a:t> do they </a:t>
            </a:r>
            <a:r>
              <a:rPr lang="en-US" altLang="en-US" b="1" dirty="0"/>
              <a:t>possess?</a:t>
            </a:r>
            <a:endParaRPr lang="en-US" altLang="en-US" dirty="0"/>
          </a:p>
          <a:p>
            <a:pPr eaLnBrk="1" hangingPunct="1"/>
            <a:r>
              <a:rPr lang="en-US" altLang="en-US" b="1" dirty="0"/>
              <a:t>What</a:t>
            </a:r>
            <a:r>
              <a:rPr lang="en-US" altLang="en-US" dirty="0"/>
              <a:t> is their </a:t>
            </a:r>
            <a:r>
              <a:rPr lang="en-US" altLang="en-US" b="1" dirty="0"/>
              <a:t>distinct</a:t>
            </a:r>
            <a:r>
              <a:rPr lang="en-US" altLang="en-US" dirty="0"/>
              <a:t> </a:t>
            </a:r>
            <a:r>
              <a:rPr lang="en-US" altLang="en-US" b="1" dirty="0"/>
              <a:t>contribution?</a:t>
            </a:r>
          </a:p>
          <a:p>
            <a:pPr eaLnBrk="1" hangingPunct="1"/>
            <a:r>
              <a:rPr lang="en-US" altLang="en-US" b="1" dirty="0"/>
              <a:t>Are you proud or benefiting by relating to them?</a:t>
            </a:r>
          </a:p>
          <a:p>
            <a:pPr eaLnBrk="1" hangingPunct="1"/>
            <a:r>
              <a:rPr lang="en-US" altLang="en-US" b="1" dirty="0"/>
              <a:t>Are you going to be associated with them in Future?</a:t>
            </a:r>
            <a:endParaRPr lang="en-US" altLang="en-US" dirty="0"/>
          </a:p>
        </p:txBody>
      </p:sp>
      <p:sp>
        <p:nvSpPr>
          <p:cNvPr id="19461" name="Rectangle 6">
            <a:extLst>
              <a:ext uri="{FF2B5EF4-FFF2-40B4-BE49-F238E27FC236}">
                <a16:creationId xmlns:a16="http://schemas.microsoft.com/office/drawing/2014/main" id="{902D75BA-E23D-4D26-8621-FADD33A14514}"/>
              </a:ext>
            </a:extLst>
          </p:cNvPr>
          <p:cNvSpPr>
            <a:spLocks noChangeArrowheads="1"/>
          </p:cNvSpPr>
          <p:nvPr/>
        </p:nvSpPr>
        <p:spPr bwMode="auto">
          <a:xfrm>
            <a:off x="6858000" y="5715000"/>
            <a:ext cx="2133600" cy="10668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extLst>
      <p:ext uri="{BB962C8B-B14F-4D97-AF65-F5344CB8AC3E}">
        <p14:creationId xmlns:p14="http://schemas.microsoft.com/office/powerpoint/2010/main" val="1422163599"/>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fade">
                                      <p:cBhvr>
                                        <p:cTn id="7" dur="1000"/>
                                        <p:tgtEl>
                                          <p:spTgt spid="19459"/>
                                        </p:tgtEl>
                                      </p:cBhvr>
                                    </p:animEffect>
                                    <p:anim calcmode="lin" valueType="num">
                                      <p:cBhvr>
                                        <p:cTn id="8" dur="1000" fill="hold"/>
                                        <p:tgtEl>
                                          <p:spTgt spid="19459"/>
                                        </p:tgtEl>
                                        <p:attrNameLst>
                                          <p:attrName>ppt_x</p:attrName>
                                        </p:attrNameLst>
                                      </p:cBhvr>
                                      <p:tavLst>
                                        <p:tav tm="0">
                                          <p:val>
                                            <p:strVal val="#ppt_x"/>
                                          </p:val>
                                        </p:tav>
                                        <p:tav tm="100000">
                                          <p:val>
                                            <p:strVal val="#ppt_x"/>
                                          </p:val>
                                        </p:tav>
                                      </p:tavLst>
                                    </p:anim>
                                    <p:anim calcmode="lin" valueType="num">
                                      <p:cBhvr>
                                        <p:cTn id="9" dur="1000" fill="hold"/>
                                        <p:tgtEl>
                                          <p:spTgt spid="1945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9460">
                                            <p:txEl>
                                              <p:pRg st="0" end="0"/>
                                            </p:txEl>
                                          </p:spTgt>
                                        </p:tgtEl>
                                        <p:attrNameLst>
                                          <p:attrName>style.visibility</p:attrName>
                                        </p:attrNameLst>
                                      </p:cBhvr>
                                      <p:to>
                                        <p:strVal val="visible"/>
                                      </p:to>
                                    </p:set>
                                    <p:animEffect transition="in" filter="wipe(down)">
                                      <p:cBhvr>
                                        <p:cTn id="14" dur="500"/>
                                        <p:tgtEl>
                                          <p:spTgt spid="19460">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19460">
                                            <p:txEl>
                                              <p:pRg st="1" end="1"/>
                                            </p:txEl>
                                          </p:spTgt>
                                        </p:tgtEl>
                                        <p:attrNameLst>
                                          <p:attrName>style.visibility</p:attrName>
                                        </p:attrNameLst>
                                      </p:cBhvr>
                                      <p:to>
                                        <p:strVal val="visible"/>
                                      </p:to>
                                    </p:set>
                                    <p:animEffect transition="in" filter="wipe(down)">
                                      <p:cBhvr>
                                        <p:cTn id="19" dur="500"/>
                                        <p:tgtEl>
                                          <p:spTgt spid="19460">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9460">
                                            <p:txEl>
                                              <p:pRg st="2" end="2"/>
                                            </p:txEl>
                                          </p:spTgt>
                                        </p:tgtEl>
                                        <p:attrNameLst>
                                          <p:attrName>style.visibility</p:attrName>
                                        </p:attrNameLst>
                                      </p:cBhvr>
                                      <p:to>
                                        <p:strVal val="visible"/>
                                      </p:to>
                                    </p:set>
                                    <p:animEffect transition="in" filter="wipe(down)">
                                      <p:cBhvr>
                                        <p:cTn id="24" dur="500"/>
                                        <p:tgtEl>
                                          <p:spTgt spid="19460">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19460">
                                            <p:txEl>
                                              <p:pRg st="3" end="3"/>
                                            </p:txEl>
                                          </p:spTgt>
                                        </p:tgtEl>
                                        <p:attrNameLst>
                                          <p:attrName>style.visibility</p:attrName>
                                        </p:attrNameLst>
                                      </p:cBhvr>
                                      <p:to>
                                        <p:strVal val="visible"/>
                                      </p:to>
                                    </p:set>
                                    <p:animEffect transition="in" filter="wipe(down)">
                                      <p:cBhvr>
                                        <p:cTn id="29" dur="500"/>
                                        <p:tgtEl>
                                          <p:spTgt spid="19460">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grpId="0" nodeType="clickEffect">
                                  <p:stCondLst>
                                    <p:cond delay="0"/>
                                  </p:stCondLst>
                                  <p:childTnLst>
                                    <p:set>
                                      <p:cBhvr>
                                        <p:cTn id="33" dur="1" fill="hold">
                                          <p:stCondLst>
                                            <p:cond delay="0"/>
                                          </p:stCondLst>
                                        </p:cTn>
                                        <p:tgtEl>
                                          <p:spTgt spid="19460">
                                            <p:txEl>
                                              <p:pRg st="4" end="4"/>
                                            </p:txEl>
                                          </p:spTgt>
                                        </p:tgtEl>
                                        <p:attrNameLst>
                                          <p:attrName>style.visibility</p:attrName>
                                        </p:attrNameLst>
                                      </p:cBhvr>
                                      <p:to>
                                        <p:strVal val="visible"/>
                                      </p:to>
                                    </p:set>
                                    <p:animEffect transition="in" filter="wipe(down)">
                                      <p:cBhvr>
                                        <p:cTn id="34" dur="500"/>
                                        <p:tgtEl>
                                          <p:spTgt spid="19460">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19460">
                                            <p:txEl>
                                              <p:pRg st="5" end="5"/>
                                            </p:txEl>
                                          </p:spTgt>
                                        </p:tgtEl>
                                        <p:attrNameLst>
                                          <p:attrName>style.visibility</p:attrName>
                                        </p:attrNameLst>
                                      </p:cBhvr>
                                      <p:to>
                                        <p:strVal val="visible"/>
                                      </p:to>
                                    </p:set>
                                    <p:animEffect transition="in" filter="wipe(down)">
                                      <p:cBhvr>
                                        <p:cTn id="39" dur="500"/>
                                        <p:tgtEl>
                                          <p:spTgt spid="1946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6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8434" name="Slide Number Placeholder 1">
            <a:extLst>
              <a:ext uri="{FF2B5EF4-FFF2-40B4-BE49-F238E27FC236}">
                <a16:creationId xmlns:a16="http://schemas.microsoft.com/office/drawing/2014/main" id="{BDE83A94-3159-4C10-BECB-CC95A0124EF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43357690-87D4-4618-A696-70158BEC58C6}" type="slidenum">
              <a:rPr lang="en-US" altLang="en-US" sz="1000">
                <a:solidFill>
                  <a:srgbClr val="66CCFF"/>
                </a:solidFill>
              </a:rPr>
              <a:pPr/>
              <a:t>18</a:t>
            </a:fld>
            <a:endParaRPr lang="en-US" altLang="en-US" sz="1000">
              <a:solidFill>
                <a:srgbClr val="66CCFF"/>
              </a:solidFill>
            </a:endParaRPr>
          </a:p>
        </p:txBody>
      </p:sp>
      <p:sp>
        <p:nvSpPr>
          <p:cNvPr id="18435" name="Rectangle 4">
            <a:extLst>
              <a:ext uri="{FF2B5EF4-FFF2-40B4-BE49-F238E27FC236}">
                <a16:creationId xmlns:a16="http://schemas.microsoft.com/office/drawing/2014/main" id="{15A37C70-1967-456C-8FE5-A487AEBFD7E1}"/>
              </a:ext>
            </a:extLst>
          </p:cNvPr>
          <p:cNvSpPr>
            <a:spLocks noGrp="1" noChangeArrowheads="1"/>
          </p:cNvSpPr>
          <p:nvPr>
            <p:ph type="title" idx="4294967295"/>
          </p:nvPr>
        </p:nvSpPr>
        <p:spPr>
          <a:xfrm>
            <a:off x="304800" y="1071563"/>
            <a:ext cx="7772400" cy="4078287"/>
          </a:xfrm>
          <a:noFill/>
        </p:spPr>
        <p:txBody>
          <a:bodyPr>
            <a:spAutoFit/>
          </a:bodyPr>
          <a:lstStyle/>
          <a:p>
            <a:pPr eaLnBrk="1" hangingPunct="1"/>
            <a:r>
              <a:rPr lang="ja-JP" altLang="en-US" sz="3700" dirty="0"/>
              <a:t>“</a:t>
            </a:r>
            <a:r>
              <a:rPr lang="en-US" altLang="ja-JP" sz="3700" dirty="0">
                <a:solidFill>
                  <a:schemeClr val="bg1"/>
                </a:solidFill>
              </a:rPr>
              <a:t>A great brand taps into emotions. Emotions drive most, if not all, of our decisions. A brand reaches out with a powerful connecting experience. It’s an emotional connecting point that transcends the product.</a:t>
            </a:r>
            <a:r>
              <a:rPr lang="ja-JP" altLang="en-US" sz="3700" dirty="0"/>
              <a:t>”</a:t>
            </a:r>
            <a:endParaRPr lang="en-US" altLang="en-US" sz="3700" dirty="0"/>
          </a:p>
        </p:txBody>
      </p:sp>
      <p:sp>
        <p:nvSpPr>
          <p:cNvPr id="18436" name="Text Box 6">
            <a:extLst>
              <a:ext uri="{FF2B5EF4-FFF2-40B4-BE49-F238E27FC236}">
                <a16:creationId xmlns:a16="http://schemas.microsoft.com/office/drawing/2014/main" id="{3EF60856-9D76-4D80-9C82-8085351A1340}"/>
              </a:ext>
            </a:extLst>
          </p:cNvPr>
          <p:cNvSpPr txBox="1">
            <a:spLocks noChangeArrowheads="1"/>
          </p:cNvSpPr>
          <p:nvPr/>
        </p:nvSpPr>
        <p:spPr bwMode="auto">
          <a:xfrm>
            <a:off x="304800" y="5203825"/>
            <a:ext cx="76739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a:r>
              <a:rPr lang="en-US" altLang="en-US" sz="2000" b="1" dirty="0">
                <a:solidFill>
                  <a:srgbClr val="66CCFF"/>
                </a:solidFill>
              </a:rPr>
              <a:t>Scott </a:t>
            </a:r>
            <a:r>
              <a:rPr lang="en-US" altLang="en-US" sz="2000" b="1" dirty="0" err="1">
                <a:solidFill>
                  <a:srgbClr val="66CCFF"/>
                </a:solidFill>
              </a:rPr>
              <a:t>Bedbury</a:t>
            </a:r>
            <a:r>
              <a:rPr lang="en-US" altLang="en-US" sz="2000" b="1" dirty="0">
                <a:solidFill>
                  <a:srgbClr val="66CCFF"/>
                </a:solidFill>
              </a:rPr>
              <a:t>, Nike/Starbucks</a:t>
            </a:r>
            <a:br>
              <a:rPr lang="en-US" altLang="en-US" sz="2000" b="1" dirty="0">
                <a:solidFill>
                  <a:srgbClr val="66CCFF"/>
                </a:solidFill>
              </a:rPr>
            </a:br>
            <a:endParaRPr lang="en-US" altLang="en-US" sz="2000" b="1" dirty="0">
              <a:solidFill>
                <a:srgbClr val="66CCFF"/>
              </a:solidFill>
            </a:endParaRPr>
          </a:p>
        </p:txBody>
      </p:sp>
      <p:sp>
        <p:nvSpPr>
          <p:cNvPr id="18437" name="Rectangle 5">
            <a:extLst>
              <a:ext uri="{FF2B5EF4-FFF2-40B4-BE49-F238E27FC236}">
                <a16:creationId xmlns:a16="http://schemas.microsoft.com/office/drawing/2014/main" id="{86BE02DD-FFE6-4EBA-90D7-F69C2F3ADDB6}"/>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barn(inVertical)">
                                      <p:cBhvr>
                                        <p:cTn id="7" dur="500"/>
                                        <p:tgtEl>
                                          <p:spTgt spid="18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9698" name="Slide Number Placeholder 1">
            <a:extLst>
              <a:ext uri="{FF2B5EF4-FFF2-40B4-BE49-F238E27FC236}">
                <a16:creationId xmlns:a16="http://schemas.microsoft.com/office/drawing/2014/main" id="{55BE4424-846C-48DE-A091-0D8D8991F80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DBB6F4F6-53C9-421D-9369-788A56B953C5}" type="slidenum">
              <a:rPr lang="en-US" altLang="en-US" sz="1000">
                <a:solidFill>
                  <a:srgbClr val="66CCFF"/>
                </a:solidFill>
              </a:rPr>
              <a:pPr/>
              <a:t>19</a:t>
            </a:fld>
            <a:endParaRPr lang="en-US" altLang="en-US" sz="1000">
              <a:solidFill>
                <a:srgbClr val="66CCFF"/>
              </a:solidFill>
            </a:endParaRPr>
          </a:p>
        </p:txBody>
      </p:sp>
      <p:sp>
        <p:nvSpPr>
          <p:cNvPr id="29699" name="Rectangle 6">
            <a:extLst>
              <a:ext uri="{FF2B5EF4-FFF2-40B4-BE49-F238E27FC236}">
                <a16:creationId xmlns:a16="http://schemas.microsoft.com/office/drawing/2014/main" id="{5C237615-6B9C-4909-A94F-366E6781DBC2}"/>
              </a:ext>
            </a:extLst>
          </p:cNvPr>
          <p:cNvSpPr>
            <a:spLocks noGrp="1" noChangeArrowheads="1"/>
          </p:cNvSpPr>
          <p:nvPr>
            <p:ph type="ctrTitle" idx="4294967295"/>
          </p:nvPr>
        </p:nvSpPr>
        <p:spPr>
          <a:xfrm>
            <a:off x="685800" y="2362200"/>
            <a:ext cx="7772400" cy="1736725"/>
          </a:xfrm>
          <a:noFill/>
        </p:spPr>
        <p:txBody>
          <a:bodyPr>
            <a:spAutoFit/>
          </a:bodyPr>
          <a:lstStyle/>
          <a:p>
            <a:pPr algn="ctr" eaLnBrk="1" hangingPunct="1"/>
            <a:r>
              <a:rPr lang="en-US" altLang="en-US" sz="5400" dirty="0">
                <a:solidFill>
                  <a:schemeClr val="bg1"/>
                </a:solidFill>
              </a:rPr>
              <a:t>What Makes </a:t>
            </a:r>
            <a:br>
              <a:rPr lang="en-US" altLang="en-US" sz="5400" dirty="0">
                <a:solidFill>
                  <a:schemeClr val="bg1"/>
                </a:solidFill>
              </a:rPr>
            </a:br>
            <a:r>
              <a:rPr lang="en-US" altLang="en-US" sz="5400" dirty="0">
                <a:solidFill>
                  <a:schemeClr val="bg1"/>
                </a:solidFill>
              </a:rPr>
              <a:t>a Brand Distinct?</a:t>
            </a:r>
          </a:p>
        </p:txBody>
      </p:sp>
      <p:sp>
        <p:nvSpPr>
          <p:cNvPr id="29700" name="Rectangle 4">
            <a:extLst>
              <a:ext uri="{FF2B5EF4-FFF2-40B4-BE49-F238E27FC236}">
                <a16:creationId xmlns:a16="http://schemas.microsoft.com/office/drawing/2014/main" id="{5114C33F-9FEA-4C5B-9A12-C0BCF16F0BE4}"/>
              </a:ext>
            </a:extLst>
          </p:cNvPr>
          <p:cNvSpPr>
            <a:spLocks noChangeArrowheads="1"/>
          </p:cNvSpPr>
          <p:nvPr/>
        </p:nvSpPr>
        <p:spPr bwMode="auto">
          <a:xfrm>
            <a:off x="6858000" y="5715000"/>
            <a:ext cx="2133600" cy="10668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9699"/>
                                        </p:tgtEl>
                                        <p:attrNameLst>
                                          <p:attrName>style.visibility</p:attrName>
                                        </p:attrNameLst>
                                      </p:cBhvr>
                                      <p:to>
                                        <p:strVal val="visible"/>
                                      </p:to>
                                    </p:set>
                                    <p:animEffect transition="in" filter="barn(inVertical)">
                                      <p:cBhvr>
                                        <p:cTn id="7" dur="500"/>
                                        <p:tgtEl>
                                          <p:spTgt spid="296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699"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8674" name="Slide Number Placeholder 2">
            <a:extLst>
              <a:ext uri="{FF2B5EF4-FFF2-40B4-BE49-F238E27FC236}">
                <a16:creationId xmlns:a16="http://schemas.microsoft.com/office/drawing/2014/main" id="{DA46EB9F-24C0-453B-BDAD-911BB4D5C9F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9FE9F5E7-1BF3-4375-912C-E502CFDE1AB5}" type="slidenum">
              <a:rPr lang="en-US" altLang="en-US" sz="1000">
                <a:solidFill>
                  <a:srgbClr val="66CCFF"/>
                </a:solidFill>
              </a:rPr>
              <a:pPr/>
              <a:t>20</a:t>
            </a:fld>
            <a:endParaRPr lang="en-US" altLang="en-US" sz="1000">
              <a:solidFill>
                <a:srgbClr val="66CCFF"/>
              </a:solidFill>
            </a:endParaRPr>
          </a:p>
        </p:txBody>
      </p:sp>
      <p:sp>
        <p:nvSpPr>
          <p:cNvPr id="28675" name="Rectangle 55">
            <a:extLst>
              <a:ext uri="{FF2B5EF4-FFF2-40B4-BE49-F238E27FC236}">
                <a16:creationId xmlns:a16="http://schemas.microsoft.com/office/drawing/2014/main" id="{A1E18293-89EC-4B72-BB25-9E285EA661EF}"/>
              </a:ext>
            </a:extLst>
          </p:cNvPr>
          <p:cNvSpPr>
            <a:spLocks noGrp="1" noChangeArrowheads="1"/>
          </p:cNvSpPr>
          <p:nvPr>
            <p:ph type="title"/>
          </p:nvPr>
        </p:nvSpPr>
        <p:spPr/>
        <p:txBody>
          <a:bodyPr/>
          <a:lstStyle/>
          <a:p>
            <a:pPr eaLnBrk="1" hangingPunct="1"/>
            <a:r>
              <a:rPr lang="en-US" altLang="en-US" dirty="0"/>
              <a:t>Building Your Personal Brand</a:t>
            </a:r>
          </a:p>
        </p:txBody>
      </p:sp>
      <p:sp>
        <p:nvSpPr>
          <p:cNvPr id="28676" name="Rectangle 5">
            <a:extLst>
              <a:ext uri="{FF2B5EF4-FFF2-40B4-BE49-F238E27FC236}">
                <a16:creationId xmlns:a16="http://schemas.microsoft.com/office/drawing/2014/main" id="{F8B273DC-9C77-46AC-9CBB-AA62F857686E}"/>
              </a:ext>
            </a:extLst>
          </p:cNvPr>
          <p:cNvSpPr>
            <a:spLocks noChangeArrowheads="1"/>
          </p:cNvSpPr>
          <p:nvPr/>
        </p:nvSpPr>
        <p:spPr bwMode="auto">
          <a:xfrm>
            <a:off x="2514600" y="4724400"/>
            <a:ext cx="4038600" cy="990600"/>
          </a:xfrm>
          <a:prstGeom prst="rect">
            <a:avLst/>
          </a:prstGeom>
          <a:solidFill>
            <a:schemeClr val="bg1"/>
          </a:solidFill>
          <a:ln w="9525">
            <a:solidFill>
              <a:schemeClr val="tx1"/>
            </a:solidFill>
            <a:miter lim="800000"/>
            <a:headEnd/>
            <a:tailEnd/>
          </a:ln>
        </p:spPr>
        <p:txBody>
          <a:bodyPr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eaLnBrk="1" hangingPunct="1"/>
            <a:r>
              <a:rPr lang="en-US" altLang="en-US" b="1"/>
              <a:t>Accurate Perception of Current Default Brand</a:t>
            </a:r>
          </a:p>
        </p:txBody>
      </p:sp>
      <p:sp>
        <p:nvSpPr>
          <p:cNvPr id="28677" name="Rectangle 4">
            <a:extLst>
              <a:ext uri="{FF2B5EF4-FFF2-40B4-BE49-F238E27FC236}">
                <a16:creationId xmlns:a16="http://schemas.microsoft.com/office/drawing/2014/main" id="{126EF289-B028-4480-A445-E315EF30D962}"/>
              </a:ext>
            </a:extLst>
          </p:cNvPr>
          <p:cNvSpPr>
            <a:spLocks noChangeArrowheads="1"/>
          </p:cNvSpPr>
          <p:nvPr/>
        </p:nvSpPr>
        <p:spPr bwMode="auto">
          <a:xfrm>
            <a:off x="2514600" y="1143000"/>
            <a:ext cx="4038600" cy="990600"/>
          </a:xfrm>
          <a:prstGeom prst="rect">
            <a:avLst/>
          </a:prstGeom>
          <a:solidFill>
            <a:schemeClr val="bg1"/>
          </a:solidFill>
          <a:ln w="9525">
            <a:solidFill>
              <a:schemeClr val="tx1"/>
            </a:solidFill>
            <a:miter lim="800000"/>
            <a:headEnd/>
            <a:tailEnd/>
          </a:ln>
        </p:spPr>
        <p:txBody>
          <a:bodyPr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eaLnBrk="1" hangingPunct="1"/>
            <a:r>
              <a:rPr lang="en-US" altLang="en-US" b="1" dirty="0"/>
              <a:t>Commitment to Inventing a New Personal Brand</a:t>
            </a:r>
          </a:p>
        </p:txBody>
      </p:sp>
      <p:sp>
        <p:nvSpPr>
          <p:cNvPr id="28678" name="AutoShape 58">
            <a:extLst>
              <a:ext uri="{FF2B5EF4-FFF2-40B4-BE49-F238E27FC236}">
                <a16:creationId xmlns:a16="http://schemas.microsoft.com/office/drawing/2014/main" id="{43A04409-8131-459C-8794-41CBE52A6553}"/>
              </a:ext>
            </a:extLst>
          </p:cNvPr>
          <p:cNvSpPr>
            <a:spLocks noChangeAspect="1" noChangeArrowheads="1" noTextEdit="1"/>
          </p:cNvSpPr>
          <p:nvPr/>
        </p:nvSpPr>
        <p:spPr bwMode="auto">
          <a:xfrm>
            <a:off x="4030663" y="2133600"/>
            <a:ext cx="1006475"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8679" name="Freeform 60">
            <a:extLst>
              <a:ext uri="{FF2B5EF4-FFF2-40B4-BE49-F238E27FC236}">
                <a16:creationId xmlns:a16="http://schemas.microsoft.com/office/drawing/2014/main" id="{0A3B4828-CD89-475E-AC7C-151BE492CCE9}"/>
              </a:ext>
            </a:extLst>
          </p:cNvPr>
          <p:cNvSpPr>
            <a:spLocks/>
          </p:cNvSpPr>
          <p:nvPr/>
        </p:nvSpPr>
        <p:spPr bwMode="auto">
          <a:xfrm>
            <a:off x="4030663" y="2133600"/>
            <a:ext cx="1006475" cy="2590800"/>
          </a:xfrm>
          <a:custGeom>
            <a:avLst/>
            <a:gdLst>
              <a:gd name="T0" fmla="*/ 2147483647 w 6340"/>
              <a:gd name="T1" fmla="*/ 2147483647 h 16320"/>
              <a:gd name="T2" fmla="*/ 2147483647 w 6340"/>
              <a:gd name="T3" fmla="*/ 2147483647 h 16320"/>
              <a:gd name="T4" fmla="*/ 2147483647 w 6340"/>
              <a:gd name="T5" fmla="*/ 2147483647 h 16320"/>
              <a:gd name="T6" fmla="*/ 2147483647 w 6340"/>
              <a:gd name="T7" fmla="*/ 2147483647 h 16320"/>
              <a:gd name="T8" fmla="*/ 2147483647 w 6340"/>
              <a:gd name="T9" fmla="*/ 2147483647 h 16320"/>
              <a:gd name="T10" fmla="*/ 2147483647 w 6340"/>
              <a:gd name="T11" fmla="*/ 2147483647 h 16320"/>
              <a:gd name="T12" fmla="*/ 2147483647 w 6340"/>
              <a:gd name="T13" fmla="*/ 2147483647 h 16320"/>
              <a:gd name="T14" fmla="*/ 2147483647 w 6340"/>
              <a:gd name="T15" fmla="*/ 2147483647 h 16320"/>
              <a:gd name="T16" fmla="*/ 2147483647 w 6340"/>
              <a:gd name="T17" fmla="*/ 2147483647 h 16320"/>
              <a:gd name="T18" fmla="*/ 2147483647 w 6340"/>
              <a:gd name="T19" fmla="*/ 2147483647 h 16320"/>
              <a:gd name="T20" fmla="*/ 2147483647 w 6340"/>
              <a:gd name="T21" fmla="*/ 2147483647 h 16320"/>
              <a:gd name="T22" fmla="*/ 2147483647 w 6340"/>
              <a:gd name="T23" fmla="*/ 2147483647 h 16320"/>
              <a:gd name="T24" fmla="*/ 2147483647 w 6340"/>
              <a:gd name="T25" fmla="*/ 2147483647 h 16320"/>
              <a:gd name="T26" fmla="*/ 2147483647 w 6340"/>
              <a:gd name="T27" fmla="*/ 2147483647 h 16320"/>
              <a:gd name="T28" fmla="*/ 2147483647 w 6340"/>
              <a:gd name="T29" fmla="*/ 2147483647 h 16320"/>
              <a:gd name="T30" fmla="*/ 2147483647 w 6340"/>
              <a:gd name="T31" fmla="*/ 2147483647 h 16320"/>
              <a:gd name="T32" fmla="*/ 2147483647 w 6340"/>
              <a:gd name="T33" fmla="*/ 2147483647 h 16320"/>
              <a:gd name="T34" fmla="*/ 2147483647 w 6340"/>
              <a:gd name="T35" fmla="*/ 2147483647 h 16320"/>
              <a:gd name="T36" fmla="*/ 2147483647 w 6340"/>
              <a:gd name="T37" fmla="*/ 2147483647 h 16320"/>
              <a:gd name="T38" fmla="*/ 2147483647 w 6340"/>
              <a:gd name="T39" fmla="*/ 2147483647 h 16320"/>
              <a:gd name="T40" fmla="*/ 2147483647 w 6340"/>
              <a:gd name="T41" fmla="*/ 2147483647 h 16320"/>
              <a:gd name="T42" fmla="*/ 2147483647 w 6340"/>
              <a:gd name="T43" fmla="*/ 2147483647 h 16320"/>
              <a:gd name="T44" fmla="*/ 2147483647 w 6340"/>
              <a:gd name="T45" fmla="*/ 2147483647 h 16320"/>
              <a:gd name="T46" fmla="*/ 2147483647 w 6340"/>
              <a:gd name="T47" fmla="*/ 2147483647 h 16320"/>
              <a:gd name="T48" fmla="*/ 2147483647 w 6340"/>
              <a:gd name="T49" fmla="*/ 2147483647 h 16320"/>
              <a:gd name="T50" fmla="*/ 2147483647 w 6340"/>
              <a:gd name="T51" fmla="*/ 2147483647 h 16320"/>
              <a:gd name="T52" fmla="*/ 2147483647 w 6340"/>
              <a:gd name="T53" fmla="*/ 2147483647 h 16320"/>
              <a:gd name="T54" fmla="*/ 2147483647 w 6340"/>
              <a:gd name="T55" fmla="*/ 2147483647 h 16320"/>
              <a:gd name="T56" fmla="*/ 2147483647 w 6340"/>
              <a:gd name="T57" fmla="*/ 2147483647 h 16320"/>
              <a:gd name="T58" fmla="*/ 2147483647 w 6340"/>
              <a:gd name="T59" fmla="*/ 2147483647 h 16320"/>
              <a:gd name="T60" fmla="*/ 2147483647 w 6340"/>
              <a:gd name="T61" fmla="*/ 2147483647 h 16320"/>
              <a:gd name="T62" fmla="*/ 2147483647 w 6340"/>
              <a:gd name="T63" fmla="*/ 2147483647 h 16320"/>
              <a:gd name="T64" fmla="*/ 2147483647 w 6340"/>
              <a:gd name="T65" fmla="*/ 2147483647 h 16320"/>
              <a:gd name="T66" fmla="*/ 2147483647 w 6340"/>
              <a:gd name="T67" fmla="*/ 2147483647 h 16320"/>
              <a:gd name="T68" fmla="*/ 2147483647 w 6340"/>
              <a:gd name="T69" fmla="*/ 2147483647 h 16320"/>
              <a:gd name="T70" fmla="*/ 2147483647 w 6340"/>
              <a:gd name="T71" fmla="*/ 2147483647 h 16320"/>
              <a:gd name="T72" fmla="*/ 2147483647 w 6340"/>
              <a:gd name="T73" fmla="*/ 2147483647 h 16320"/>
              <a:gd name="T74" fmla="*/ 2147483647 w 6340"/>
              <a:gd name="T75" fmla="*/ 2147483647 h 16320"/>
              <a:gd name="T76" fmla="*/ 2147483647 w 6340"/>
              <a:gd name="T77" fmla="*/ 2147483647 h 16320"/>
              <a:gd name="T78" fmla="*/ 2147483647 w 6340"/>
              <a:gd name="T79" fmla="*/ 2147483647 h 16320"/>
              <a:gd name="T80" fmla="*/ 2147483647 w 6340"/>
              <a:gd name="T81" fmla="*/ 2147483647 h 16320"/>
              <a:gd name="T82" fmla="*/ 2147483647 w 6340"/>
              <a:gd name="T83" fmla="*/ 2147483647 h 16320"/>
              <a:gd name="T84" fmla="*/ 2147483647 w 6340"/>
              <a:gd name="T85" fmla="*/ 2147483647 h 16320"/>
              <a:gd name="T86" fmla="*/ 2147483647 w 6340"/>
              <a:gd name="T87" fmla="*/ 2147483647 h 16320"/>
              <a:gd name="T88" fmla="*/ 2147483647 w 6340"/>
              <a:gd name="T89" fmla="*/ 2147483647 h 16320"/>
              <a:gd name="T90" fmla="*/ 2147483647 w 6340"/>
              <a:gd name="T91" fmla="*/ 2147483647 h 16320"/>
              <a:gd name="T92" fmla="*/ 2147483647 w 6340"/>
              <a:gd name="T93" fmla="*/ 2147483647 h 16320"/>
              <a:gd name="T94" fmla="*/ 2147483647 w 6340"/>
              <a:gd name="T95" fmla="*/ 2147483647 h 16320"/>
              <a:gd name="T96" fmla="*/ 2147483647 w 6340"/>
              <a:gd name="T97" fmla="*/ 2147483647 h 16320"/>
              <a:gd name="T98" fmla="*/ 2147483647 w 6340"/>
              <a:gd name="T99" fmla="*/ 2147483647 h 16320"/>
              <a:gd name="T100" fmla="*/ 2147483647 w 6340"/>
              <a:gd name="T101" fmla="*/ 2147483647 h 16320"/>
              <a:gd name="T102" fmla="*/ 2147483647 w 6340"/>
              <a:gd name="T103" fmla="*/ 2147483647 h 16320"/>
              <a:gd name="T104" fmla="*/ 2147483647 w 6340"/>
              <a:gd name="T105" fmla="*/ 2147483647 h 16320"/>
              <a:gd name="T106" fmla="*/ 2147483647 w 6340"/>
              <a:gd name="T107" fmla="*/ 2147483647 h 16320"/>
              <a:gd name="T108" fmla="*/ 2147483647 w 6340"/>
              <a:gd name="T109" fmla="*/ 2147483647 h 16320"/>
              <a:gd name="T110" fmla="*/ 2147483647 w 6340"/>
              <a:gd name="T111" fmla="*/ 2147483647 h 16320"/>
              <a:gd name="T112" fmla="*/ 2147483647 w 6340"/>
              <a:gd name="T113" fmla="*/ 2147483647 h 16320"/>
              <a:gd name="T114" fmla="*/ 2147483647 w 6340"/>
              <a:gd name="T115" fmla="*/ 2147483647 h 16320"/>
              <a:gd name="T116" fmla="*/ 2147483647 w 6340"/>
              <a:gd name="T117" fmla="*/ 2147483647 h 16320"/>
              <a:gd name="T118" fmla="*/ 2147483647 w 6340"/>
              <a:gd name="T119" fmla="*/ 2147483647 h 16320"/>
              <a:gd name="T120" fmla="*/ 2147483647 w 6340"/>
              <a:gd name="T121" fmla="*/ 2147483647 h 1632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340"/>
              <a:gd name="T184" fmla="*/ 0 h 16320"/>
              <a:gd name="T185" fmla="*/ 6340 w 6340"/>
              <a:gd name="T186" fmla="*/ 16320 h 1632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340" h="16320">
                <a:moveTo>
                  <a:pt x="5248" y="16320"/>
                </a:moveTo>
                <a:lnTo>
                  <a:pt x="5237" y="16301"/>
                </a:lnTo>
                <a:lnTo>
                  <a:pt x="5225" y="16280"/>
                </a:lnTo>
                <a:lnTo>
                  <a:pt x="5214" y="16261"/>
                </a:lnTo>
                <a:lnTo>
                  <a:pt x="5204" y="16240"/>
                </a:lnTo>
                <a:lnTo>
                  <a:pt x="5194" y="16221"/>
                </a:lnTo>
                <a:lnTo>
                  <a:pt x="5184" y="16202"/>
                </a:lnTo>
                <a:lnTo>
                  <a:pt x="5173" y="16181"/>
                </a:lnTo>
                <a:lnTo>
                  <a:pt x="5165" y="16162"/>
                </a:lnTo>
                <a:lnTo>
                  <a:pt x="5088" y="16097"/>
                </a:lnTo>
                <a:lnTo>
                  <a:pt x="5016" y="16034"/>
                </a:lnTo>
                <a:lnTo>
                  <a:pt x="4951" y="15973"/>
                </a:lnTo>
                <a:lnTo>
                  <a:pt x="4890" y="15914"/>
                </a:lnTo>
                <a:lnTo>
                  <a:pt x="4835" y="15856"/>
                </a:lnTo>
                <a:lnTo>
                  <a:pt x="4784" y="15799"/>
                </a:lnTo>
                <a:lnTo>
                  <a:pt x="4737" y="15743"/>
                </a:lnTo>
                <a:lnTo>
                  <a:pt x="4695" y="15689"/>
                </a:lnTo>
                <a:lnTo>
                  <a:pt x="4657" y="15634"/>
                </a:lnTo>
                <a:lnTo>
                  <a:pt x="4622" y="15579"/>
                </a:lnTo>
                <a:lnTo>
                  <a:pt x="4593" y="15526"/>
                </a:lnTo>
                <a:lnTo>
                  <a:pt x="4565" y="15472"/>
                </a:lnTo>
                <a:lnTo>
                  <a:pt x="4542" y="15418"/>
                </a:lnTo>
                <a:lnTo>
                  <a:pt x="4521" y="15364"/>
                </a:lnTo>
                <a:lnTo>
                  <a:pt x="4503" y="15310"/>
                </a:lnTo>
                <a:lnTo>
                  <a:pt x="4488" y="15254"/>
                </a:lnTo>
                <a:lnTo>
                  <a:pt x="4474" y="15198"/>
                </a:lnTo>
                <a:lnTo>
                  <a:pt x="4464" y="15141"/>
                </a:lnTo>
                <a:lnTo>
                  <a:pt x="4455" y="15082"/>
                </a:lnTo>
                <a:lnTo>
                  <a:pt x="4448" y="15022"/>
                </a:lnTo>
                <a:lnTo>
                  <a:pt x="4442" y="14959"/>
                </a:lnTo>
                <a:lnTo>
                  <a:pt x="4437" y="14895"/>
                </a:lnTo>
                <a:lnTo>
                  <a:pt x="4434" y="14830"/>
                </a:lnTo>
                <a:lnTo>
                  <a:pt x="4430" y="14761"/>
                </a:lnTo>
                <a:lnTo>
                  <a:pt x="4426" y="14617"/>
                </a:lnTo>
                <a:lnTo>
                  <a:pt x="4423" y="14462"/>
                </a:lnTo>
                <a:lnTo>
                  <a:pt x="4420" y="14379"/>
                </a:lnTo>
                <a:lnTo>
                  <a:pt x="4418" y="14292"/>
                </a:lnTo>
                <a:lnTo>
                  <a:pt x="4414" y="14202"/>
                </a:lnTo>
                <a:lnTo>
                  <a:pt x="4410" y="14110"/>
                </a:lnTo>
                <a:lnTo>
                  <a:pt x="4366" y="14028"/>
                </a:lnTo>
                <a:lnTo>
                  <a:pt x="4322" y="13952"/>
                </a:lnTo>
                <a:lnTo>
                  <a:pt x="4280" y="13881"/>
                </a:lnTo>
                <a:lnTo>
                  <a:pt x="4240" y="13816"/>
                </a:lnTo>
                <a:lnTo>
                  <a:pt x="4219" y="13785"/>
                </a:lnTo>
                <a:lnTo>
                  <a:pt x="4198" y="13755"/>
                </a:lnTo>
                <a:lnTo>
                  <a:pt x="4177" y="13726"/>
                </a:lnTo>
                <a:lnTo>
                  <a:pt x="4157" y="13698"/>
                </a:lnTo>
                <a:lnTo>
                  <a:pt x="4137" y="13670"/>
                </a:lnTo>
                <a:lnTo>
                  <a:pt x="4116" y="13644"/>
                </a:lnTo>
                <a:lnTo>
                  <a:pt x="4095" y="13618"/>
                </a:lnTo>
                <a:lnTo>
                  <a:pt x="4073" y="13593"/>
                </a:lnTo>
                <a:lnTo>
                  <a:pt x="4052" y="13568"/>
                </a:lnTo>
                <a:lnTo>
                  <a:pt x="4029" y="13544"/>
                </a:lnTo>
                <a:lnTo>
                  <a:pt x="4008" y="13519"/>
                </a:lnTo>
                <a:lnTo>
                  <a:pt x="3984" y="13496"/>
                </a:lnTo>
                <a:lnTo>
                  <a:pt x="3939" y="13449"/>
                </a:lnTo>
                <a:lnTo>
                  <a:pt x="3889" y="13403"/>
                </a:lnTo>
                <a:lnTo>
                  <a:pt x="3837" y="13356"/>
                </a:lnTo>
                <a:lnTo>
                  <a:pt x="3782" y="13309"/>
                </a:lnTo>
                <a:lnTo>
                  <a:pt x="3724" y="13261"/>
                </a:lnTo>
                <a:lnTo>
                  <a:pt x="3663" y="13211"/>
                </a:lnTo>
                <a:lnTo>
                  <a:pt x="3592" y="13103"/>
                </a:lnTo>
                <a:lnTo>
                  <a:pt x="3528" y="12997"/>
                </a:lnTo>
                <a:lnTo>
                  <a:pt x="3472" y="12893"/>
                </a:lnTo>
                <a:lnTo>
                  <a:pt x="3423" y="12791"/>
                </a:lnTo>
                <a:lnTo>
                  <a:pt x="3381" y="12690"/>
                </a:lnTo>
                <a:lnTo>
                  <a:pt x="3347" y="12592"/>
                </a:lnTo>
                <a:lnTo>
                  <a:pt x="3317" y="12495"/>
                </a:lnTo>
                <a:lnTo>
                  <a:pt x="3295" y="12399"/>
                </a:lnTo>
                <a:lnTo>
                  <a:pt x="3278" y="12304"/>
                </a:lnTo>
                <a:lnTo>
                  <a:pt x="3267" y="12211"/>
                </a:lnTo>
                <a:lnTo>
                  <a:pt x="3262" y="12120"/>
                </a:lnTo>
                <a:lnTo>
                  <a:pt x="3261" y="12028"/>
                </a:lnTo>
                <a:lnTo>
                  <a:pt x="3266" y="11937"/>
                </a:lnTo>
                <a:lnTo>
                  <a:pt x="3275" y="11847"/>
                </a:lnTo>
                <a:lnTo>
                  <a:pt x="3288" y="11758"/>
                </a:lnTo>
                <a:lnTo>
                  <a:pt x="3306" y="11669"/>
                </a:lnTo>
                <a:lnTo>
                  <a:pt x="3328" y="11579"/>
                </a:lnTo>
                <a:lnTo>
                  <a:pt x="3354" y="11490"/>
                </a:lnTo>
                <a:lnTo>
                  <a:pt x="3382" y="11402"/>
                </a:lnTo>
                <a:lnTo>
                  <a:pt x="3414" y="11312"/>
                </a:lnTo>
                <a:lnTo>
                  <a:pt x="3450" y="11222"/>
                </a:lnTo>
                <a:lnTo>
                  <a:pt x="3486" y="11132"/>
                </a:lnTo>
                <a:lnTo>
                  <a:pt x="3527" y="11042"/>
                </a:lnTo>
                <a:lnTo>
                  <a:pt x="3569" y="10950"/>
                </a:lnTo>
                <a:lnTo>
                  <a:pt x="3614" y="10857"/>
                </a:lnTo>
                <a:lnTo>
                  <a:pt x="3660" y="10763"/>
                </a:lnTo>
                <a:lnTo>
                  <a:pt x="3707" y="10668"/>
                </a:lnTo>
                <a:lnTo>
                  <a:pt x="3756" y="10572"/>
                </a:lnTo>
                <a:lnTo>
                  <a:pt x="3856" y="10374"/>
                </a:lnTo>
                <a:lnTo>
                  <a:pt x="3957" y="10170"/>
                </a:lnTo>
                <a:lnTo>
                  <a:pt x="3980" y="10045"/>
                </a:lnTo>
                <a:lnTo>
                  <a:pt x="4001" y="9927"/>
                </a:lnTo>
                <a:lnTo>
                  <a:pt x="4016" y="9814"/>
                </a:lnTo>
                <a:lnTo>
                  <a:pt x="4027" y="9707"/>
                </a:lnTo>
                <a:lnTo>
                  <a:pt x="4035" y="9606"/>
                </a:lnTo>
                <a:lnTo>
                  <a:pt x="4040" y="9510"/>
                </a:lnTo>
                <a:lnTo>
                  <a:pt x="4040" y="9420"/>
                </a:lnTo>
                <a:lnTo>
                  <a:pt x="4035" y="9334"/>
                </a:lnTo>
                <a:lnTo>
                  <a:pt x="4028" y="9251"/>
                </a:lnTo>
                <a:lnTo>
                  <a:pt x="4017" y="9173"/>
                </a:lnTo>
                <a:lnTo>
                  <a:pt x="4002" y="9098"/>
                </a:lnTo>
                <a:lnTo>
                  <a:pt x="3982" y="9027"/>
                </a:lnTo>
                <a:lnTo>
                  <a:pt x="3959" y="8959"/>
                </a:lnTo>
                <a:lnTo>
                  <a:pt x="3932" y="8892"/>
                </a:lnTo>
                <a:lnTo>
                  <a:pt x="3902" y="8828"/>
                </a:lnTo>
                <a:lnTo>
                  <a:pt x="3868" y="8766"/>
                </a:lnTo>
                <a:lnTo>
                  <a:pt x="3829" y="8705"/>
                </a:lnTo>
                <a:lnTo>
                  <a:pt x="3787" y="8645"/>
                </a:lnTo>
                <a:lnTo>
                  <a:pt x="3742" y="8586"/>
                </a:lnTo>
                <a:lnTo>
                  <a:pt x="3693" y="8527"/>
                </a:lnTo>
                <a:lnTo>
                  <a:pt x="3639" y="8469"/>
                </a:lnTo>
                <a:lnTo>
                  <a:pt x="3582" y="8410"/>
                </a:lnTo>
                <a:lnTo>
                  <a:pt x="3521" y="8351"/>
                </a:lnTo>
                <a:lnTo>
                  <a:pt x="3457" y="8291"/>
                </a:lnTo>
                <a:lnTo>
                  <a:pt x="3389" y="8229"/>
                </a:lnTo>
                <a:lnTo>
                  <a:pt x="3317" y="8166"/>
                </a:lnTo>
                <a:lnTo>
                  <a:pt x="3241" y="8101"/>
                </a:lnTo>
                <a:lnTo>
                  <a:pt x="3163" y="8034"/>
                </a:lnTo>
                <a:lnTo>
                  <a:pt x="2993" y="7891"/>
                </a:lnTo>
                <a:lnTo>
                  <a:pt x="2810" y="7734"/>
                </a:lnTo>
                <a:lnTo>
                  <a:pt x="2801" y="7715"/>
                </a:lnTo>
                <a:lnTo>
                  <a:pt x="2791" y="7698"/>
                </a:lnTo>
                <a:lnTo>
                  <a:pt x="2781" y="7683"/>
                </a:lnTo>
                <a:lnTo>
                  <a:pt x="2770" y="7669"/>
                </a:lnTo>
                <a:lnTo>
                  <a:pt x="2748" y="7644"/>
                </a:lnTo>
                <a:lnTo>
                  <a:pt x="2727" y="7622"/>
                </a:lnTo>
                <a:lnTo>
                  <a:pt x="2716" y="7612"/>
                </a:lnTo>
                <a:lnTo>
                  <a:pt x="2707" y="7601"/>
                </a:lnTo>
                <a:lnTo>
                  <a:pt x="2697" y="7590"/>
                </a:lnTo>
                <a:lnTo>
                  <a:pt x="2688" y="7579"/>
                </a:lnTo>
                <a:lnTo>
                  <a:pt x="2681" y="7566"/>
                </a:lnTo>
                <a:lnTo>
                  <a:pt x="2675" y="7553"/>
                </a:lnTo>
                <a:lnTo>
                  <a:pt x="2670" y="7539"/>
                </a:lnTo>
                <a:lnTo>
                  <a:pt x="2666" y="7523"/>
                </a:lnTo>
                <a:lnTo>
                  <a:pt x="2640" y="7518"/>
                </a:lnTo>
                <a:lnTo>
                  <a:pt x="2612" y="7508"/>
                </a:lnTo>
                <a:lnTo>
                  <a:pt x="2582" y="7491"/>
                </a:lnTo>
                <a:lnTo>
                  <a:pt x="2552" y="7468"/>
                </a:lnTo>
                <a:lnTo>
                  <a:pt x="2520" y="7439"/>
                </a:lnTo>
                <a:lnTo>
                  <a:pt x="2487" y="7405"/>
                </a:lnTo>
                <a:lnTo>
                  <a:pt x="2453" y="7366"/>
                </a:lnTo>
                <a:lnTo>
                  <a:pt x="2419" y="7324"/>
                </a:lnTo>
                <a:lnTo>
                  <a:pt x="2383" y="7276"/>
                </a:lnTo>
                <a:lnTo>
                  <a:pt x="2347" y="7226"/>
                </a:lnTo>
                <a:lnTo>
                  <a:pt x="2312" y="7172"/>
                </a:lnTo>
                <a:lnTo>
                  <a:pt x="2275" y="7116"/>
                </a:lnTo>
                <a:lnTo>
                  <a:pt x="2239" y="7057"/>
                </a:lnTo>
                <a:lnTo>
                  <a:pt x="2203" y="6997"/>
                </a:lnTo>
                <a:lnTo>
                  <a:pt x="2168" y="6936"/>
                </a:lnTo>
                <a:lnTo>
                  <a:pt x="2132" y="6874"/>
                </a:lnTo>
                <a:lnTo>
                  <a:pt x="2097" y="6811"/>
                </a:lnTo>
                <a:lnTo>
                  <a:pt x="2064" y="6748"/>
                </a:lnTo>
                <a:lnTo>
                  <a:pt x="2030" y="6686"/>
                </a:lnTo>
                <a:lnTo>
                  <a:pt x="1998" y="6624"/>
                </a:lnTo>
                <a:lnTo>
                  <a:pt x="1937" y="6506"/>
                </a:lnTo>
                <a:lnTo>
                  <a:pt x="1883" y="6395"/>
                </a:lnTo>
                <a:lnTo>
                  <a:pt x="1835" y="6297"/>
                </a:lnTo>
                <a:lnTo>
                  <a:pt x="1795" y="6216"/>
                </a:lnTo>
                <a:lnTo>
                  <a:pt x="1765" y="6153"/>
                </a:lnTo>
                <a:lnTo>
                  <a:pt x="1745" y="6112"/>
                </a:lnTo>
                <a:lnTo>
                  <a:pt x="1725" y="6018"/>
                </a:lnTo>
                <a:lnTo>
                  <a:pt x="1704" y="5925"/>
                </a:lnTo>
                <a:lnTo>
                  <a:pt x="1685" y="5834"/>
                </a:lnTo>
                <a:lnTo>
                  <a:pt x="1667" y="5744"/>
                </a:lnTo>
                <a:lnTo>
                  <a:pt x="1649" y="5655"/>
                </a:lnTo>
                <a:lnTo>
                  <a:pt x="1633" y="5566"/>
                </a:lnTo>
                <a:lnTo>
                  <a:pt x="1617" y="5478"/>
                </a:lnTo>
                <a:lnTo>
                  <a:pt x="1601" y="5392"/>
                </a:lnTo>
                <a:lnTo>
                  <a:pt x="1587" y="5305"/>
                </a:lnTo>
                <a:lnTo>
                  <a:pt x="1574" y="5219"/>
                </a:lnTo>
                <a:lnTo>
                  <a:pt x="1561" y="5135"/>
                </a:lnTo>
                <a:lnTo>
                  <a:pt x="1549" y="5049"/>
                </a:lnTo>
                <a:lnTo>
                  <a:pt x="1538" y="4965"/>
                </a:lnTo>
                <a:lnTo>
                  <a:pt x="1527" y="4881"/>
                </a:lnTo>
                <a:lnTo>
                  <a:pt x="1518" y="4797"/>
                </a:lnTo>
                <a:lnTo>
                  <a:pt x="1508" y="4713"/>
                </a:lnTo>
                <a:lnTo>
                  <a:pt x="1500" y="4631"/>
                </a:lnTo>
                <a:lnTo>
                  <a:pt x="1492" y="4547"/>
                </a:lnTo>
                <a:lnTo>
                  <a:pt x="1486" y="4464"/>
                </a:lnTo>
                <a:lnTo>
                  <a:pt x="1480" y="4380"/>
                </a:lnTo>
                <a:lnTo>
                  <a:pt x="1474" y="4297"/>
                </a:lnTo>
                <a:lnTo>
                  <a:pt x="1470" y="4213"/>
                </a:lnTo>
                <a:lnTo>
                  <a:pt x="1466" y="4129"/>
                </a:lnTo>
                <a:lnTo>
                  <a:pt x="1462" y="4044"/>
                </a:lnTo>
                <a:lnTo>
                  <a:pt x="1459" y="3960"/>
                </a:lnTo>
                <a:lnTo>
                  <a:pt x="1457" y="3875"/>
                </a:lnTo>
                <a:lnTo>
                  <a:pt x="1455" y="3789"/>
                </a:lnTo>
                <a:lnTo>
                  <a:pt x="1455" y="3703"/>
                </a:lnTo>
                <a:lnTo>
                  <a:pt x="1454" y="3616"/>
                </a:lnTo>
                <a:lnTo>
                  <a:pt x="1455" y="3528"/>
                </a:lnTo>
                <a:lnTo>
                  <a:pt x="1456" y="3439"/>
                </a:lnTo>
                <a:lnTo>
                  <a:pt x="1458" y="3350"/>
                </a:lnTo>
                <a:lnTo>
                  <a:pt x="1368" y="3349"/>
                </a:lnTo>
                <a:lnTo>
                  <a:pt x="1277" y="3348"/>
                </a:lnTo>
                <a:lnTo>
                  <a:pt x="1187" y="3347"/>
                </a:lnTo>
                <a:lnTo>
                  <a:pt x="1096" y="3346"/>
                </a:lnTo>
                <a:lnTo>
                  <a:pt x="1005" y="3345"/>
                </a:lnTo>
                <a:lnTo>
                  <a:pt x="915" y="3345"/>
                </a:lnTo>
                <a:lnTo>
                  <a:pt x="825" y="3344"/>
                </a:lnTo>
                <a:lnTo>
                  <a:pt x="735" y="3344"/>
                </a:lnTo>
                <a:lnTo>
                  <a:pt x="644" y="3344"/>
                </a:lnTo>
                <a:lnTo>
                  <a:pt x="554" y="3343"/>
                </a:lnTo>
                <a:lnTo>
                  <a:pt x="464" y="3343"/>
                </a:lnTo>
                <a:lnTo>
                  <a:pt x="375" y="3343"/>
                </a:lnTo>
                <a:lnTo>
                  <a:pt x="285" y="3343"/>
                </a:lnTo>
                <a:lnTo>
                  <a:pt x="195" y="3343"/>
                </a:lnTo>
                <a:lnTo>
                  <a:pt x="106" y="3343"/>
                </a:lnTo>
                <a:lnTo>
                  <a:pt x="16" y="3343"/>
                </a:lnTo>
                <a:lnTo>
                  <a:pt x="8" y="3283"/>
                </a:lnTo>
                <a:lnTo>
                  <a:pt x="2" y="3233"/>
                </a:lnTo>
                <a:lnTo>
                  <a:pt x="1" y="3211"/>
                </a:lnTo>
                <a:lnTo>
                  <a:pt x="0" y="3191"/>
                </a:lnTo>
                <a:lnTo>
                  <a:pt x="0" y="3172"/>
                </a:lnTo>
                <a:lnTo>
                  <a:pt x="1" y="3156"/>
                </a:lnTo>
                <a:lnTo>
                  <a:pt x="2" y="3140"/>
                </a:lnTo>
                <a:lnTo>
                  <a:pt x="5" y="3126"/>
                </a:lnTo>
                <a:lnTo>
                  <a:pt x="8" y="3113"/>
                </a:lnTo>
                <a:lnTo>
                  <a:pt x="12" y="3102"/>
                </a:lnTo>
                <a:lnTo>
                  <a:pt x="17" y="3091"/>
                </a:lnTo>
                <a:lnTo>
                  <a:pt x="23" y="3080"/>
                </a:lnTo>
                <a:lnTo>
                  <a:pt x="31" y="3072"/>
                </a:lnTo>
                <a:lnTo>
                  <a:pt x="38" y="3063"/>
                </a:lnTo>
                <a:lnTo>
                  <a:pt x="47" y="3056"/>
                </a:lnTo>
                <a:lnTo>
                  <a:pt x="57" y="3048"/>
                </a:lnTo>
                <a:lnTo>
                  <a:pt x="67" y="3041"/>
                </a:lnTo>
                <a:lnTo>
                  <a:pt x="80" y="3033"/>
                </a:lnTo>
                <a:lnTo>
                  <a:pt x="106" y="3020"/>
                </a:lnTo>
                <a:lnTo>
                  <a:pt x="137" y="3005"/>
                </a:lnTo>
                <a:lnTo>
                  <a:pt x="171" y="2989"/>
                </a:lnTo>
                <a:lnTo>
                  <a:pt x="211" y="2969"/>
                </a:lnTo>
                <a:lnTo>
                  <a:pt x="255" y="2947"/>
                </a:lnTo>
                <a:lnTo>
                  <a:pt x="303" y="2920"/>
                </a:lnTo>
                <a:lnTo>
                  <a:pt x="304" y="2909"/>
                </a:lnTo>
                <a:lnTo>
                  <a:pt x="304" y="2898"/>
                </a:lnTo>
                <a:lnTo>
                  <a:pt x="306" y="2887"/>
                </a:lnTo>
                <a:lnTo>
                  <a:pt x="308" y="2875"/>
                </a:lnTo>
                <a:lnTo>
                  <a:pt x="313" y="2855"/>
                </a:lnTo>
                <a:lnTo>
                  <a:pt x="318" y="2837"/>
                </a:lnTo>
                <a:lnTo>
                  <a:pt x="327" y="2836"/>
                </a:lnTo>
                <a:lnTo>
                  <a:pt x="334" y="2833"/>
                </a:lnTo>
                <a:lnTo>
                  <a:pt x="342" y="2829"/>
                </a:lnTo>
                <a:lnTo>
                  <a:pt x="350" y="2825"/>
                </a:lnTo>
                <a:lnTo>
                  <a:pt x="360" y="2819"/>
                </a:lnTo>
                <a:lnTo>
                  <a:pt x="370" y="2812"/>
                </a:lnTo>
                <a:lnTo>
                  <a:pt x="382" y="2803"/>
                </a:lnTo>
                <a:lnTo>
                  <a:pt x="395" y="2792"/>
                </a:lnTo>
                <a:lnTo>
                  <a:pt x="428" y="2763"/>
                </a:lnTo>
                <a:lnTo>
                  <a:pt x="469" y="2724"/>
                </a:lnTo>
                <a:lnTo>
                  <a:pt x="523" y="2673"/>
                </a:lnTo>
                <a:lnTo>
                  <a:pt x="588" y="2609"/>
                </a:lnTo>
                <a:lnTo>
                  <a:pt x="670" y="2531"/>
                </a:lnTo>
                <a:lnTo>
                  <a:pt x="769" y="2436"/>
                </a:lnTo>
                <a:lnTo>
                  <a:pt x="888" y="2322"/>
                </a:lnTo>
                <a:lnTo>
                  <a:pt x="1028" y="2189"/>
                </a:lnTo>
                <a:lnTo>
                  <a:pt x="1191" y="2034"/>
                </a:lnTo>
                <a:lnTo>
                  <a:pt x="1380" y="1856"/>
                </a:lnTo>
                <a:lnTo>
                  <a:pt x="1597" y="1654"/>
                </a:lnTo>
                <a:lnTo>
                  <a:pt x="1843" y="1426"/>
                </a:lnTo>
                <a:lnTo>
                  <a:pt x="1859" y="1397"/>
                </a:lnTo>
                <a:lnTo>
                  <a:pt x="1876" y="1369"/>
                </a:lnTo>
                <a:lnTo>
                  <a:pt x="1896" y="1338"/>
                </a:lnTo>
                <a:lnTo>
                  <a:pt x="1919" y="1307"/>
                </a:lnTo>
                <a:lnTo>
                  <a:pt x="1944" y="1275"/>
                </a:lnTo>
                <a:lnTo>
                  <a:pt x="1971" y="1242"/>
                </a:lnTo>
                <a:lnTo>
                  <a:pt x="2000" y="1209"/>
                </a:lnTo>
                <a:lnTo>
                  <a:pt x="2031" y="1174"/>
                </a:lnTo>
                <a:lnTo>
                  <a:pt x="2064" y="1139"/>
                </a:lnTo>
                <a:lnTo>
                  <a:pt x="2097" y="1105"/>
                </a:lnTo>
                <a:lnTo>
                  <a:pt x="2133" y="1069"/>
                </a:lnTo>
                <a:lnTo>
                  <a:pt x="2169" y="1033"/>
                </a:lnTo>
                <a:lnTo>
                  <a:pt x="2244" y="962"/>
                </a:lnTo>
                <a:lnTo>
                  <a:pt x="2322" y="890"/>
                </a:lnTo>
                <a:lnTo>
                  <a:pt x="2400" y="819"/>
                </a:lnTo>
                <a:lnTo>
                  <a:pt x="2478" y="750"/>
                </a:lnTo>
                <a:lnTo>
                  <a:pt x="2555" y="682"/>
                </a:lnTo>
                <a:lnTo>
                  <a:pt x="2628" y="617"/>
                </a:lnTo>
                <a:lnTo>
                  <a:pt x="2696" y="556"/>
                </a:lnTo>
                <a:lnTo>
                  <a:pt x="2760" y="499"/>
                </a:lnTo>
                <a:lnTo>
                  <a:pt x="2816" y="447"/>
                </a:lnTo>
                <a:lnTo>
                  <a:pt x="2863" y="400"/>
                </a:lnTo>
                <a:lnTo>
                  <a:pt x="2900" y="349"/>
                </a:lnTo>
                <a:lnTo>
                  <a:pt x="2936" y="298"/>
                </a:lnTo>
                <a:lnTo>
                  <a:pt x="2973" y="248"/>
                </a:lnTo>
                <a:lnTo>
                  <a:pt x="3011" y="197"/>
                </a:lnTo>
                <a:lnTo>
                  <a:pt x="3049" y="147"/>
                </a:lnTo>
                <a:lnTo>
                  <a:pt x="3086" y="98"/>
                </a:lnTo>
                <a:lnTo>
                  <a:pt x="3125" y="49"/>
                </a:lnTo>
                <a:lnTo>
                  <a:pt x="3165" y="0"/>
                </a:lnTo>
                <a:lnTo>
                  <a:pt x="3183" y="0"/>
                </a:lnTo>
                <a:lnTo>
                  <a:pt x="3204" y="0"/>
                </a:lnTo>
                <a:lnTo>
                  <a:pt x="3225" y="0"/>
                </a:lnTo>
                <a:lnTo>
                  <a:pt x="3248" y="0"/>
                </a:lnTo>
                <a:lnTo>
                  <a:pt x="3280" y="40"/>
                </a:lnTo>
                <a:lnTo>
                  <a:pt x="3316" y="82"/>
                </a:lnTo>
                <a:lnTo>
                  <a:pt x="3355" y="124"/>
                </a:lnTo>
                <a:lnTo>
                  <a:pt x="3396" y="167"/>
                </a:lnTo>
                <a:lnTo>
                  <a:pt x="3439" y="211"/>
                </a:lnTo>
                <a:lnTo>
                  <a:pt x="3485" y="257"/>
                </a:lnTo>
                <a:lnTo>
                  <a:pt x="3532" y="303"/>
                </a:lnTo>
                <a:lnTo>
                  <a:pt x="3581" y="350"/>
                </a:lnTo>
                <a:lnTo>
                  <a:pt x="3684" y="445"/>
                </a:lnTo>
                <a:lnTo>
                  <a:pt x="3791" y="543"/>
                </a:lnTo>
                <a:lnTo>
                  <a:pt x="3898" y="642"/>
                </a:lnTo>
                <a:lnTo>
                  <a:pt x="4006" y="742"/>
                </a:lnTo>
                <a:lnTo>
                  <a:pt x="4060" y="792"/>
                </a:lnTo>
                <a:lnTo>
                  <a:pt x="4113" y="842"/>
                </a:lnTo>
                <a:lnTo>
                  <a:pt x="4165" y="893"/>
                </a:lnTo>
                <a:lnTo>
                  <a:pt x="4215" y="942"/>
                </a:lnTo>
                <a:lnTo>
                  <a:pt x="4265" y="992"/>
                </a:lnTo>
                <a:lnTo>
                  <a:pt x="4313" y="1042"/>
                </a:lnTo>
                <a:lnTo>
                  <a:pt x="4359" y="1092"/>
                </a:lnTo>
                <a:lnTo>
                  <a:pt x="4403" y="1141"/>
                </a:lnTo>
                <a:lnTo>
                  <a:pt x="4445" y="1190"/>
                </a:lnTo>
                <a:lnTo>
                  <a:pt x="4484" y="1239"/>
                </a:lnTo>
                <a:lnTo>
                  <a:pt x="4519" y="1287"/>
                </a:lnTo>
                <a:lnTo>
                  <a:pt x="4553" y="1334"/>
                </a:lnTo>
                <a:lnTo>
                  <a:pt x="4584" y="1381"/>
                </a:lnTo>
                <a:lnTo>
                  <a:pt x="4610" y="1427"/>
                </a:lnTo>
                <a:lnTo>
                  <a:pt x="4633" y="1472"/>
                </a:lnTo>
                <a:lnTo>
                  <a:pt x="4652" y="1517"/>
                </a:lnTo>
                <a:lnTo>
                  <a:pt x="4677" y="1521"/>
                </a:lnTo>
                <a:lnTo>
                  <a:pt x="4706" y="1532"/>
                </a:lnTo>
                <a:lnTo>
                  <a:pt x="4738" y="1550"/>
                </a:lnTo>
                <a:lnTo>
                  <a:pt x="4773" y="1575"/>
                </a:lnTo>
                <a:lnTo>
                  <a:pt x="4811" y="1605"/>
                </a:lnTo>
                <a:lnTo>
                  <a:pt x="4853" y="1642"/>
                </a:lnTo>
                <a:lnTo>
                  <a:pt x="4896" y="1683"/>
                </a:lnTo>
                <a:lnTo>
                  <a:pt x="4942" y="1729"/>
                </a:lnTo>
                <a:lnTo>
                  <a:pt x="4991" y="1780"/>
                </a:lnTo>
                <a:lnTo>
                  <a:pt x="5041" y="1834"/>
                </a:lnTo>
                <a:lnTo>
                  <a:pt x="5093" y="1891"/>
                </a:lnTo>
                <a:lnTo>
                  <a:pt x="5146" y="1951"/>
                </a:lnTo>
                <a:lnTo>
                  <a:pt x="5257" y="2078"/>
                </a:lnTo>
                <a:lnTo>
                  <a:pt x="5372" y="2210"/>
                </a:lnTo>
                <a:lnTo>
                  <a:pt x="5491" y="2346"/>
                </a:lnTo>
                <a:lnTo>
                  <a:pt x="5609" y="2479"/>
                </a:lnTo>
                <a:lnTo>
                  <a:pt x="5668" y="2544"/>
                </a:lnTo>
                <a:lnTo>
                  <a:pt x="5728" y="2607"/>
                </a:lnTo>
                <a:lnTo>
                  <a:pt x="5786" y="2668"/>
                </a:lnTo>
                <a:lnTo>
                  <a:pt x="5843" y="2726"/>
                </a:lnTo>
                <a:lnTo>
                  <a:pt x="5899" y="2782"/>
                </a:lnTo>
                <a:lnTo>
                  <a:pt x="5955" y="2833"/>
                </a:lnTo>
                <a:lnTo>
                  <a:pt x="6009" y="2880"/>
                </a:lnTo>
                <a:lnTo>
                  <a:pt x="6061" y="2923"/>
                </a:lnTo>
                <a:lnTo>
                  <a:pt x="6112" y="2961"/>
                </a:lnTo>
                <a:lnTo>
                  <a:pt x="6161" y="2994"/>
                </a:lnTo>
                <a:lnTo>
                  <a:pt x="6208" y="3020"/>
                </a:lnTo>
                <a:lnTo>
                  <a:pt x="6252" y="3041"/>
                </a:lnTo>
                <a:lnTo>
                  <a:pt x="6247" y="3072"/>
                </a:lnTo>
                <a:lnTo>
                  <a:pt x="6242" y="3104"/>
                </a:lnTo>
                <a:lnTo>
                  <a:pt x="6238" y="3137"/>
                </a:lnTo>
                <a:lnTo>
                  <a:pt x="6234" y="3170"/>
                </a:lnTo>
                <a:lnTo>
                  <a:pt x="6231" y="3203"/>
                </a:lnTo>
                <a:lnTo>
                  <a:pt x="6228" y="3236"/>
                </a:lnTo>
                <a:lnTo>
                  <a:pt x="6225" y="3271"/>
                </a:lnTo>
                <a:lnTo>
                  <a:pt x="6222" y="3305"/>
                </a:lnTo>
                <a:lnTo>
                  <a:pt x="6118" y="3308"/>
                </a:lnTo>
                <a:lnTo>
                  <a:pt x="6012" y="3311"/>
                </a:lnTo>
                <a:lnTo>
                  <a:pt x="5908" y="3313"/>
                </a:lnTo>
                <a:lnTo>
                  <a:pt x="5803" y="3316"/>
                </a:lnTo>
                <a:lnTo>
                  <a:pt x="5698" y="3319"/>
                </a:lnTo>
                <a:lnTo>
                  <a:pt x="5594" y="3322"/>
                </a:lnTo>
                <a:lnTo>
                  <a:pt x="5490" y="3324"/>
                </a:lnTo>
                <a:lnTo>
                  <a:pt x="5385" y="3327"/>
                </a:lnTo>
                <a:lnTo>
                  <a:pt x="5281" y="3330"/>
                </a:lnTo>
                <a:lnTo>
                  <a:pt x="5177" y="3333"/>
                </a:lnTo>
                <a:lnTo>
                  <a:pt x="5072" y="3335"/>
                </a:lnTo>
                <a:lnTo>
                  <a:pt x="4968" y="3338"/>
                </a:lnTo>
                <a:lnTo>
                  <a:pt x="4864" y="3342"/>
                </a:lnTo>
                <a:lnTo>
                  <a:pt x="4761" y="3345"/>
                </a:lnTo>
                <a:lnTo>
                  <a:pt x="4657" y="3348"/>
                </a:lnTo>
                <a:lnTo>
                  <a:pt x="4554" y="3350"/>
                </a:lnTo>
                <a:lnTo>
                  <a:pt x="4537" y="3469"/>
                </a:lnTo>
                <a:lnTo>
                  <a:pt x="4521" y="3583"/>
                </a:lnTo>
                <a:lnTo>
                  <a:pt x="4508" y="3693"/>
                </a:lnTo>
                <a:lnTo>
                  <a:pt x="4498" y="3800"/>
                </a:lnTo>
                <a:lnTo>
                  <a:pt x="4489" y="3902"/>
                </a:lnTo>
                <a:lnTo>
                  <a:pt x="4482" y="4000"/>
                </a:lnTo>
                <a:lnTo>
                  <a:pt x="4478" y="4096"/>
                </a:lnTo>
                <a:lnTo>
                  <a:pt x="4476" y="4188"/>
                </a:lnTo>
                <a:lnTo>
                  <a:pt x="4475" y="4279"/>
                </a:lnTo>
                <a:lnTo>
                  <a:pt x="4477" y="4367"/>
                </a:lnTo>
                <a:lnTo>
                  <a:pt x="4481" y="4452"/>
                </a:lnTo>
                <a:lnTo>
                  <a:pt x="4488" y="4536"/>
                </a:lnTo>
                <a:lnTo>
                  <a:pt x="4496" y="4620"/>
                </a:lnTo>
                <a:lnTo>
                  <a:pt x="4506" y="4701"/>
                </a:lnTo>
                <a:lnTo>
                  <a:pt x="4518" y="4782"/>
                </a:lnTo>
                <a:lnTo>
                  <a:pt x="4531" y="4862"/>
                </a:lnTo>
                <a:lnTo>
                  <a:pt x="4548" y="4944"/>
                </a:lnTo>
                <a:lnTo>
                  <a:pt x="4566" y="5025"/>
                </a:lnTo>
                <a:lnTo>
                  <a:pt x="4586" y="5106"/>
                </a:lnTo>
                <a:lnTo>
                  <a:pt x="4608" y="5188"/>
                </a:lnTo>
                <a:lnTo>
                  <a:pt x="4632" y="5271"/>
                </a:lnTo>
                <a:lnTo>
                  <a:pt x="4657" y="5356"/>
                </a:lnTo>
                <a:lnTo>
                  <a:pt x="4685" y="5443"/>
                </a:lnTo>
                <a:lnTo>
                  <a:pt x="4714" y="5531"/>
                </a:lnTo>
                <a:lnTo>
                  <a:pt x="4745" y="5622"/>
                </a:lnTo>
                <a:lnTo>
                  <a:pt x="4778" y="5716"/>
                </a:lnTo>
                <a:lnTo>
                  <a:pt x="4813" y="5813"/>
                </a:lnTo>
                <a:lnTo>
                  <a:pt x="4850" y="5913"/>
                </a:lnTo>
                <a:lnTo>
                  <a:pt x="4929" y="6125"/>
                </a:lnTo>
                <a:lnTo>
                  <a:pt x="5014" y="6353"/>
                </a:lnTo>
                <a:lnTo>
                  <a:pt x="5107" y="6484"/>
                </a:lnTo>
                <a:lnTo>
                  <a:pt x="5198" y="6611"/>
                </a:lnTo>
                <a:lnTo>
                  <a:pt x="5287" y="6734"/>
                </a:lnTo>
                <a:lnTo>
                  <a:pt x="5375" y="6854"/>
                </a:lnTo>
                <a:lnTo>
                  <a:pt x="5459" y="6972"/>
                </a:lnTo>
                <a:lnTo>
                  <a:pt x="5541" y="7086"/>
                </a:lnTo>
                <a:lnTo>
                  <a:pt x="5620" y="7199"/>
                </a:lnTo>
                <a:lnTo>
                  <a:pt x="5697" y="7309"/>
                </a:lnTo>
                <a:lnTo>
                  <a:pt x="5771" y="7418"/>
                </a:lnTo>
                <a:lnTo>
                  <a:pt x="5841" y="7526"/>
                </a:lnTo>
                <a:lnTo>
                  <a:pt x="5907" y="7633"/>
                </a:lnTo>
                <a:lnTo>
                  <a:pt x="5970" y="7739"/>
                </a:lnTo>
                <a:lnTo>
                  <a:pt x="6028" y="7845"/>
                </a:lnTo>
                <a:lnTo>
                  <a:pt x="6082" y="7951"/>
                </a:lnTo>
                <a:lnTo>
                  <a:pt x="6132" y="8057"/>
                </a:lnTo>
                <a:lnTo>
                  <a:pt x="6177" y="8164"/>
                </a:lnTo>
                <a:lnTo>
                  <a:pt x="6217" y="8272"/>
                </a:lnTo>
                <a:lnTo>
                  <a:pt x="6251" y="8381"/>
                </a:lnTo>
                <a:lnTo>
                  <a:pt x="6281" y="8493"/>
                </a:lnTo>
                <a:lnTo>
                  <a:pt x="6304" y="8606"/>
                </a:lnTo>
                <a:lnTo>
                  <a:pt x="6323" y="8722"/>
                </a:lnTo>
                <a:lnTo>
                  <a:pt x="6335" y="8840"/>
                </a:lnTo>
                <a:lnTo>
                  <a:pt x="6340" y="8962"/>
                </a:lnTo>
                <a:lnTo>
                  <a:pt x="6339" y="9086"/>
                </a:lnTo>
                <a:lnTo>
                  <a:pt x="6332" y="9215"/>
                </a:lnTo>
                <a:lnTo>
                  <a:pt x="6317" y="9347"/>
                </a:lnTo>
                <a:lnTo>
                  <a:pt x="6295" y="9484"/>
                </a:lnTo>
                <a:lnTo>
                  <a:pt x="6265" y="9626"/>
                </a:lnTo>
                <a:lnTo>
                  <a:pt x="6229" y="9773"/>
                </a:lnTo>
                <a:lnTo>
                  <a:pt x="6185" y="9925"/>
                </a:lnTo>
                <a:lnTo>
                  <a:pt x="6132" y="10083"/>
                </a:lnTo>
                <a:lnTo>
                  <a:pt x="6072" y="10246"/>
                </a:lnTo>
                <a:lnTo>
                  <a:pt x="6030" y="10301"/>
                </a:lnTo>
                <a:lnTo>
                  <a:pt x="5989" y="10356"/>
                </a:lnTo>
                <a:lnTo>
                  <a:pt x="5949" y="10412"/>
                </a:lnTo>
                <a:lnTo>
                  <a:pt x="5908" y="10467"/>
                </a:lnTo>
                <a:lnTo>
                  <a:pt x="5867" y="10522"/>
                </a:lnTo>
                <a:lnTo>
                  <a:pt x="5828" y="10577"/>
                </a:lnTo>
                <a:lnTo>
                  <a:pt x="5788" y="10632"/>
                </a:lnTo>
                <a:lnTo>
                  <a:pt x="5747" y="10688"/>
                </a:lnTo>
                <a:lnTo>
                  <a:pt x="5707" y="10743"/>
                </a:lnTo>
                <a:lnTo>
                  <a:pt x="5667" y="10798"/>
                </a:lnTo>
                <a:lnTo>
                  <a:pt x="5628" y="10853"/>
                </a:lnTo>
                <a:lnTo>
                  <a:pt x="5588" y="10908"/>
                </a:lnTo>
                <a:lnTo>
                  <a:pt x="5548" y="10964"/>
                </a:lnTo>
                <a:lnTo>
                  <a:pt x="5508" y="11019"/>
                </a:lnTo>
                <a:lnTo>
                  <a:pt x="5469" y="11074"/>
                </a:lnTo>
                <a:lnTo>
                  <a:pt x="5430" y="11129"/>
                </a:lnTo>
                <a:lnTo>
                  <a:pt x="5378" y="11162"/>
                </a:lnTo>
                <a:lnTo>
                  <a:pt x="5328" y="11198"/>
                </a:lnTo>
                <a:lnTo>
                  <a:pt x="5279" y="11235"/>
                </a:lnTo>
                <a:lnTo>
                  <a:pt x="5232" y="11274"/>
                </a:lnTo>
                <a:lnTo>
                  <a:pt x="5186" y="11316"/>
                </a:lnTo>
                <a:lnTo>
                  <a:pt x="5142" y="11360"/>
                </a:lnTo>
                <a:lnTo>
                  <a:pt x="5099" y="11406"/>
                </a:lnTo>
                <a:lnTo>
                  <a:pt x="5058" y="11453"/>
                </a:lnTo>
                <a:lnTo>
                  <a:pt x="5019" y="11502"/>
                </a:lnTo>
                <a:lnTo>
                  <a:pt x="4982" y="11552"/>
                </a:lnTo>
                <a:lnTo>
                  <a:pt x="4947" y="11604"/>
                </a:lnTo>
                <a:lnTo>
                  <a:pt x="4913" y="11658"/>
                </a:lnTo>
                <a:lnTo>
                  <a:pt x="4882" y="11713"/>
                </a:lnTo>
                <a:lnTo>
                  <a:pt x="4852" y="11768"/>
                </a:lnTo>
                <a:lnTo>
                  <a:pt x="4824" y="11825"/>
                </a:lnTo>
                <a:lnTo>
                  <a:pt x="4799" y="11884"/>
                </a:lnTo>
                <a:lnTo>
                  <a:pt x="4775" y="11943"/>
                </a:lnTo>
                <a:lnTo>
                  <a:pt x="4754" y="12002"/>
                </a:lnTo>
                <a:lnTo>
                  <a:pt x="4736" y="12064"/>
                </a:lnTo>
                <a:lnTo>
                  <a:pt x="4719" y="12125"/>
                </a:lnTo>
                <a:lnTo>
                  <a:pt x="4704" y="12187"/>
                </a:lnTo>
                <a:lnTo>
                  <a:pt x="4693" y="12250"/>
                </a:lnTo>
                <a:lnTo>
                  <a:pt x="4683" y="12313"/>
                </a:lnTo>
                <a:lnTo>
                  <a:pt x="4675" y="12377"/>
                </a:lnTo>
                <a:lnTo>
                  <a:pt x="4671" y="12441"/>
                </a:lnTo>
                <a:lnTo>
                  <a:pt x="4669" y="12504"/>
                </a:lnTo>
                <a:lnTo>
                  <a:pt x="4669" y="12568"/>
                </a:lnTo>
                <a:lnTo>
                  <a:pt x="4672" y="12633"/>
                </a:lnTo>
                <a:lnTo>
                  <a:pt x="4678" y="12697"/>
                </a:lnTo>
                <a:lnTo>
                  <a:pt x="4687" y="12760"/>
                </a:lnTo>
                <a:lnTo>
                  <a:pt x="4698" y="12823"/>
                </a:lnTo>
                <a:lnTo>
                  <a:pt x="4712" y="12887"/>
                </a:lnTo>
                <a:lnTo>
                  <a:pt x="4794" y="13020"/>
                </a:lnTo>
                <a:lnTo>
                  <a:pt x="4870" y="13147"/>
                </a:lnTo>
                <a:lnTo>
                  <a:pt x="4905" y="13208"/>
                </a:lnTo>
                <a:lnTo>
                  <a:pt x="4940" y="13267"/>
                </a:lnTo>
                <a:lnTo>
                  <a:pt x="4971" y="13325"/>
                </a:lnTo>
                <a:lnTo>
                  <a:pt x="5002" y="13383"/>
                </a:lnTo>
                <a:lnTo>
                  <a:pt x="5031" y="13441"/>
                </a:lnTo>
                <a:lnTo>
                  <a:pt x="5058" y="13497"/>
                </a:lnTo>
                <a:lnTo>
                  <a:pt x="5083" y="13552"/>
                </a:lnTo>
                <a:lnTo>
                  <a:pt x="5106" y="13608"/>
                </a:lnTo>
                <a:lnTo>
                  <a:pt x="5128" y="13663"/>
                </a:lnTo>
                <a:lnTo>
                  <a:pt x="5147" y="13719"/>
                </a:lnTo>
                <a:lnTo>
                  <a:pt x="5164" y="13774"/>
                </a:lnTo>
                <a:lnTo>
                  <a:pt x="5180" y="13830"/>
                </a:lnTo>
                <a:lnTo>
                  <a:pt x="5193" y="13886"/>
                </a:lnTo>
                <a:lnTo>
                  <a:pt x="5204" y="13943"/>
                </a:lnTo>
                <a:lnTo>
                  <a:pt x="5213" y="14002"/>
                </a:lnTo>
                <a:lnTo>
                  <a:pt x="5219" y="14061"/>
                </a:lnTo>
                <a:lnTo>
                  <a:pt x="5224" y="14121"/>
                </a:lnTo>
                <a:lnTo>
                  <a:pt x="5227" y="14183"/>
                </a:lnTo>
                <a:lnTo>
                  <a:pt x="5228" y="14246"/>
                </a:lnTo>
                <a:lnTo>
                  <a:pt x="5224" y="14311"/>
                </a:lnTo>
                <a:lnTo>
                  <a:pt x="5220" y="14378"/>
                </a:lnTo>
                <a:lnTo>
                  <a:pt x="5213" y="14446"/>
                </a:lnTo>
                <a:lnTo>
                  <a:pt x="5204" y="14517"/>
                </a:lnTo>
                <a:lnTo>
                  <a:pt x="5193" y="14590"/>
                </a:lnTo>
                <a:lnTo>
                  <a:pt x="5179" y="14666"/>
                </a:lnTo>
                <a:lnTo>
                  <a:pt x="5161" y="14744"/>
                </a:lnTo>
                <a:lnTo>
                  <a:pt x="5142" y="14825"/>
                </a:lnTo>
                <a:lnTo>
                  <a:pt x="5119" y="14909"/>
                </a:lnTo>
                <a:lnTo>
                  <a:pt x="5119" y="14965"/>
                </a:lnTo>
                <a:lnTo>
                  <a:pt x="5116" y="15032"/>
                </a:lnTo>
                <a:lnTo>
                  <a:pt x="5113" y="15106"/>
                </a:lnTo>
                <a:lnTo>
                  <a:pt x="5110" y="15187"/>
                </a:lnTo>
                <a:lnTo>
                  <a:pt x="5109" y="15229"/>
                </a:lnTo>
                <a:lnTo>
                  <a:pt x="5109" y="15272"/>
                </a:lnTo>
                <a:lnTo>
                  <a:pt x="5109" y="15316"/>
                </a:lnTo>
                <a:lnTo>
                  <a:pt x="5109" y="15361"/>
                </a:lnTo>
                <a:lnTo>
                  <a:pt x="5111" y="15407"/>
                </a:lnTo>
                <a:lnTo>
                  <a:pt x="5113" y="15453"/>
                </a:lnTo>
                <a:lnTo>
                  <a:pt x="5116" y="15498"/>
                </a:lnTo>
                <a:lnTo>
                  <a:pt x="5119" y="15544"/>
                </a:lnTo>
                <a:lnTo>
                  <a:pt x="5125" y="15589"/>
                </a:lnTo>
                <a:lnTo>
                  <a:pt x="5132" y="15634"/>
                </a:lnTo>
                <a:lnTo>
                  <a:pt x="5140" y="15677"/>
                </a:lnTo>
                <a:lnTo>
                  <a:pt x="5149" y="15721"/>
                </a:lnTo>
                <a:lnTo>
                  <a:pt x="5159" y="15763"/>
                </a:lnTo>
                <a:lnTo>
                  <a:pt x="5172" y="15804"/>
                </a:lnTo>
                <a:lnTo>
                  <a:pt x="5187" y="15843"/>
                </a:lnTo>
                <a:lnTo>
                  <a:pt x="5203" y="15880"/>
                </a:lnTo>
                <a:lnTo>
                  <a:pt x="5220" y="15915"/>
                </a:lnTo>
                <a:lnTo>
                  <a:pt x="5241" y="15949"/>
                </a:lnTo>
                <a:lnTo>
                  <a:pt x="5264" y="15980"/>
                </a:lnTo>
                <a:lnTo>
                  <a:pt x="5289" y="16009"/>
                </a:lnTo>
                <a:lnTo>
                  <a:pt x="5316" y="16034"/>
                </a:lnTo>
                <a:lnTo>
                  <a:pt x="5346" y="16057"/>
                </a:lnTo>
                <a:lnTo>
                  <a:pt x="5379" y="16077"/>
                </a:lnTo>
                <a:lnTo>
                  <a:pt x="5414" y="16094"/>
                </a:lnTo>
                <a:lnTo>
                  <a:pt x="5417" y="16122"/>
                </a:lnTo>
                <a:lnTo>
                  <a:pt x="5421" y="16151"/>
                </a:lnTo>
                <a:lnTo>
                  <a:pt x="5426" y="16178"/>
                </a:lnTo>
                <a:lnTo>
                  <a:pt x="5431" y="16207"/>
                </a:lnTo>
                <a:lnTo>
                  <a:pt x="5436" y="16235"/>
                </a:lnTo>
                <a:lnTo>
                  <a:pt x="5441" y="16264"/>
                </a:lnTo>
                <a:lnTo>
                  <a:pt x="5446" y="16291"/>
                </a:lnTo>
                <a:lnTo>
                  <a:pt x="5452" y="16320"/>
                </a:lnTo>
                <a:lnTo>
                  <a:pt x="5427" y="16320"/>
                </a:lnTo>
                <a:lnTo>
                  <a:pt x="5401" y="16320"/>
                </a:lnTo>
                <a:lnTo>
                  <a:pt x="5376" y="16320"/>
                </a:lnTo>
                <a:lnTo>
                  <a:pt x="5350" y="16320"/>
                </a:lnTo>
                <a:lnTo>
                  <a:pt x="5324" y="16320"/>
                </a:lnTo>
                <a:lnTo>
                  <a:pt x="5299" y="16320"/>
                </a:lnTo>
                <a:lnTo>
                  <a:pt x="5273" y="16320"/>
                </a:lnTo>
                <a:lnTo>
                  <a:pt x="5248" y="16320"/>
                </a:lnTo>
                <a:close/>
              </a:path>
            </a:pathLst>
          </a:custGeom>
          <a:solidFill>
            <a:srgbClr val="13151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680" name="Freeform 61">
            <a:extLst>
              <a:ext uri="{FF2B5EF4-FFF2-40B4-BE49-F238E27FC236}">
                <a16:creationId xmlns:a16="http://schemas.microsoft.com/office/drawing/2014/main" id="{23E99DBE-114A-40EF-A710-D495E24FB205}"/>
              </a:ext>
            </a:extLst>
          </p:cNvPr>
          <p:cNvSpPr>
            <a:spLocks/>
          </p:cNvSpPr>
          <p:nvPr/>
        </p:nvSpPr>
        <p:spPr bwMode="auto">
          <a:xfrm>
            <a:off x="4078288" y="2187575"/>
            <a:ext cx="911225" cy="2424113"/>
          </a:xfrm>
          <a:custGeom>
            <a:avLst/>
            <a:gdLst>
              <a:gd name="T0" fmla="*/ 2147483647 w 5746"/>
              <a:gd name="T1" fmla="*/ 2147483647 h 15271"/>
              <a:gd name="T2" fmla="*/ 2147483647 w 5746"/>
              <a:gd name="T3" fmla="*/ 2147483647 h 15271"/>
              <a:gd name="T4" fmla="*/ 2147483647 w 5746"/>
              <a:gd name="T5" fmla="*/ 2147483647 h 15271"/>
              <a:gd name="T6" fmla="*/ 2147483647 w 5746"/>
              <a:gd name="T7" fmla="*/ 2147483647 h 15271"/>
              <a:gd name="T8" fmla="*/ 2147483647 w 5746"/>
              <a:gd name="T9" fmla="*/ 2147483647 h 15271"/>
              <a:gd name="T10" fmla="*/ 2147483647 w 5746"/>
              <a:gd name="T11" fmla="*/ 2147483647 h 15271"/>
              <a:gd name="T12" fmla="*/ 2147483647 w 5746"/>
              <a:gd name="T13" fmla="*/ 2147483647 h 15271"/>
              <a:gd name="T14" fmla="*/ 2147483647 w 5746"/>
              <a:gd name="T15" fmla="*/ 2147483647 h 15271"/>
              <a:gd name="T16" fmla="*/ 2147483647 w 5746"/>
              <a:gd name="T17" fmla="*/ 2147483647 h 15271"/>
              <a:gd name="T18" fmla="*/ 2147483647 w 5746"/>
              <a:gd name="T19" fmla="*/ 2147483647 h 15271"/>
              <a:gd name="T20" fmla="*/ 2147483647 w 5746"/>
              <a:gd name="T21" fmla="*/ 2147483647 h 15271"/>
              <a:gd name="T22" fmla="*/ 2147483647 w 5746"/>
              <a:gd name="T23" fmla="*/ 2147483647 h 15271"/>
              <a:gd name="T24" fmla="*/ 2147483647 w 5746"/>
              <a:gd name="T25" fmla="*/ 2147483647 h 15271"/>
              <a:gd name="T26" fmla="*/ 2147483647 w 5746"/>
              <a:gd name="T27" fmla="*/ 2147483647 h 15271"/>
              <a:gd name="T28" fmla="*/ 2147483647 w 5746"/>
              <a:gd name="T29" fmla="*/ 2147483647 h 15271"/>
              <a:gd name="T30" fmla="*/ 2147483647 w 5746"/>
              <a:gd name="T31" fmla="*/ 2147483647 h 15271"/>
              <a:gd name="T32" fmla="*/ 2147483647 w 5746"/>
              <a:gd name="T33" fmla="*/ 2147483647 h 15271"/>
              <a:gd name="T34" fmla="*/ 2147483647 w 5746"/>
              <a:gd name="T35" fmla="*/ 2147483647 h 15271"/>
              <a:gd name="T36" fmla="*/ 2147483647 w 5746"/>
              <a:gd name="T37" fmla="*/ 2147483647 h 15271"/>
              <a:gd name="T38" fmla="*/ 2147483647 w 5746"/>
              <a:gd name="T39" fmla="*/ 2147483647 h 15271"/>
              <a:gd name="T40" fmla="*/ 2147483647 w 5746"/>
              <a:gd name="T41" fmla="*/ 2147483647 h 15271"/>
              <a:gd name="T42" fmla="*/ 2147483647 w 5746"/>
              <a:gd name="T43" fmla="*/ 2147483647 h 15271"/>
              <a:gd name="T44" fmla="*/ 2147483647 w 5746"/>
              <a:gd name="T45" fmla="*/ 2147483647 h 15271"/>
              <a:gd name="T46" fmla="*/ 2147483647 w 5746"/>
              <a:gd name="T47" fmla="*/ 2147483647 h 15271"/>
              <a:gd name="T48" fmla="*/ 2147483647 w 5746"/>
              <a:gd name="T49" fmla="*/ 2147483647 h 15271"/>
              <a:gd name="T50" fmla="*/ 2147483647 w 5746"/>
              <a:gd name="T51" fmla="*/ 2147483647 h 15271"/>
              <a:gd name="T52" fmla="*/ 2147483647 w 5746"/>
              <a:gd name="T53" fmla="*/ 2147483647 h 15271"/>
              <a:gd name="T54" fmla="*/ 2147483647 w 5746"/>
              <a:gd name="T55" fmla="*/ 2147483647 h 15271"/>
              <a:gd name="T56" fmla="*/ 2147483647 w 5746"/>
              <a:gd name="T57" fmla="*/ 2147483647 h 15271"/>
              <a:gd name="T58" fmla="*/ 2147483647 w 5746"/>
              <a:gd name="T59" fmla="*/ 2147483647 h 15271"/>
              <a:gd name="T60" fmla="*/ 2147483647 w 5746"/>
              <a:gd name="T61" fmla="*/ 2147483647 h 15271"/>
              <a:gd name="T62" fmla="*/ 2147483647 w 5746"/>
              <a:gd name="T63" fmla="*/ 2147483647 h 15271"/>
              <a:gd name="T64" fmla="*/ 2147483647 w 5746"/>
              <a:gd name="T65" fmla="*/ 2147483647 h 15271"/>
              <a:gd name="T66" fmla="*/ 2147483647 w 5746"/>
              <a:gd name="T67" fmla="*/ 2147483647 h 15271"/>
              <a:gd name="T68" fmla="*/ 2147483647 w 5746"/>
              <a:gd name="T69" fmla="*/ 2147483647 h 15271"/>
              <a:gd name="T70" fmla="*/ 2147483647 w 5746"/>
              <a:gd name="T71" fmla="*/ 2147483647 h 15271"/>
              <a:gd name="T72" fmla="*/ 2147483647 w 5746"/>
              <a:gd name="T73" fmla="*/ 2147483647 h 15271"/>
              <a:gd name="T74" fmla="*/ 2147483647 w 5746"/>
              <a:gd name="T75" fmla="*/ 2147483647 h 15271"/>
              <a:gd name="T76" fmla="*/ 2147483647 w 5746"/>
              <a:gd name="T77" fmla="*/ 2147483647 h 15271"/>
              <a:gd name="T78" fmla="*/ 2147483647 w 5746"/>
              <a:gd name="T79" fmla="*/ 2147483647 h 15271"/>
              <a:gd name="T80" fmla="*/ 2147483647 w 5746"/>
              <a:gd name="T81" fmla="*/ 2147483647 h 15271"/>
              <a:gd name="T82" fmla="*/ 2147483647 w 5746"/>
              <a:gd name="T83" fmla="*/ 2147483647 h 15271"/>
              <a:gd name="T84" fmla="*/ 2147483647 w 5746"/>
              <a:gd name="T85" fmla="*/ 2147483647 h 15271"/>
              <a:gd name="T86" fmla="*/ 2147483647 w 5746"/>
              <a:gd name="T87" fmla="*/ 2147483647 h 15271"/>
              <a:gd name="T88" fmla="*/ 2147483647 w 5746"/>
              <a:gd name="T89" fmla="*/ 2147483647 h 15271"/>
              <a:gd name="T90" fmla="*/ 2147483647 w 5746"/>
              <a:gd name="T91" fmla="*/ 2147483647 h 15271"/>
              <a:gd name="T92" fmla="*/ 2147483647 w 5746"/>
              <a:gd name="T93" fmla="*/ 2147483647 h 15271"/>
              <a:gd name="T94" fmla="*/ 2147483647 w 5746"/>
              <a:gd name="T95" fmla="*/ 2147483647 h 15271"/>
              <a:gd name="T96" fmla="*/ 2147483647 w 5746"/>
              <a:gd name="T97" fmla="*/ 2147483647 h 15271"/>
              <a:gd name="T98" fmla="*/ 2147483647 w 5746"/>
              <a:gd name="T99" fmla="*/ 2147483647 h 15271"/>
              <a:gd name="T100" fmla="*/ 2147483647 w 5746"/>
              <a:gd name="T101" fmla="*/ 2147483647 h 15271"/>
              <a:gd name="T102" fmla="*/ 2147483647 w 5746"/>
              <a:gd name="T103" fmla="*/ 2147483647 h 15271"/>
              <a:gd name="T104" fmla="*/ 2147483647 w 5746"/>
              <a:gd name="T105" fmla="*/ 2147483647 h 15271"/>
              <a:gd name="T106" fmla="*/ 2147483647 w 5746"/>
              <a:gd name="T107" fmla="*/ 2147483647 h 15271"/>
              <a:gd name="T108" fmla="*/ 2147483647 w 5746"/>
              <a:gd name="T109" fmla="*/ 2147483647 h 15271"/>
              <a:gd name="T110" fmla="*/ 2147483647 w 5746"/>
              <a:gd name="T111" fmla="*/ 2147483647 h 15271"/>
              <a:gd name="T112" fmla="*/ 2147483647 w 5746"/>
              <a:gd name="T113" fmla="*/ 2147483647 h 15271"/>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5746"/>
              <a:gd name="T172" fmla="*/ 0 h 15271"/>
              <a:gd name="T173" fmla="*/ 5746 w 5746"/>
              <a:gd name="T174" fmla="*/ 15271 h 15271"/>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5746" h="15271">
                <a:moveTo>
                  <a:pt x="4432" y="15271"/>
                </a:moveTo>
                <a:lnTo>
                  <a:pt x="4404" y="15215"/>
                </a:lnTo>
                <a:lnTo>
                  <a:pt x="4378" y="15160"/>
                </a:lnTo>
                <a:lnTo>
                  <a:pt x="4354" y="15106"/>
                </a:lnTo>
                <a:lnTo>
                  <a:pt x="4333" y="15053"/>
                </a:lnTo>
                <a:lnTo>
                  <a:pt x="4312" y="15001"/>
                </a:lnTo>
                <a:lnTo>
                  <a:pt x="4294" y="14950"/>
                </a:lnTo>
                <a:lnTo>
                  <a:pt x="4277" y="14899"/>
                </a:lnTo>
                <a:lnTo>
                  <a:pt x="4262" y="14849"/>
                </a:lnTo>
                <a:lnTo>
                  <a:pt x="4248" y="14800"/>
                </a:lnTo>
                <a:lnTo>
                  <a:pt x="4236" y="14751"/>
                </a:lnTo>
                <a:lnTo>
                  <a:pt x="4225" y="14702"/>
                </a:lnTo>
                <a:lnTo>
                  <a:pt x="4216" y="14654"/>
                </a:lnTo>
                <a:lnTo>
                  <a:pt x="4206" y="14606"/>
                </a:lnTo>
                <a:lnTo>
                  <a:pt x="4199" y="14559"/>
                </a:lnTo>
                <a:lnTo>
                  <a:pt x="4192" y="14511"/>
                </a:lnTo>
                <a:lnTo>
                  <a:pt x="4187" y="14464"/>
                </a:lnTo>
                <a:lnTo>
                  <a:pt x="4182" y="14417"/>
                </a:lnTo>
                <a:lnTo>
                  <a:pt x="4178" y="14369"/>
                </a:lnTo>
                <a:lnTo>
                  <a:pt x="4174" y="14323"/>
                </a:lnTo>
                <a:lnTo>
                  <a:pt x="4171" y="14275"/>
                </a:lnTo>
                <a:lnTo>
                  <a:pt x="4167" y="14179"/>
                </a:lnTo>
                <a:lnTo>
                  <a:pt x="4162" y="14082"/>
                </a:lnTo>
                <a:lnTo>
                  <a:pt x="4159" y="13982"/>
                </a:lnTo>
                <a:lnTo>
                  <a:pt x="4155" y="13879"/>
                </a:lnTo>
                <a:lnTo>
                  <a:pt x="4151" y="13774"/>
                </a:lnTo>
                <a:lnTo>
                  <a:pt x="4145" y="13664"/>
                </a:lnTo>
                <a:lnTo>
                  <a:pt x="4104" y="13596"/>
                </a:lnTo>
                <a:lnTo>
                  <a:pt x="4065" y="13534"/>
                </a:lnTo>
                <a:lnTo>
                  <a:pt x="4029" y="13477"/>
                </a:lnTo>
                <a:lnTo>
                  <a:pt x="3995" y="13425"/>
                </a:lnTo>
                <a:lnTo>
                  <a:pt x="3934" y="13335"/>
                </a:lnTo>
                <a:lnTo>
                  <a:pt x="3882" y="13261"/>
                </a:lnTo>
                <a:lnTo>
                  <a:pt x="3839" y="13199"/>
                </a:lnTo>
                <a:lnTo>
                  <a:pt x="3804" y="13150"/>
                </a:lnTo>
                <a:lnTo>
                  <a:pt x="3790" y="13127"/>
                </a:lnTo>
                <a:lnTo>
                  <a:pt x="3779" y="13106"/>
                </a:lnTo>
                <a:lnTo>
                  <a:pt x="3768" y="13086"/>
                </a:lnTo>
                <a:lnTo>
                  <a:pt x="3760" y="13068"/>
                </a:lnTo>
                <a:lnTo>
                  <a:pt x="3744" y="13066"/>
                </a:lnTo>
                <a:lnTo>
                  <a:pt x="3726" y="13060"/>
                </a:lnTo>
                <a:lnTo>
                  <a:pt x="3707" y="13051"/>
                </a:lnTo>
                <a:lnTo>
                  <a:pt x="3687" y="13038"/>
                </a:lnTo>
                <a:lnTo>
                  <a:pt x="3664" y="13023"/>
                </a:lnTo>
                <a:lnTo>
                  <a:pt x="3642" y="13005"/>
                </a:lnTo>
                <a:lnTo>
                  <a:pt x="3618" y="12984"/>
                </a:lnTo>
                <a:lnTo>
                  <a:pt x="3595" y="12961"/>
                </a:lnTo>
                <a:lnTo>
                  <a:pt x="3569" y="12936"/>
                </a:lnTo>
                <a:lnTo>
                  <a:pt x="3544" y="12909"/>
                </a:lnTo>
                <a:lnTo>
                  <a:pt x="3518" y="12880"/>
                </a:lnTo>
                <a:lnTo>
                  <a:pt x="3493" y="12851"/>
                </a:lnTo>
                <a:lnTo>
                  <a:pt x="3440" y="12787"/>
                </a:lnTo>
                <a:lnTo>
                  <a:pt x="3388" y="12720"/>
                </a:lnTo>
                <a:lnTo>
                  <a:pt x="3336" y="12653"/>
                </a:lnTo>
                <a:lnTo>
                  <a:pt x="3287" y="12586"/>
                </a:lnTo>
                <a:lnTo>
                  <a:pt x="3241" y="12522"/>
                </a:lnTo>
                <a:lnTo>
                  <a:pt x="3199" y="12463"/>
                </a:lnTo>
                <a:lnTo>
                  <a:pt x="3161" y="12410"/>
                </a:lnTo>
                <a:lnTo>
                  <a:pt x="3130" y="12364"/>
                </a:lnTo>
                <a:lnTo>
                  <a:pt x="3105" y="12329"/>
                </a:lnTo>
                <a:lnTo>
                  <a:pt x="3089" y="12306"/>
                </a:lnTo>
                <a:lnTo>
                  <a:pt x="3069" y="12217"/>
                </a:lnTo>
                <a:lnTo>
                  <a:pt x="3054" y="12130"/>
                </a:lnTo>
                <a:lnTo>
                  <a:pt x="3043" y="12044"/>
                </a:lnTo>
                <a:lnTo>
                  <a:pt x="3036" y="11959"/>
                </a:lnTo>
                <a:lnTo>
                  <a:pt x="3032" y="11876"/>
                </a:lnTo>
                <a:lnTo>
                  <a:pt x="3032" y="11793"/>
                </a:lnTo>
                <a:lnTo>
                  <a:pt x="3035" y="11712"/>
                </a:lnTo>
                <a:lnTo>
                  <a:pt x="3041" y="11632"/>
                </a:lnTo>
                <a:lnTo>
                  <a:pt x="3051" y="11552"/>
                </a:lnTo>
                <a:lnTo>
                  <a:pt x="3062" y="11473"/>
                </a:lnTo>
                <a:lnTo>
                  <a:pt x="3078" y="11395"/>
                </a:lnTo>
                <a:lnTo>
                  <a:pt x="3095" y="11318"/>
                </a:lnTo>
                <a:lnTo>
                  <a:pt x="3115" y="11241"/>
                </a:lnTo>
                <a:lnTo>
                  <a:pt x="3137" y="11165"/>
                </a:lnTo>
                <a:lnTo>
                  <a:pt x="3161" y="11089"/>
                </a:lnTo>
                <a:lnTo>
                  <a:pt x="3188" y="11015"/>
                </a:lnTo>
                <a:lnTo>
                  <a:pt x="3215" y="10940"/>
                </a:lnTo>
                <a:lnTo>
                  <a:pt x="3245" y="10866"/>
                </a:lnTo>
                <a:lnTo>
                  <a:pt x="3276" y="10791"/>
                </a:lnTo>
                <a:lnTo>
                  <a:pt x="3308" y="10718"/>
                </a:lnTo>
                <a:lnTo>
                  <a:pt x="3342" y="10644"/>
                </a:lnTo>
                <a:lnTo>
                  <a:pt x="3377" y="10571"/>
                </a:lnTo>
                <a:lnTo>
                  <a:pt x="3412" y="10498"/>
                </a:lnTo>
                <a:lnTo>
                  <a:pt x="3448" y="10424"/>
                </a:lnTo>
                <a:lnTo>
                  <a:pt x="3523" y="10277"/>
                </a:lnTo>
                <a:lnTo>
                  <a:pt x="3597" y="10130"/>
                </a:lnTo>
                <a:lnTo>
                  <a:pt x="3672" y="9981"/>
                </a:lnTo>
                <a:lnTo>
                  <a:pt x="3745" y="9830"/>
                </a:lnTo>
                <a:lnTo>
                  <a:pt x="3763" y="9687"/>
                </a:lnTo>
                <a:lnTo>
                  <a:pt x="3779" y="9553"/>
                </a:lnTo>
                <a:lnTo>
                  <a:pt x="3787" y="9489"/>
                </a:lnTo>
                <a:lnTo>
                  <a:pt x="3793" y="9425"/>
                </a:lnTo>
                <a:lnTo>
                  <a:pt x="3799" y="9365"/>
                </a:lnTo>
                <a:lnTo>
                  <a:pt x="3804" y="9306"/>
                </a:lnTo>
                <a:lnTo>
                  <a:pt x="3808" y="9249"/>
                </a:lnTo>
                <a:lnTo>
                  <a:pt x="3811" y="9193"/>
                </a:lnTo>
                <a:lnTo>
                  <a:pt x="3813" y="9138"/>
                </a:lnTo>
                <a:lnTo>
                  <a:pt x="3814" y="9084"/>
                </a:lnTo>
                <a:lnTo>
                  <a:pt x="3814" y="9031"/>
                </a:lnTo>
                <a:lnTo>
                  <a:pt x="3813" y="8979"/>
                </a:lnTo>
                <a:lnTo>
                  <a:pt x="3810" y="8928"/>
                </a:lnTo>
                <a:lnTo>
                  <a:pt x="3805" y="8878"/>
                </a:lnTo>
                <a:lnTo>
                  <a:pt x="3799" y="8827"/>
                </a:lnTo>
                <a:lnTo>
                  <a:pt x="3792" y="8777"/>
                </a:lnTo>
                <a:lnTo>
                  <a:pt x="3782" y="8728"/>
                </a:lnTo>
                <a:lnTo>
                  <a:pt x="3771" y="8678"/>
                </a:lnTo>
                <a:lnTo>
                  <a:pt x="3757" y="8629"/>
                </a:lnTo>
                <a:lnTo>
                  <a:pt x="3742" y="8579"/>
                </a:lnTo>
                <a:lnTo>
                  <a:pt x="3725" y="8529"/>
                </a:lnTo>
                <a:lnTo>
                  <a:pt x="3705" y="8478"/>
                </a:lnTo>
                <a:lnTo>
                  <a:pt x="3683" y="8427"/>
                </a:lnTo>
                <a:lnTo>
                  <a:pt x="3658" y="8375"/>
                </a:lnTo>
                <a:lnTo>
                  <a:pt x="3632" y="8323"/>
                </a:lnTo>
                <a:lnTo>
                  <a:pt x="3602" y="8269"/>
                </a:lnTo>
                <a:lnTo>
                  <a:pt x="3570" y="8215"/>
                </a:lnTo>
                <a:lnTo>
                  <a:pt x="3536" y="8159"/>
                </a:lnTo>
                <a:lnTo>
                  <a:pt x="3498" y="8102"/>
                </a:lnTo>
                <a:lnTo>
                  <a:pt x="3458" y="8042"/>
                </a:lnTo>
                <a:lnTo>
                  <a:pt x="3382" y="7976"/>
                </a:lnTo>
                <a:lnTo>
                  <a:pt x="3302" y="7908"/>
                </a:lnTo>
                <a:lnTo>
                  <a:pt x="3218" y="7837"/>
                </a:lnTo>
                <a:lnTo>
                  <a:pt x="3133" y="7765"/>
                </a:lnTo>
                <a:lnTo>
                  <a:pt x="3045" y="7690"/>
                </a:lnTo>
                <a:lnTo>
                  <a:pt x="2957" y="7616"/>
                </a:lnTo>
                <a:lnTo>
                  <a:pt x="2869" y="7541"/>
                </a:lnTo>
                <a:lnTo>
                  <a:pt x="2784" y="7464"/>
                </a:lnTo>
                <a:lnTo>
                  <a:pt x="2700" y="7389"/>
                </a:lnTo>
                <a:lnTo>
                  <a:pt x="2618" y="7313"/>
                </a:lnTo>
                <a:lnTo>
                  <a:pt x="2579" y="7275"/>
                </a:lnTo>
                <a:lnTo>
                  <a:pt x="2542" y="7238"/>
                </a:lnTo>
                <a:lnTo>
                  <a:pt x="2505" y="7200"/>
                </a:lnTo>
                <a:lnTo>
                  <a:pt x="2470" y="7163"/>
                </a:lnTo>
                <a:lnTo>
                  <a:pt x="2436" y="7126"/>
                </a:lnTo>
                <a:lnTo>
                  <a:pt x="2404" y="7090"/>
                </a:lnTo>
                <a:lnTo>
                  <a:pt x="2373" y="7054"/>
                </a:lnTo>
                <a:lnTo>
                  <a:pt x="2345" y="7018"/>
                </a:lnTo>
                <a:lnTo>
                  <a:pt x="2318" y="6983"/>
                </a:lnTo>
                <a:lnTo>
                  <a:pt x="2293" y="6948"/>
                </a:lnTo>
                <a:lnTo>
                  <a:pt x="2270" y="6914"/>
                </a:lnTo>
                <a:lnTo>
                  <a:pt x="2250" y="6881"/>
                </a:lnTo>
                <a:lnTo>
                  <a:pt x="2233" y="6879"/>
                </a:lnTo>
                <a:lnTo>
                  <a:pt x="2215" y="6871"/>
                </a:lnTo>
                <a:lnTo>
                  <a:pt x="2195" y="6860"/>
                </a:lnTo>
                <a:lnTo>
                  <a:pt x="2173" y="6845"/>
                </a:lnTo>
                <a:lnTo>
                  <a:pt x="2151" y="6826"/>
                </a:lnTo>
                <a:lnTo>
                  <a:pt x="2127" y="6803"/>
                </a:lnTo>
                <a:lnTo>
                  <a:pt x="2104" y="6778"/>
                </a:lnTo>
                <a:lnTo>
                  <a:pt x="2078" y="6749"/>
                </a:lnTo>
                <a:lnTo>
                  <a:pt x="2053" y="6717"/>
                </a:lnTo>
                <a:lnTo>
                  <a:pt x="2027" y="6685"/>
                </a:lnTo>
                <a:lnTo>
                  <a:pt x="2001" y="6649"/>
                </a:lnTo>
                <a:lnTo>
                  <a:pt x="1973" y="6612"/>
                </a:lnTo>
                <a:lnTo>
                  <a:pt x="1947" y="6575"/>
                </a:lnTo>
                <a:lnTo>
                  <a:pt x="1920" y="6535"/>
                </a:lnTo>
                <a:lnTo>
                  <a:pt x="1894" y="6495"/>
                </a:lnTo>
                <a:lnTo>
                  <a:pt x="1867" y="6454"/>
                </a:lnTo>
                <a:lnTo>
                  <a:pt x="1816" y="6373"/>
                </a:lnTo>
                <a:lnTo>
                  <a:pt x="1767" y="6293"/>
                </a:lnTo>
                <a:lnTo>
                  <a:pt x="1722" y="6218"/>
                </a:lnTo>
                <a:lnTo>
                  <a:pt x="1681" y="6148"/>
                </a:lnTo>
                <a:lnTo>
                  <a:pt x="1647" y="6088"/>
                </a:lnTo>
                <a:lnTo>
                  <a:pt x="1618" y="6039"/>
                </a:lnTo>
                <a:lnTo>
                  <a:pt x="1598" y="6002"/>
                </a:lnTo>
                <a:lnTo>
                  <a:pt x="1586" y="5983"/>
                </a:lnTo>
                <a:lnTo>
                  <a:pt x="1560" y="5890"/>
                </a:lnTo>
                <a:lnTo>
                  <a:pt x="1534" y="5796"/>
                </a:lnTo>
                <a:lnTo>
                  <a:pt x="1508" y="5701"/>
                </a:lnTo>
                <a:lnTo>
                  <a:pt x="1483" y="5606"/>
                </a:lnTo>
                <a:lnTo>
                  <a:pt x="1458" y="5509"/>
                </a:lnTo>
                <a:lnTo>
                  <a:pt x="1434" y="5411"/>
                </a:lnTo>
                <a:lnTo>
                  <a:pt x="1411" y="5312"/>
                </a:lnTo>
                <a:lnTo>
                  <a:pt x="1387" y="5213"/>
                </a:lnTo>
                <a:lnTo>
                  <a:pt x="1366" y="5113"/>
                </a:lnTo>
                <a:lnTo>
                  <a:pt x="1345" y="5013"/>
                </a:lnTo>
                <a:lnTo>
                  <a:pt x="1325" y="4912"/>
                </a:lnTo>
                <a:lnTo>
                  <a:pt x="1307" y="4811"/>
                </a:lnTo>
                <a:lnTo>
                  <a:pt x="1288" y="4710"/>
                </a:lnTo>
                <a:lnTo>
                  <a:pt x="1273" y="4608"/>
                </a:lnTo>
                <a:lnTo>
                  <a:pt x="1258" y="4507"/>
                </a:lnTo>
                <a:lnTo>
                  <a:pt x="1246" y="4406"/>
                </a:lnTo>
                <a:lnTo>
                  <a:pt x="1234" y="4305"/>
                </a:lnTo>
                <a:lnTo>
                  <a:pt x="1224" y="4204"/>
                </a:lnTo>
                <a:lnTo>
                  <a:pt x="1217" y="4104"/>
                </a:lnTo>
                <a:lnTo>
                  <a:pt x="1211" y="4004"/>
                </a:lnTo>
                <a:lnTo>
                  <a:pt x="1207" y="3904"/>
                </a:lnTo>
                <a:lnTo>
                  <a:pt x="1206" y="3805"/>
                </a:lnTo>
                <a:lnTo>
                  <a:pt x="1206" y="3707"/>
                </a:lnTo>
                <a:lnTo>
                  <a:pt x="1209" y="3610"/>
                </a:lnTo>
                <a:lnTo>
                  <a:pt x="1215" y="3515"/>
                </a:lnTo>
                <a:lnTo>
                  <a:pt x="1222" y="3419"/>
                </a:lnTo>
                <a:lnTo>
                  <a:pt x="1233" y="3325"/>
                </a:lnTo>
                <a:lnTo>
                  <a:pt x="1247" y="3232"/>
                </a:lnTo>
                <a:lnTo>
                  <a:pt x="1263" y="3140"/>
                </a:lnTo>
                <a:lnTo>
                  <a:pt x="1282" y="3050"/>
                </a:lnTo>
                <a:lnTo>
                  <a:pt x="1304" y="2962"/>
                </a:lnTo>
                <a:lnTo>
                  <a:pt x="1329" y="2874"/>
                </a:lnTo>
                <a:lnTo>
                  <a:pt x="1308" y="2848"/>
                </a:lnTo>
                <a:lnTo>
                  <a:pt x="1288" y="2822"/>
                </a:lnTo>
                <a:lnTo>
                  <a:pt x="1271" y="2799"/>
                </a:lnTo>
                <a:lnTo>
                  <a:pt x="1254" y="2776"/>
                </a:lnTo>
                <a:lnTo>
                  <a:pt x="1174" y="2777"/>
                </a:lnTo>
                <a:lnTo>
                  <a:pt x="1096" y="2779"/>
                </a:lnTo>
                <a:lnTo>
                  <a:pt x="1017" y="2780"/>
                </a:lnTo>
                <a:lnTo>
                  <a:pt x="938" y="2782"/>
                </a:lnTo>
                <a:lnTo>
                  <a:pt x="860" y="2783"/>
                </a:lnTo>
                <a:lnTo>
                  <a:pt x="781" y="2784"/>
                </a:lnTo>
                <a:lnTo>
                  <a:pt x="703" y="2786"/>
                </a:lnTo>
                <a:lnTo>
                  <a:pt x="624" y="2787"/>
                </a:lnTo>
                <a:lnTo>
                  <a:pt x="546" y="2789"/>
                </a:lnTo>
                <a:lnTo>
                  <a:pt x="468" y="2790"/>
                </a:lnTo>
                <a:lnTo>
                  <a:pt x="390" y="2791"/>
                </a:lnTo>
                <a:lnTo>
                  <a:pt x="312" y="2793"/>
                </a:lnTo>
                <a:lnTo>
                  <a:pt x="234" y="2794"/>
                </a:lnTo>
                <a:lnTo>
                  <a:pt x="157" y="2795"/>
                </a:lnTo>
                <a:lnTo>
                  <a:pt x="78" y="2798"/>
                </a:lnTo>
                <a:lnTo>
                  <a:pt x="0" y="2799"/>
                </a:lnTo>
                <a:lnTo>
                  <a:pt x="12" y="2769"/>
                </a:lnTo>
                <a:lnTo>
                  <a:pt x="35" y="2729"/>
                </a:lnTo>
                <a:lnTo>
                  <a:pt x="71" y="2678"/>
                </a:lnTo>
                <a:lnTo>
                  <a:pt x="118" y="2619"/>
                </a:lnTo>
                <a:lnTo>
                  <a:pt x="176" y="2551"/>
                </a:lnTo>
                <a:lnTo>
                  <a:pt x="242" y="2475"/>
                </a:lnTo>
                <a:lnTo>
                  <a:pt x="319" y="2392"/>
                </a:lnTo>
                <a:lnTo>
                  <a:pt x="403" y="2302"/>
                </a:lnTo>
                <a:lnTo>
                  <a:pt x="493" y="2207"/>
                </a:lnTo>
                <a:lnTo>
                  <a:pt x="591" y="2106"/>
                </a:lnTo>
                <a:lnTo>
                  <a:pt x="694" y="2001"/>
                </a:lnTo>
                <a:lnTo>
                  <a:pt x="804" y="1892"/>
                </a:lnTo>
                <a:lnTo>
                  <a:pt x="916" y="1780"/>
                </a:lnTo>
                <a:lnTo>
                  <a:pt x="1031" y="1665"/>
                </a:lnTo>
                <a:lnTo>
                  <a:pt x="1150" y="1550"/>
                </a:lnTo>
                <a:lnTo>
                  <a:pt x="1269" y="1433"/>
                </a:lnTo>
                <a:lnTo>
                  <a:pt x="1510" y="1199"/>
                </a:lnTo>
                <a:lnTo>
                  <a:pt x="1749" y="970"/>
                </a:lnTo>
                <a:lnTo>
                  <a:pt x="1978" y="751"/>
                </a:lnTo>
                <a:lnTo>
                  <a:pt x="2192" y="547"/>
                </a:lnTo>
                <a:lnTo>
                  <a:pt x="2384" y="365"/>
                </a:lnTo>
                <a:lnTo>
                  <a:pt x="2547" y="209"/>
                </a:lnTo>
                <a:lnTo>
                  <a:pt x="2675" y="85"/>
                </a:lnTo>
                <a:lnTo>
                  <a:pt x="2763" y="0"/>
                </a:lnTo>
                <a:lnTo>
                  <a:pt x="2795" y="7"/>
                </a:lnTo>
                <a:lnTo>
                  <a:pt x="2837" y="26"/>
                </a:lnTo>
                <a:lnTo>
                  <a:pt x="2888" y="58"/>
                </a:lnTo>
                <a:lnTo>
                  <a:pt x="2949" y="102"/>
                </a:lnTo>
                <a:lnTo>
                  <a:pt x="3018" y="156"/>
                </a:lnTo>
                <a:lnTo>
                  <a:pt x="3095" y="219"/>
                </a:lnTo>
                <a:lnTo>
                  <a:pt x="3179" y="292"/>
                </a:lnTo>
                <a:lnTo>
                  <a:pt x="3269" y="373"/>
                </a:lnTo>
                <a:lnTo>
                  <a:pt x="3365" y="462"/>
                </a:lnTo>
                <a:lnTo>
                  <a:pt x="3467" y="557"/>
                </a:lnTo>
                <a:lnTo>
                  <a:pt x="3573" y="658"/>
                </a:lnTo>
                <a:lnTo>
                  <a:pt x="3682" y="764"/>
                </a:lnTo>
                <a:lnTo>
                  <a:pt x="3793" y="874"/>
                </a:lnTo>
                <a:lnTo>
                  <a:pt x="3907" y="988"/>
                </a:lnTo>
                <a:lnTo>
                  <a:pt x="4023" y="1104"/>
                </a:lnTo>
                <a:lnTo>
                  <a:pt x="4139" y="1223"/>
                </a:lnTo>
                <a:lnTo>
                  <a:pt x="4254" y="1342"/>
                </a:lnTo>
                <a:lnTo>
                  <a:pt x="4371" y="1462"/>
                </a:lnTo>
                <a:lnTo>
                  <a:pt x="4484" y="1581"/>
                </a:lnTo>
                <a:lnTo>
                  <a:pt x="4596" y="1699"/>
                </a:lnTo>
                <a:lnTo>
                  <a:pt x="4705" y="1815"/>
                </a:lnTo>
                <a:lnTo>
                  <a:pt x="4811" y="1927"/>
                </a:lnTo>
                <a:lnTo>
                  <a:pt x="4913" y="2037"/>
                </a:lnTo>
                <a:lnTo>
                  <a:pt x="5009" y="2142"/>
                </a:lnTo>
                <a:lnTo>
                  <a:pt x="5100" y="2242"/>
                </a:lnTo>
                <a:lnTo>
                  <a:pt x="5184" y="2334"/>
                </a:lnTo>
                <a:lnTo>
                  <a:pt x="5262" y="2421"/>
                </a:lnTo>
                <a:lnTo>
                  <a:pt x="5332" y="2500"/>
                </a:lnTo>
                <a:lnTo>
                  <a:pt x="5393" y="2571"/>
                </a:lnTo>
                <a:lnTo>
                  <a:pt x="5445" y="2632"/>
                </a:lnTo>
                <a:lnTo>
                  <a:pt x="5487" y="2683"/>
                </a:lnTo>
                <a:lnTo>
                  <a:pt x="5519" y="2723"/>
                </a:lnTo>
                <a:lnTo>
                  <a:pt x="5505" y="2734"/>
                </a:lnTo>
                <a:lnTo>
                  <a:pt x="5483" y="2744"/>
                </a:lnTo>
                <a:lnTo>
                  <a:pt x="5458" y="2754"/>
                </a:lnTo>
                <a:lnTo>
                  <a:pt x="5427" y="2762"/>
                </a:lnTo>
                <a:lnTo>
                  <a:pt x="5391" y="2768"/>
                </a:lnTo>
                <a:lnTo>
                  <a:pt x="5351" y="2774"/>
                </a:lnTo>
                <a:lnTo>
                  <a:pt x="5309" y="2778"/>
                </a:lnTo>
                <a:lnTo>
                  <a:pt x="5262" y="2782"/>
                </a:lnTo>
                <a:lnTo>
                  <a:pt x="5212" y="2785"/>
                </a:lnTo>
                <a:lnTo>
                  <a:pt x="5160" y="2787"/>
                </a:lnTo>
                <a:lnTo>
                  <a:pt x="5104" y="2788"/>
                </a:lnTo>
                <a:lnTo>
                  <a:pt x="5047" y="2789"/>
                </a:lnTo>
                <a:lnTo>
                  <a:pt x="4929" y="2789"/>
                </a:lnTo>
                <a:lnTo>
                  <a:pt x="4806" y="2786"/>
                </a:lnTo>
                <a:lnTo>
                  <a:pt x="4684" y="2782"/>
                </a:lnTo>
                <a:lnTo>
                  <a:pt x="4564" y="2778"/>
                </a:lnTo>
                <a:lnTo>
                  <a:pt x="4448" y="2772"/>
                </a:lnTo>
                <a:lnTo>
                  <a:pt x="4342" y="2767"/>
                </a:lnTo>
                <a:lnTo>
                  <a:pt x="4246" y="2762"/>
                </a:lnTo>
                <a:lnTo>
                  <a:pt x="4164" y="2758"/>
                </a:lnTo>
                <a:lnTo>
                  <a:pt x="4099" y="2755"/>
                </a:lnTo>
                <a:lnTo>
                  <a:pt x="4054" y="2754"/>
                </a:lnTo>
                <a:lnTo>
                  <a:pt x="4032" y="2792"/>
                </a:lnTo>
                <a:lnTo>
                  <a:pt x="4011" y="2834"/>
                </a:lnTo>
                <a:lnTo>
                  <a:pt x="3993" y="2879"/>
                </a:lnTo>
                <a:lnTo>
                  <a:pt x="3977" y="2926"/>
                </a:lnTo>
                <a:lnTo>
                  <a:pt x="3961" y="2975"/>
                </a:lnTo>
                <a:lnTo>
                  <a:pt x="3947" y="3027"/>
                </a:lnTo>
                <a:lnTo>
                  <a:pt x="3936" y="3080"/>
                </a:lnTo>
                <a:lnTo>
                  <a:pt x="3925" y="3136"/>
                </a:lnTo>
                <a:lnTo>
                  <a:pt x="3915" y="3193"/>
                </a:lnTo>
                <a:lnTo>
                  <a:pt x="3907" y="3251"/>
                </a:lnTo>
                <a:lnTo>
                  <a:pt x="3900" y="3312"/>
                </a:lnTo>
                <a:lnTo>
                  <a:pt x="3895" y="3373"/>
                </a:lnTo>
                <a:lnTo>
                  <a:pt x="3890" y="3435"/>
                </a:lnTo>
                <a:lnTo>
                  <a:pt x="3887" y="3498"/>
                </a:lnTo>
                <a:lnTo>
                  <a:pt x="3884" y="3563"/>
                </a:lnTo>
                <a:lnTo>
                  <a:pt x="3882" y="3627"/>
                </a:lnTo>
                <a:lnTo>
                  <a:pt x="3881" y="3692"/>
                </a:lnTo>
                <a:lnTo>
                  <a:pt x="3880" y="3757"/>
                </a:lnTo>
                <a:lnTo>
                  <a:pt x="3880" y="3822"/>
                </a:lnTo>
                <a:lnTo>
                  <a:pt x="3881" y="3887"/>
                </a:lnTo>
                <a:lnTo>
                  <a:pt x="3883" y="4016"/>
                </a:lnTo>
                <a:lnTo>
                  <a:pt x="3886" y="4144"/>
                </a:lnTo>
                <a:lnTo>
                  <a:pt x="3889" y="4266"/>
                </a:lnTo>
                <a:lnTo>
                  <a:pt x="3893" y="4386"/>
                </a:lnTo>
                <a:lnTo>
                  <a:pt x="3895" y="4498"/>
                </a:lnTo>
                <a:lnTo>
                  <a:pt x="3896" y="4602"/>
                </a:lnTo>
                <a:lnTo>
                  <a:pt x="3931" y="4721"/>
                </a:lnTo>
                <a:lnTo>
                  <a:pt x="3966" y="4841"/>
                </a:lnTo>
                <a:lnTo>
                  <a:pt x="4004" y="4961"/>
                </a:lnTo>
                <a:lnTo>
                  <a:pt x="4044" y="5081"/>
                </a:lnTo>
                <a:lnTo>
                  <a:pt x="4085" y="5203"/>
                </a:lnTo>
                <a:lnTo>
                  <a:pt x="4128" y="5324"/>
                </a:lnTo>
                <a:lnTo>
                  <a:pt x="4150" y="5385"/>
                </a:lnTo>
                <a:lnTo>
                  <a:pt x="4174" y="5446"/>
                </a:lnTo>
                <a:lnTo>
                  <a:pt x="4197" y="5508"/>
                </a:lnTo>
                <a:lnTo>
                  <a:pt x="4222" y="5569"/>
                </a:lnTo>
                <a:lnTo>
                  <a:pt x="4246" y="5630"/>
                </a:lnTo>
                <a:lnTo>
                  <a:pt x="4272" y="5691"/>
                </a:lnTo>
                <a:lnTo>
                  <a:pt x="4298" y="5753"/>
                </a:lnTo>
                <a:lnTo>
                  <a:pt x="4326" y="5815"/>
                </a:lnTo>
                <a:lnTo>
                  <a:pt x="4353" y="5877"/>
                </a:lnTo>
                <a:lnTo>
                  <a:pt x="4382" y="5939"/>
                </a:lnTo>
                <a:lnTo>
                  <a:pt x="4410" y="6001"/>
                </a:lnTo>
                <a:lnTo>
                  <a:pt x="4441" y="6064"/>
                </a:lnTo>
                <a:lnTo>
                  <a:pt x="4472" y="6126"/>
                </a:lnTo>
                <a:lnTo>
                  <a:pt x="4503" y="6188"/>
                </a:lnTo>
                <a:lnTo>
                  <a:pt x="4536" y="6250"/>
                </a:lnTo>
                <a:lnTo>
                  <a:pt x="4569" y="6312"/>
                </a:lnTo>
                <a:lnTo>
                  <a:pt x="4603" y="6376"/>
                </a:lnTo>
                <a:lnTo>
                  <a:pt x="4638" y="6438"/>
                </a:lnTo>
                <a:lnTo>
                  <a:pt x="4675" y="6501"/>
                </a:lnTo>
                <a:lnTo>
                  <a:pt x="4712" y="6563"/>
                </a:lnTo>
                <a:lnTo>
                  <a:pt x="4814" y="6691"/>
                </a:lnTo>
                <a:lnTo>
                  <a:pt x="4912" y="6816"/>
                </a:lnTo>
                <a:lnTo>
                  <a:pt x="5004" y="6939"/>
                </a:lnTo>
                <a:lnTo>
                  <a:pt x="5093" y="7060"/>
                </a:lnTo>
                <a:lnTo>
                  <a:pt x="5176" y="7178"/>
                </a:lnTo>
                <a:lnTo>
                  <a:pt x="5254" y="7296"/>
                </a:lnTo>
                <a:lnTo>
                  <a:pt x="5327" y="7411"/>
                </a:lnTo>
                <a:lnTo>
                  <a:pt x="5394" y="7526"/>
                </a:lnTo>
                <a:lnTo>
                  <a:pt x="5457" y="7639"/>
                </a:lnTo>
                <a:lnTo>
                  <a:pt x="5513" y="7752"/>
                </a:lnTo>
                <a:lnTo>
                  <a:pt x="5564" y="7864"/>
                </a:lnTo>
                <a:lnTo>
                  <a:pt x="5608" y="7975"/>
                </a:lnTo>
                <a:lnTo>
                  <a:pt x="5646" y="8086"/>
                </a:lnTo>
                <a:lnTo>
                  <a:pt x="5679" y="8197"/>
                </a:lnTo>
                <a:lnTo>
                  <a:pt x="5706" y="8310"/>
                </a:lnTo>
                <a:lnTo>
                  <a:pt x="5726" y="8421"/>
                </a:lnTo>
                <a:lnTo>
                  <a:pt x="5739" y="8533"/>
                </a:lnTo>
                <a:lnTo>
                  <a:pt x="5746" y="8646"/>
                </a:lnTo>
                <a:lnTo>
                  <a:pt x="5746" y="8760"/>
                </a:lnTo>
                <a:lnTo>
                  <a:pt x="5740" y="8875"/>
                </a:lnTo>
                <a:lnTo>
                  <a:pt x="5726" y="8992"/>
                </a:lnTo>
                <a:lnTo>
                  <a:pt x="5706" y="9109"/>
                </a:lnTo>
                <a:lnTo>
                  <a:pt x="5678" y="9230"/>
                </a:lnTo>
                <a:lnTo>
                  <a:pt x="5642" y="9351"/>
                </a:lnTo>
                <a:lnTo>
                  <a:pt x="5599" y="9475"/>
                </a:lnTo>
                <a:lnTo>
                  <a:pt x="5549" y="9601"/>
                </a:lnTo>
                <a:lnTo>
                  <a:pt x="5491" y="9730"/>
                </a:lnTo>
                <a:lnTo>
                  <a:pt x="5426" y="9862"/>
                </a:lnTo>
                <a:lnTo>
                  <a:pt x="5351" y="9996"/>
                </a:lnTo>
                <a:lnTo>
                  <a:pt x="5270" y="10133"/>
                </a:lnTo>
                <a:lnTo>
                  <a:pt x="5180" y="10275"/>
                </a:lnTo>
                <a:lnTo>
                  <a:pt x="5081" y="10419"/>
                </a:lnTo>
                <a:lnTo>
                  <a:pt x="5000" y="10500"/>
                </a:lnTo>
                <a:lnTo>
                  <a:pt x="4922" y="10579"/>
                </a:lnTo>
                <a:lnTo>
                  <a:pt x="4845" y="10656"/>
                </a:lnTo>
                <a:lnTo>
                  <a:pt x="4771" y="10732"/>
                </a:lnTo>
                <a:lnTo>
                  <a:pt x="4735" y="10770"/>
                </a:lnTo>
                <a:lnTo>
                  <a:pt x="4699" y="10808"/>
                </a:lnTo>
                <a:lnTo>
                  <a:pt x="4665" y="10845"/>
                </a:lnTo>
                <a:lnTo>
                  <a:pt x="4630" y="10884"/>
                </a:lnTo>
                <a:lnTo>
                  <a:pt x="4596" y="10922"/>
                </a:lnTo>
                <a:lnTo>
                  <a:pt x="4564" y="10961"/>
                </a:lnTo>
                <a:lnTo>
                  <a:pt x="4532" y="11000"/>
                </a:lnTo>
                <a:lnTo>
                  <a:pt x="4500" y="11040"/>
                </a:lnTo>
                <a:lnTo>
                  <a:pt x="4470" y="11080"/>
                </a:lnTo>
                <a:lnTo>
                  <a:pt x="4439" y="11121"/>
                </a:lnTo>
                <a:lnTo>
                  <a:pt x="4409" y="11163"/>
                </a:lnTo>
                <a:lnTo>
                  <a:pt x="4381" y="11205"/>
                </a:lnTo>
                <a:lnTo>
                  <a:pt x="4353" y="11248"/>
                </a:lnTo>
                <a:lnTo>
                  <a:pt x="4327" y="11293"/>
                </a:lnTo>
                <a:lnTo>
                  <a:pt x="4300" y="11338"/>
                </a:lnTo>
                <a:lnTo>
                  <a:pt x="4275" y="11385"/>
                </a:lnTo>
                <a:lnTo>
                  <a:pt x="4250" y="11433"/>
                </a:lnTo>
                <a:lnTo>
                  <a:pt x="4226" y="11482"/>
                </a:lnTo>
                <a:lnTo>
                  <a:pt x="4202" y="11532"/>
                </a:lnTo>
                <a:lnTo>
                  <a:pt x="4181" y="11584"/>
                </a:lnTo>
                <a:lnTo>
                  <a:pt x="4159" y="11637"/>
                </a:lnTo>
                <a:lnTo>
                  <a:pt x="4138" y="11692"/>
                </a:lnTo>
                <a:lnTo>
                  <a:pt x="4119" y="11749"/>
                </a:lnTo>
                <a:lnTo>
                  <a:pt x="4100" y="11807"/>
                </a:lnTo>
                <a:lnTo>
                  <a:pt x="4100" y="11853"/>
                </a:lnTo>
                <a:lnTo>
                  <a:pt x="4100" y="11899"/>
                </a:lnTo>
                <a:lnTo>
                  <a:pt x="4100" y="11944"/>
                </a:lnTo>
                <a:lnTo>
                  <a:pt x="4100" y="11990"/>
                </a:lnTo>
                <a:lnTo>
                  <a:pt x="4100" y="12036"/>
                </a:lnTo>
                <a:lnTo>
                  <a:pt x="4100" y="12082"/>
                </a:lnTo>
                <a:lnTo>
                  <a:pt x="4100" y="12128"/>
                </a:lnTo>
                <a:lnTo>
                  <a:pt x="4100" y="12174"/>
                </a:lnTo>
                <a:lnTo>
                  <a:pt x="4100" y="12221"/>
                </a:lnTo>
                <a:lnTo>
                  <a:pt x="4100" y="12267"/>
                </a:lnTo>
                <a:lnTo>
                  <a:pt x="4100" y="12314"/>
                </a:lnTo>
                <a:lnTo>
                  <a:pt x="4100" y="12360"/>
                </a:lnTo>
                <a:lnTo>
                  <a:pt x="4100" y="12407"/>
                </a:lnTo>
                <a:lnTo>
                  <a:pt x="4100" y="12454"/>
                </a:lnTo>
                <a:lnTo>
                  <a:pt x="4100" y="12501"/>
                </a:lnTo>
                <a:lnTo>
                  <a:pt x="4100" y="12547"/>
                </a:lnTo>
                <a:lnTo>
                  <a:pt x="4138" y="12621"/>
                </a:lnTo>
                <a:lnTo>
                  <a:pt x="4176" y="12693"/>
                </a:lnTo>
                <a:lnTo>
                  <a:pt x="4213" y="12761"/>
                </a:lnTo>
                <a:lnTo>
                  <a:pt x="4251" y="12827"/>
                </a:lnTo>
                <a:lnTo>
                  <a:pt x="4288" y="12890"/>
                </a:lnTo>
                <a:lnTo>
                  <a:pt x="4324" y="12953"/>
                </a:lnTo>
                <a:lnTo>
                  <a:pt x="4359" y="13013"/>
                </a:lnTo>
                <a:lnTo>
                  <a:pt x="4395" y="13072"/>
                </a:lnTo>
                <a:lnTo>
                  <a:pt x="4430" y="13131"/>
                </a:lnTo>
                <a:lnTo>
                  <a:pt x="4464" y="13189"/>
                </a:lnTo>
                <a:lnTo>
                  <a:pt x="4497" y="13248"/>
                </a:lnTo>
                <a:lnTo>
                  <a:pt x="4530" y="13308"/>
                </a:lnTo>
                <a:lnTo>
                  <a:pt x="4561" y="13368"/>
                </a:lnTo>
                <a:lnTo>
                  <a:pt x="4592" y="13430"/>
                </a:lnTo>
                <a:lnTo>
                  <a:pt x="4622" y="13493"/>
                </a:lnTo>
                <a:lnTo>
                  <a:pt x="4651" y="13559"/>
                </a:lnTo>
                <a:lnTo>
                  <a:pt x="4650" y="13610"/>
                </a:lnTo>
                <a:lnTo>
                  <a:pt x="4649" y="13661"/>
                </a:lnTo>
                <a:lnTo>
                  <a:pt x="4647" y="13712"/>
                </a:lnTo>
                <a:lnTo>
                  <a:pt x="4644" y="13764"/>
                </a:lnTo>
                <a:lnTo>
                  <a:pt x="4640" y="13816"/>
                </a:lnTo>
                <a:lnTo>
                  <a:pt x="4636" y="13868"/>
                </a:lnTo>
                <a:lnTo>
                  <a:pt x="4631" y="13921"/>
                </a:lnTo>
                <a:lnTo>
                  <a:pt x="4625" y="13973"/>
                </a:lnTo>
                <a:lnTo>
                  <a:pt x="4613" y="14079"/>
                </a:lnTo>
                <a:lnTo>
                  <a:pt x="4597" y="14186"/>
                </a:lnTo>
                <a:lnTo>
                  <a:pt x="4582" y="14293"/>
                </a:lnTo>
                <a:lnTo>
                  <a:pt x="4565" y="14400"/>
                </a:lnTo>
                <a:lnTo>
                  <a:pt x="4546" y="14508"/>
                </a:lnTo>
                <a:lnTo>
                  <a:pt x="4528" y="14617"/>
                </a:lnTo>
                <a:lnTo>
                  <a:pt x="4509" y="14725"/>
                </a:lnTo>
                <a:lnTo>
                  <a:pt x="4492" y="14835"/>
                </a:lnTo>
                <a:lnTo>
                  <a:pt x="4475" y="14944"/>
                </a:lnTo>
                <a:lnTo>
                  <a:pt x="4458" y="15053"/>
                </a:lnTo>
                <a:lnTo>
                  <a:pt x="4444" y="15162"/>
                </a:lnTo>
                <a:lnTo>
                  <a:pt x="4432" y="15271"/>
                </a:ln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8681" name="Rectangle 9">
            <a:extLst>
              <a:ext uri="{FF2B5EF4-FFF2-40B4-BE49-F238E27FC236}">
                <a16:creationId xmlns:a16="http://schemas.microsoft.com/office/drawing/2014/main" id="{938C608E-C356-44AA-9D7A-170DEF181102}"/>
              </a:ext>
            </a:extLst>
          </p:cNvPr>
          <p:cNvSpPr>
            <a:spLocks noChangeArrowheads="1"/>
          </p:cNvSpPr>
          <p:nvPr/>
        </p:nvSpPr>
        <p:spPr bwMode="auto">
          <a:xfrm>
            <a:off x="6858000" y="5715000"/>
            <a:ext cx="2133600" cy="10668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8675"/>
                                        </p:tgtEl>
                                        <p:attrNameLst>
                                          <p:attrName>style.visibility</p:attrName>
                                        </p:attrNameLst>
                                      </p:cBhvr>
                                      <p:to>
                                        <p:strVal val="visible"/>
                                      </p:to>
                                    </p:set>
                                    <p:animEffect transition="in" filter="fade">
                                      <p:cBhvr>
                                        <p:cTn id="7" dur="1000"/>
                                        <p:tgtEl>
                                          <p:spTgt spid="28675"/>
                                        </p:tgtEl>
                                      </p:cBhvr>
                                    </p:animEffect>
                                    <p:anim calcmode="lin" valueType="num">
                                      <p:cBhvr>
                                        <p:cTn id="8" dur="1000" fill="hold"/>
                                        <p:tgtEl>
                                          <p:spTgt spid="28675"/>
                                        </p:tgtEl>
                                        <p:attrNameLst>
                                          <p:attrName>ppt_x</p:attrName>
                                        </p:attrNameLst>
                                      </p:cBhvr>
                                      <p:tavLst>
                                        <p:tav tm="0">
                                          <p:val>
                                            <p:strVal val="#ppt_x"/>
                                          </p:val>
                                        </p:tav>
                                        <p:tav tm="100000">
                                          <p:val>
                                            <p:strVal val="#ppt_x"/>
                                          </p:val>
                                        </p:tav>
                                      </p:tavLst>
                                    </p:anim>
                                    <p:anim calcmode="lin" valueType="num">
                                      <p:cBhvr>
                                        <p:cTn id="9" dur="1000" fill="hold"/>
                                        <p:tgtEl>
                                          <p:spTgt spid="2867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28676"/>
                                        </p:tgtEl>
                                        <p:attrNameLst>
                                          <p:attrName>style.visibility</p:attrName>
                                        </p:attrNameLst>
                                      </p:cBhvr>
                                      <p:to>
                                        <p:strVal val="visible"/>
                                      </p:to>
                                    </p:set>
                                    <p:anim calcmode="lin" valueType="num">
                                      <p:cBhvr>
                                        <p:cTn id="14" dur="500" fill="hold"/>
                                        <p:tgtEl>
                                          <p:spTgt spid="28676"/>
                                        </p:tgtEl>
                                        <p:attrNameLst>
                                          <p:attrName>ppt_w</p:attrName>
                                        </p:attrNameLst>
                                      </p:cBhvr>
                                      <p:tavLst>
                                        <p:tav tm="0">
                                          <p:val>
                                            <p:fltVal val="0"/>
                                          </p:val>
                                        </p:tav>
                                        <p:tav tm="100000">
                                          <p:val>
                                            <p:strVal val="#ppt_w"/>
                                          </p:val>
                                        </p:tav>
                                      </p:tavLst>
                                    </p:anim>
                                    <p:anim calcmode="lin" valueType="num">
                                      <p:cBhvr>
                                        <p:cTn id="15" dur="500" fill="hold"/>
                                        <p:tgtEl>
                                          <p:spTgt spid="28676"/>
                                        </p:tgtEl>
                                        <p:attrNameLst>
                                          <p:attrName>ppt_h</p:attrName>
                                        </p:attrNameLst>
                                      </p:cBhvr>
                                      <p:tavLst>
                                        <p:tav tm="0">
                                          <p:val>
                                            <p:fltVal val="0"/>
                                          </p:val>
                                        </p:tav>
                                        <p:tav tm="100000">
                                          <p:val>
                                            <p:strVal val="#ppt_h"/>
                                          </p:val>
                                        </p:tav>
                                      </p:tavLst>
                                    </p:anim>
                                    <p:animEffect transition="in" filter="fade">
                                      <p:cBhvr>
                                        <p:cTn id="16" dur="500"/>
                                        <p:tgtEl>
                                          <p:spTgt spid="2867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grpId="0" nodeType="clickEffect">
                                  <p:stCondLst>
                                    <p:cond delay="0"/>
                                  </p:stCondLst>
                                  <p:childTnLst>
                                    <p:set>
                                      <p:cBhvr>
                                        <p:cTn id="20" dur="1" fill="hold">
                                          <p:stCondLst>
                                            <p:cond delay="0"/>
                                          </p:stCondLst>
                                        </p:cTn>
                                        <p:tgtEl>
                                          <p:spTgt spid="28680"/>
                                        </p:tgtEl>
                                        <p:attrNameLst>
                                          <p:attrName>style.visibility</p:attrName>
                                        </p:attrNameLst>
                                      </p:cBhvr>
                                      <p:to>
                                        <p:strVal val="visible"/>
                                      </p:to>
                                    </p:set>
                                    <p:animEffect transition="in" filter="wipe(down)">
                                      <p:cBhvr>
                                        <p:cTn id="21" dur="500"/>
                                        <p:tgtEl>
                                          <p:spTgt spid="28680"/>
                                        </p:tgtEl>
                                      </p:cBhvr>
                                    </p:animEffect>
                                  </p:childTnLst>
                                </p:cTn>
                              </p:par>
                            </p:childTnLst>
                          </p:cTn>
                        </p:par>
                      </p:childTnLst>
                    </p:cTn>
                  </p:par>
                  <p:par>
                    <p:cTn id="22" fill="hold">
                      <p:stCondLst>
                        <p:cond delay="indefinite"/>
                      </p:stCondLst>
                      <p:childTnLst>
                        <p:par>
                          <p:cTn id="23" fill="hold">
                            <p:stCondLst>
                              <p:cond delay="0"/>
                            </p:stCondLst>
                            <p:childTnLst>
                              <p:par>
                                <p:cTn id="24" presetID="53" presetClass="entr" presetSubtype="16" fill="hold" grpId="0" nodeType="clickEffect">
                                  <p:stCondLst>
                                    <p:cond delay="0"/>
                                  </p:stCondLst>
                                  <p:childTnLst>
                                    <p:set>
                                      <p:cBhvr>
                                        <p:cTn id="25" dur="1" fill="hold">
                                          <p:stCondLst>
                                            <p:cond delay="0"/>
                                          </p:stCondLst>
                                        </p:cTn>
                                        <p:tgtEl>
                                          <p:spTgt spid="28677"/>
                                        </p:tgtEl>
                                        <p:attrNameLst>
                                          <p:attrName>style.visibility</p:attrName>
                                        </p:attrNameLst>
                                      </p:cBhvr>
                                      <p:to>
                                        <p:strVal val="visible"/>
                                      </p:to>
                                    </p:set>
                                    <p:anim calcmode="lin" valueType="num">
                                      <p:cBhvr>
                                        <p:cTn id="26" dur="500" fill="hold"/>
                                        <p:tgtEl>
                                          <p:spTgt spid="28677"/>
                                        </p:tgtEl>
                                        <p:attrNameLst>
                                          <p:attrName>ppt_w</p:attrName>
                                        </p:attrNameLst>
                                      </p:cBhvr>
                                      <p:tavLst>
                                        <p:tav tm="0">
                                          <p:val>
                                            <p:fltVal val="0"/>
                                          </p:val>
                                        </p:tav>
                                        <p:tav tm="100000">
                                          <p:val>
                                            <p:strVal val="#ppt_w"/>
                                          </p:val>
                                        </p:tav>
                                      </p:tavLst>
                                    </p:anim>
                                    <p:anim calcmode="lin" valueType="num">
                                      <p:cBhvr>
                                        <p:cTn id="27" dur="500" fill="hold"/>
                                        <p:tgtEl>
                                          <p:spTgt spid="28677"/>
                                        </p:tgtEl>
                                        <p:attrNameLst>
                                          <p:attrName>ppt_h</p:attrName>
                                        </p:attrNameLst>
                                      </p:cBhvr>
                                      <p:tavLst>
                                        <p:tav tm="0">
                                          <p:val>
                                            <p:fltVal val="0"/>
                                          </p:val>
                                        </p:tav>
                                        <p:tav tm="100000">
                                          <p:val>
                                            <p:strVal val="#ppt_h"/>
                                          </p:val>
                                        </p:tav>
                                      </p:tavLst>
                                    </p:anim>
                                    <p:animEffect transition="in" filter="fade">
                                      <p:cBhvr>
                                        <p:cTn id="28"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p:bldP spid="28676" grpId="0" animBg="1"/>
      <p:bldP spid="28677" grpId="0" animBg="1"/>
      <p:bldP spid="28680"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7650" name="Slide Number Placeholder 2">
            <a:extLst>
              <a:ext uri="{FF2B5EF4-FFF2-40B4-BE49-F238E27FC236}">
                <a16:creationId xmlns:a16="http://schemas.microsoft.com/office/drawing/2014/main" id="{81225A23-D6EC-4D8D-A842-A02710A8FF7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393214E8-2CD1-48B0-AB28-67D0AAE5D4DA}" type="slidenum">
              <a:rPr lang="en-US" altLang="en-US" sz="1000">
                <a:solidFill>
                  <a:srgbClr val="66CCFF"/>
                </a:solidFill>
              </a:rPr>
              <a:pPr/>
              <a:t>21</a:t>
            </a:fld>
            <a:endParaRPr lang="en-US" altLang="en-US" sz="1000">
              <a:solidFill>
                <a:srgbClr val="66CCFF"/>
              </a:solidFill>
            </a:endParaRPr>
          </a:p>
        </p:txBody>
      </p:sp>
      <p:sp>
        <p:nvSpPr>
          <p:cNvPr id="27651" name="Rectangle 29">
            <a:extLst>
              <a:ext uri="{FF2B5EF4-FFF2-40B4-BE49-F238E27FC236}">
                <a16:creationId xmlns:a16="http://schemas.microsoft.com/office/drawing/2014/main" id="{7DAAF7A9-4A08-4D91-B3F0-5C526CF1BCB4}"/>
              </a:ext>
            </a:extLst>
          </p:cNvPr>
          <p:cNvSpPr>
            <a:spLocks noGrp="1" noChangeArrowheads="1"/>
          </p:cNvSpPr>
          <p:nvPr>
            <p:ph type="title"/>
          </p:nvPr>
        </p:nvSpPr>
        <p:spPr/>
        <p:txBody>
          <a:bodyPr/>
          <a:lstStyle/>
          <a:p>
            <a:pPr eaLnBrk="1" hangingPunct="1"/>
            <a:r>
              <a:rPr lang="en-US" altLang="en-US" dirty="0"/>
              <a:t>Why:  Perception is Everything</a:t>
            </a:r>
            <a:endParaRPr lang="en-US" altLang="en-US" dirty="0">
              <a:solidFill>
                <a:schemeClr val="bg1"/>
              </a:solidFill>
            </a:endParaRPr>
          </a:p>
        </p:txBody>
      </p:sp>
      <p:sp>
        <p:nvSpPr>
          <p:cNvPr id="27652" name="Freeform 15">
            <a:extLst>
              <a:ext uri="{FF2B5EF4-FFF2-40B4-BE49-F238E27FC236}">
                <a16:creationId xmlns:a16="http://schemas.microsoft.com/office/drawing/2014/main" id="{7BEB6F3E-E21F-4BC5-8F58-DA47D5BD348F}"/>
              </a:ext>
            </a:extLst>
          </p:cNvPr>
          <p:cNvSpPr>
            <a:spLocks/>
          </p:cNvSpPr>
          <p:nvPr/>
        </p:nvSpPr>
        <p:spPr bwMode="auto">
          <a:xfrm>
            <a:off x="3506788" y="4703763"/>
            <a:ext cx="2763837" cy="1252537"/>
          </a:xfrm>
          <a:custGeom>
            <a:avLst/>
            <a:gdLst>
              <a:gd name="T0" fmla="*/ 2147483647 w 15840"/>
              <a:gd name="T1" fmla="*/ 2147483647 h 7173"/>
              <a:gd name="T2" fmla="*/ 2147483647 w 15840"/>
              <a:gd name="T3" fmla="*/ 2147483647 h 7173"/>
              <a:gd name="T4" fmla="*/ 2147483647 w 15840"/>
              <a:gd name="T5" fmla="*/ 2147483647 h 7173"/>
              <a:gd name="T6" fmla="*/ 2147483647 w 15840"/>
              <a:gd name="T7" fmla="*/ 2147483647 h 7173"/>
              <a:gd name="T8" fmla="*/ 2147483647 w 15840"/>
              <a:gd name="T9" fmla="*/ 2147483647 h 7173"/>
              <a:gd name="T10" fmla="*/ 2147483647 w 15840"/>
              <a:gd name="T11" fmla="*/ 2147483647 h 7173"/>
              <a:gd name="T12" fmla="*/ 0 w 15840"/>
              <a:gd name="T13" fmla="*/ 2147483647 h 7173"/>
              <a:gd name="T14" fmla="*/ 0 w 15840"/>
              <a:gd name="T15" fmla="*/ 2147483647 h 7173"/>
              <a:gd name="T16" fmla="*/ 2147483647 w 15840"/>
              <a:gd name="T17" fmla="*/ 2147483647 h 7173"/>
              <a:gd name="T18" fmla="*/ 2147483647 w 15840"/>
              <a:gd name="T19" fmla="*/ 2147483647 h 7173"/>
              <a:gd name="T20" fmla="*/ 2147483647 w 15840"/>
              <a:gd name="T21" fmla="*/ 2147483647 h 7173"/>
              <a:gd name="T22" fmla="*/ 2147483647 w 15840"/>
              <a:gd name="T23" fmla="*/ 2147483647 h 7173"/>
              <a:gd name="T24" fmla="*/ 2147483647 w 15840"/>
              <a:gd name="T25" fmla="*/ 2147483647 h 7173"/>
              <a:gd name="T26" fmla="*/ 2147483647 w 15840"/>
              <a:gd name="T27" fmla="*/ 2147483647 h 7173"/>
              <a:gd name="T28" fmla="*/ 2147483647 w 15840"/>
              <a:gd name="T29" fmla="*/ 2147483647 h 7173"/>
              <a:gd name="T30" fmla="*/ 2147483647 w 15840"/>
              <a:gd name="T31" fmla="*/ 2147483647 h 7173"/>
              <a:gd name="T32" fmla="*/ 2147483647 w 15840"/>
              <a:gd name="T33" fmla="*/ 2147483647 h 7173"/>
              <a:gd name="T34" fmla="*/ 2147483647 w 15840"/>
              <a:gd name="T35" fmla="*/ 2147483647 h 7173"/>
              <a:gd name="T36" fmla="*/ 2147483647 w 15840"/>
              <a:gd name="T37" fmla="*/ 2147483647 h 7173"/>
              <a:gd name="T38" fmla="*/ 2147483647 w 15840"/>
              <a:gd name="T39" fmla="*/ 2147483647 h 7173"/>
              <a:gd name="T40" fmla="*/ 2147483647 w 15840"/>
              <a:gd name="T41" fmla="*/ 2147483647 h 7173"/>
              <a:gd name="T42" fmla="*/ 2147483647 w 15840"/>
              <a:gd name="T43" fmla="*/ 2147483647 h 7173"/>
              <a:gd name="T44" fmla="*/ 2147483647 w 15840"/>
              <a:gd name="T45" fmla="*/ 2147483647 h 7173"/>
              <a:gd name="T46" fmla="*/ 2147483647 w 15840"/>
              <a:gd name="T47" fmla="*/ 2147483647 h 7173"/>
              <a:gd name="T48" fmla="*/ 2147483647 w 15840"/>
              <a:gd name="T49" fmla="*/ 2147483647 h 7173"/>
              <a:gd name="T50" fmla="*/ 2147483647 w 15840"/>
              <a:gd name="T51" fmla="*/ 2147483647 h 7173"/>
              <a:gd name="T52" fmla="*/ 2147483647 w 15840"/>
              <a:gd name="T53" fmla="*/ 2147483647 h 7173"/>
              <a:gd name="T54" fmla="*/ 2147483647 w 15840"/>
              <a:gd name="T55" fmla="*/ 0 h 7173"/>
              <a:gd name="T56" fmla="*/ 2147483647 w 15840"/>
              <a:gd name="T57" fmla="*/ 2147483647 h 7173"/>
              <a:gd name="T58" fmla="*/ 2147483647 w 15840"/>
              <a:gd name="T59" fmla="*/ 2147483647 h 7173"/>
              <a:gd name="T60" fmla="*/ 2147483647 w 15840"/>
              <a:gd name="T61" fmla="*/ 2147483647 h 7173"/>
              <a:gd name="T62" fmla="*/ 2147483647 w 15840"/>
              <a:gd name="T63" fmla="*/ 2147483647 h 7173"/>
              <a:gd name="T64" fmla="*/ 2147483647 w 15840"/>
              <a:gd name="T65" fmla="*/ 2147483647 h 7173"/>
              <a:gd name="T66" fmla="*/ 2147483647 w 15840"/>
              <a:gd name="T67" fmla="*/ 2147483647 h 7173"/>
              <a:gd name="T68" fmla="*/ 2147483647 w 15840"/>
              <a:gd name="T69" fmla="*/ 2147483647 h 7173"/>
              <a:gd name="T70" fmla="*/ 2147483647 w 15840"/>
              <a:gd name="T71" fmla="*/ 2147483647 h 7173"/>
              <a:gd name="T72" fmla="*/ 2147483647 w 15840"/>
              <a:gd name="T73" fmla="*/ 2147483647 h 7173"/>
              <a:gd name="T74" fmla="*/ 2147483647 w 15840"/>
              <a:gd name="T75" fmla="*/ 2147483647 h 7173"/>
              <a:gd name="T76" fmla="*/ 2147483647 w 15840"/>
              <a:gd name="T77" fmla="*/ 2147483647 h 7173"/>
              <a:gd name="T78" fmla="*/ 2147483647 w 15840"/>
              <a:gd name="T79" fmla="*/ 2147483647 h 7173"/>
              <a:gd name="T80" fmla="*/ 2147483647 w 15840"/>
              <a:gd name="T81" fmla="*/ 2147483647 h 7173"/>
              <a:gd name="T82" fmla="*/ 2147483647 w 15840"/>
              <a:gd name="T83" fmla="*/ 2147483647 h 7173"/>
              <a:gd name="T84" fmla="*/ 2147483647 w 15840"/>
              <a:gd name="T85" fmla="*/ 2147483647 h 7173"/>
              <a:gd name="T86" fmla="*/ 2147483647 w 15840"/>
              <a:gd name="T87" fmla="*/ 2147483647 h 7173"/>
              <a:gd name="T88" fmla="*/ 2147483647 w 15840"/>
              <a:gd name="T89" fmla="*/ 2147483647 h 7173"/>
              <a:gd name="T90" fmla="*/ 2147483647 w 15840"/>
              <a:gd name="T91" fmla="*/ 2147483647 h 7173"/>
              <a:gd name="T92" fmla="*/ 2147483647 w 15840"/>
              <a:gd name="T93" fmla="*/ 2147483647 h 7173"/>
              <a:gd name="T94" fmla="*/ 2147483647 w 15840"/>
              <a:gd name="T95" fmla="*/ 2147483647 h 7173"/>
              <a:gd name="T96" fmla="*/ 2147483647 w 15840"/>
              <a:gd name="T97" fmla="*/ 2147483647 h 7173"/>
              <a:gd name="T98" fmla="*/ 2147483647 w 15840"/>
              <a:gd name="T99" fmla="*/ 2147483647 h 7173"/>
              <a:gd name="T100" fmla="*/ 2147483647 w 15840"/>
              <a:gd name="T101" fmla="*/ 2147483647 h 7173"/>
              <a:gd name="T102" fmla="*/ 2147483647 w 15840"/>
              <a:gd name="T103" fmla="*/ 2147483647 h 7173"/>
              <a:gd name="T104" fmla="*/ 2147483647 w 15840"/>
              <a:gd name="T105" fmla="*/ 2147483647 h 7173"/>
              <a:gd name="T106" fmla="*/ 2147483647 w 15840"/>
              <a:gd name="T107" fmla="*/ 2147483647 h 7173"/>
              <a:gd name="T108" fmla="*/ 2147483647 w 15840"/>
              <a:gd name="T109" fmla="*/ 2147483647 h 7173"/>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5840"/>
              <a:gd name="T166" fmla="*/ 0 h 7173"/>
              <a:gd name="T167" fmla="*/ 15840 w 15840"/>
              <a:gd name="T168" fmla="*/ 7173 h 7173"/>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5840" h="7173">
                <a:moveTo>
                  <a:pt x="7225" y="7173"/>
                </a:moveTo>
                <a:lnTo>
                  <a:pt x="6989" y="7140"/>
                </a:lnTo>
                <a:lnTo>
                  <a:pt x="6754" y="7105"/>
                </a:lnTo>
                <a:lnTo>
                  <a:pt x="6525" y="7069"/>
                </a:lnTo>
                <a:lnTo>
                  <a:pt x="6296" y="7032"/>
                </a:lnTo>
                <a:lnTo>
                  <a:pt x="6071" y="6992"/>
                </a:lnTo>
                <a:lnTo>
                  <a:pt x="5849" y="6950"/>
                </a:lnTo>
                <a:lnTo>
                  <a:pt x="5628" y="6907"/>
                </a:lnTo>
                <a:lnTo>
                  <a:pt x="5410" y="6863"/>
                </a:lnTo>
                <a:lnTo>
                  <a:pt x="5192" y="6815"/>
                </a:lnTo>
                <a:lnTo>
                  <a:pt x="4976" y="6766"/>
                </a:lnTo>
                <a:lnTo>
                  <a:pt x="4762" y="6716"/>
                </a:lnTo>
                <a:lnTo>
                  <a:pt x="4549" y="6662"/>
                </a:lnTo>
                <a:lnTo>
                  <a:pt x="4335" y="6608"/>
                </a:lnTo>
                <a:lnTo>
                  <a:pt x="4122" y="6551"/>
                </a:lnTo>
                <a:lnTo>
                  <a:pt x="3909" y="6490"/>
                </a:lnTo>
                <a:lnTo>
                  <a:pt x="3695" y="6428"/>
                </a:lnTo>
                <a:lnTo>
                  <a:pt x="3584" y="6380"/>
                </a:lnTo>
                <a:lnTo>
                  <a:pt x="3472" y="6333"/>
                </a:lnTo>
                <a:lnTo>
                  <a:pt x="3362" y="6284"/>
                </a:lnTo>
                <a:lnTo>
                  <a:pt x="3251" y="6236"/>
                </a:lnTo>
                <a:lnTo>
                  <a:pt x="3140" y="6189"/>
                </a:lnTo>
                <a:lnTo>
                  <a:pt x="3029" y="6141"/>
                </a:lnTo>
                <a:lnTo>
                  <a:pt x="2919" y="6094"/>
                </a:lnTo>
                <a:lnTo>
                  <a:pt x="2809" y="6046"/>
                </a:lnTo>
                <a:lnTo>
                  <a:pt x="2698" y="5999"/>
                </a:lnTo>
                <a:lnTo>
                  <a:pt x="2588" y="5951"/>
                </a:lnTo>
                <a:lnTo>
                  <a:pt x="2478" y="5905"/>
                </a:lnTo>
                <a:lnTo>
                  <a:pt x="2367" y="5857"/>
                </a:lnTo>
                <a:lnTo>
                  <a:pt x="2258" y="5810"/>
                </a:lnTo>
                <a:lnTo>
                  <a:pt x="2147" y="5764"/>
                </a:lnTo>
                <a:lnTo>
                  <a:pt x="2037" y="5716"/>
                </a:lnTo>
                <a:lnTo>
                  <a:pt x="1927" y="5669"/>
                </a:lnTo>
                <a:lnTo>
                  <a:pt x="1672" y="5507"/>
                </a:lnTo>
                <a:lnTo>
                  <a:pt x="1444" y="5362"/>
                </a:lnTo>
                <a:lnTo>
                  <a:pt x="1241" y="5231"/>
                </a:lnTo>
                <a:lnTo>
                  <a:pt x="1061" y="5115"/>
                </a:lnTo>
                <a:lnTo>
                  <a:pt x="902" y="5012"/>
                </a:lnTo>
                <a:lnTo>
                  <a:pt x="762" y="4921"/>
                </a:lnTo>
                <a:lnTo>
                  <a:pt x="638" y="4842"/>
                </a:lnTo>
                <a:lnTo>
                  <a:pt x="531" y="4772"/>
                </a:lnTo>
                <a:lnTo>
                  <a:pt x="438" y="4711"/>
                </a:lnTo>
                <a:lnTo>
                  <a:pt x="355" y="4659"/>
                </a:lnTo>
                <a:lnTo>
                  <a:pt x="283" y="4615"/>
                </a:lnTo>
                <a:lnTo>
                  <a:pt x="219" y="4575"/>
                </a:lnTo>
                <a:lnTo>
                  <a:pt x="159" y="4541"/>
                </a:lnTo>
                <a:lnTo>
                  <a:pt x="104" y="4511"/>
                </a:lnTo>
                <a:lnTo>
                  <a:pt x="53" y="4484"/>
                </a:lnTo>
                <a:lnTo>
                  <a:pt x="0" y="4459"/>
                </a:lnTo>
                <a:lnTo>
                  <a:pt x="0" y="4433"/>
                </a:lnTo>
                <a:lnTo>
                  <a:pt x="0" y="4406"/>
                </a:lnTo>
                <a:lnTo>
                  <a:pt x="0" y="4379"/>
                </a:lnTo>
                <a:lnTo>
                  <a:pt x="0" y="4352"/>
                </a:lnTo>
                <a:lnTo>
                  <a:pt x="0" y="4325"/>
                </a:lnTo>
                <a:lnTo>
                  <a:pt x="0" y="4299"/>
                </a:lnTo>
                <a:lnTo>
                  <a:pt x="0" y="4272"/>
                </a:lnTo>
                <a:lnTo>
                  <a:pt x="0" y="4245"/>
                </a:lnTo>
                <a:lnTo>
                  <a:pt x="25" y="4240"/>
                </a:lnTo>
                <a:lnTo>
                  <a:pt x="51" y="4236"/>
                </a:lnTo>
                <a:lnTo>
                  <a:pt x="76" y="4231"/>
                </a:lnTo>
                <a:lnTo>
                  <a:pt x="102" y="4228"/>
                </a:lnTo>
                <a:lnTo>
                  <a:pt x="128" y="4225"/>
                </a:lnTo>
                <a:lnTo>
                  <a:pt x="154" y="4222"/>
                </a:lnTo>
                <a:lnTo>
                  <a:pt x="181" y="4219"/>
                </a:lnTo>
                <a:lnTo>
                  <a:pt x="208" y="4216"/>
                </a:lnTo>
                <a:lnTo>
                  <a:pt x="215" y="4239"/>
                </a:lnTo>
                <a:lnTo>
                  <a:pt x="223" y="4264"/>
                </a:lnTo>
                <a:lnTo>
                  <a:pt x="234" y="4289"/>
                </a:lnTo>
                <a:lnTo>
                  <a:pt x="244" y="4316"/>
                </a:lnTo>
                <a:lnTo>
                  <a:pt x="453" y="4370"/>
                </a:lnTo>
                <a:lnTo>
                  <a:pt x="660" y="4420"/>
                </a:lnTo>
                <a:lnTo>
                  <a:pt x="869" y="4466"/>
                </a:lnTo>
                <a:lnTo>
                  <a:pt x="1079" y="4508"/>
                </a:lnTo>
                <a:lnTo>
                  <a:pt x="1288" y="4547"/>
                </a:lnTo>
                <a:lnTo>
                  <a:pt x="1497" y="4581"/>
                </a:lnTo>
                <a:lnTo>
                  <a:pt x="1706" y="4611"/>
                </a:lnTo>
                <a:lnTo>
                  <a:pt x="1916" y="4639"/>
                </a:lnTo>
                <a:lnTo>
                  <a:pt x="2126" y="4662"/>
                </a:lnTo>
                <a:lnTo>
                  <a:pt x="2337" y="4681"/>
                </a:lnTo>
                <a:lnTo>
                  <a:pt x="2547" y="4697"/>
                </a:lnTo>
                <a:lnTo>
                  <a:pt x="2758" y="4710"/>
                </a:lnTo>
                <a:lnTo>
                  <a:pt x="2969" y="4718"/>
                </a:lnTo>
                <a:lnTo>
                  <a:pt x="3180" y="4724"/>
                </a:lnTo>
                <a:lnTo>
                  <a:pt x="3391" y="4725"/>
                </a:lnTo>
                <a:lnTo>
                  <a:pt x="3602" y="4724"/>
                </a:lnTo>
                <a:lnTo>
                  <a:pt x="3813" y="4718"/>
                </a:lnTo>
                <a:lnTo>
                  <a:pt x="4024" y="4710"/>
                </a:lnTo>
                <a:lnTo>
                  <a:pt x="4236" y="4697"/>
                </a:lnTo>
                <a:lnTo>
                  <a:pt x="4448" y="4682"/>
                </a:lnTo>
                <a:lnTo>
                  <a:pt x="4659" y="4663"/>
                </a:lnTo>
                <a:lnTo>
                  <a:pt x="4872" y="4641"/>
                </a:lnTo>
                <a:lnTo>
                  <a:pt x="5084" y="4616"/>
                </a:lnTo>
                <a:lnTo>
                  <a:pt x="5296" y="4588"/>
                </a:lnTo>
                <a:lnTo>
                  <a:pt x="5508" y="4555"/>
                </a:lnTo>
                <a:lnTo>
                  <a:pt x="5720" y="4520"/>
                </a:lnTo>
                <a:lnTo>
                  <a:pt x="5934" y="4482"/>
                </a:lnTo>
                <a:lnTo>
                  <a:pt x="6146" y="4441"/>
                </a:lnTo>
                <a:lnTo>
                  <a:pt x="6358" y="4397"/>
                </a:lnTo>
                <a:lnTo>
                  <a:pt x="6571" y="4349"/>
                </a:lnTo>
                <a:lnTo>
                  <a:pt x="6784" y="4299"/>
                </a:lnTo>
                <a:lnTo>
                  <a:pt x="6997" y="4245"/>
                </a:lnTo>
                <a:lnTo>
                  <a:pt x="7004" y="4224"/>
                </a:lnTo>
                <a:lnTo>
                  <a:pt x="7012" y="4203"/>
                </a:lnTo>
                <a:lnTo>
                  <a:pt x="7021" y="4183"/>
                </a:lnTo>
                <a:lnTo>
                  <a:pt x="7033" y="4166"/>
                </a:lnTo>
                <a:lnTo>
                  <a:pt x="7182" y="4132"/>
                </a:lnTo>
                <a:lnTo>
                  <a:pt x="7329" y="4096"/>
                </a:lnTo>
                <a:lnTo>
                  <a:pt x="7474" y="4057"/>
                </a:lnTo>
                <a:lnTo>
                  <a:pt x="7616" y="4019"/>
                </a:lnTo>
                <a:lnTo>
                  <a:pt x="7757" y="3977"/>
                </a:lnTo>
                <a:lnTo>
                  <a:pt x="7897" y="3934"/>
                </a:lnTo>
                <a:lnTo>
                  <a:pt x="8033" y="3890"/>
                </a:lnTo>
                <a:lnTo>
                  <a:pt x="8170" y="3843"/>
                </a:lnTo>
                <a:lnTo>
                  <a:pt x="8304" y="3795"/>
                </a:lnTo>
                <a:lnTo>
                  <a:pt x="8437" y="3745"/>
                </a:lnTo>
                <a:lnTo>
                  <a:pt x="8569" y="3694"/>
                </a:lnTo>
                <a:lnTo>
                  <a:pt x="8699" y="3640"/>
                </a:lnTo>
                <a:lnTo>
                  <a:pt x="8829" y="3584"/>
                </a:lnTo>
                <a:lnTo>
                  <a:pt x="8957" y="3528"/>
                </a:lnTo>
                <a:lnTo>
                  <a:pt x="9085" y="3469"/>
                </a:lnTo>
                <a:lnTo>
                  <a:pt x="9212" y="3408"/>
                </a:lnTo>
                <a:lnTo>
                  <a:pt x="9338" y="3345"/>
                </a:lnTo>
                <a:lnTo>
                  <a:pt x="9464" y="3281"/>
                </a:lnTo>
                <a:lnTo>
                  <a:pt x="9590" y="3215"/>
                </a:lnTo>
                <a:lnTo>
                  <a:pt x="9716" y="3147"/>
                </a:lnTo>
                <a:lnTo>
                  <a:pt x="9840" y="3077"/>
                </a:lnTo>
                <a:lnTo>
                  <a:pt x="9965" y="3006"/>
                </a:lnTo>
                <a:lnTo>
                  <a:pt x="10090" y="2931"/>
                </a:lnTo>
                <a:lnTo>
                  <a:pt x="10216" y="2857"/>
                </a:lnTo>
                <a:lnTo>
                  <a:pt x="10341" y="2779"/>
                </a:lnTo>
                <a:lnTo>
                  <a:pt x="10467" y="2699"/>
                </a:lnTo>
                <a:lnTo>
                  <a:pt x="10594" y="2618"/>
                </a:lnTo>
                <a:lnTo>
                  <a:pt x="10721" y="2535"/>
                </a:lnTo>
                <a:lnTo>
                  <a:pt x="10848" y="2450"/>
                </a:lnTo>
                <a:lnTo>
                  <a:pt x="10976" y="2363"/>
                </a:lnTo>
                <a:lnTo>
                  <a:pt x="11105" y="2274"/>
                </a:lnTo>
                <a:lnTo>
                  <a:pt x="11236" y="2183"/>
                </a:lnTo>
                <a:lnTo>
                  <a:pt x="11297" y="2132"/>
                </a:lnTo>
                <a:lnTo>
                  <a:pt x="11357" y="2083"/>
                </a:lnTo>
                <a:lnTo>
                  <a:pt x="11419" y="2033"/>
                </a:lnTo>
                <a:lnTo>
                  <a:pt x="11480" y="1983"/>
                </a:lnTo>
                <a:lnTo>
                  <a:pt x="11540" y="1934"/>
                </a:lnTo>
                <a:lnTo>
                  <a:pt x="11600" y="1884"/>
                </a:lnTo>
                <a:lnTo>
                  <a:pt x="11659" y="1832"/>
                </a:lnTo>
                <a:lnTo>
                  <a:pt x="11716" y="1780"/>
                </a:lnTo>
                <a:lnTo>
                  <a:pt x="11772" y="1727"/>
                </a:lnTo>
                <a:lnTo>
                  <a:pt x="11826" y="1673"/>
                </a:lnTo>
                <a:lnTo>
                  <a:pt x="11853" y="1645"/>
                </a:lnTo>
                <a:lnTo>
                  <a:pt x="11878" y="1617"/>
                </a:lnTo>
                <a:lnTo>
                  <a:pt x="11903" y="1587"/>
                </a:lnTo>
                <a:lnTo>
                  <a:pt x="11927" y="1558"/>
                </a:lnTo>
                <a:lnTo>
                  <a:pt x="11952" y="1529"/>
                </a:lnTo>
                <a:lnTo>
                  <a:pt x="11974" y="1499"/>
                </a:lnTo>
                <a:lnTo>
                  <a:pt x="11996" y="1467"/>
                </a:lnTo>
                <a:lnTo>
                  <a:pt x="12018" y="1436"/>
                </a:lnTo>
                <a:lnTo>
                  <a:pt x="12038" y="1403"/>
                </a:lnTo>
                <a:lnTo>
                  <a:pt x="12058" y="1371"/>
                </a:lnTo>
                <a:lnTo>
                  <a:pt x="12078" y="1337"/>
                </a:lnTo>
                <a:lnTo>
                  <a:pt x="12095" y="1302"/>
                </a:lnTo>
                <a:lnTo>
                  <a:pt x="12116" y="1302"/>
                </a:lnTo>
                <a:lnTo>
                  <a:pt x="12140" y="1302"/>
                </a:lnTo>
                <a:lnTo>
                  <a:pt x="12163" y="1302"/>
                </a:lnTo>
                <a:lnTo>
                  <a:pt x="12189" y="1302"/>
                </a:lnTo>
                <a:lnTo>
                  <a:pt x="12179" y="1253"/>
                </a:lnTo>
                <a:lnTo>
                  <a:pt x="12166" y="1204"/>
                </a:lnTo>
                <a:lnTo>
                  <a:pt x="12152" y="1157"/>
                </a:lnTo>
                <a:lnTo>
                  <a:pt x="12135" y="1111"/>
                </a:lnTo>
                <a:lnTo>
                  <a:pt x="12115" y="1066"/>
                </a:lnTo>
                <a:lnTo>
                  <a:pt x="12094" y="1022"/>
                </a:lnTo>
                <a:lnTo>
                  <a:pt x="12072" y="980"/>
                </a:lnTo>
                <a:lnTo>
                  <a:pt x="12047" y="938"/>
                </a:lnTo>
                <a:lnTo>
                  <a:pt x="12022" y="896"/>
                </a:lnTo>
                <a:lnTo>
                  <a:pt x="11995" y="855"/>
                </a:lnTo>
                <a:lnTo>
                  <a:pt x="11968" y="816"/>
                </a:lnTo>
                <a:lnTo>
                  <a:pt x="11940" y="777"/>
                </a:lnTo>
                <a:lnTo>
                  <a:pt x="11882" y="699"/>
                </a:lnTo>
                <a:lnTo>
                  <a:pt x="11825" y="624"/>
                </a:lnTo>
                <a:lnTo>
                  <a:pt x="11797" y="586"/>
                </a:lnTo>
                <a:lnTo>
                  <a:pt x="11769" y="549"/>
                </a:lnTo>
                <a:lnTo>
                  <a:pt x="11742" y="512"/>
                </a:lnTo>
                <a:lnTo>
                  <a:pt x="11716" y="474"/>
                </a:lnTo>
                <a:lnTo>
                  <a:pt x="11691" y="437"/>
                </a:lnTo>
                <a:lnTo>
                  <a:pt x="11667" y="400"/>
                </a:lnTo>
                <a:lnTo>
                  <a:pt x="11646" y="362"/>
                </a:lnTo>
                <a:lnTo>
                  <a:pt x="11627" y="324"/>
                </a:lnTo>
                <a:lnTo>
                  <a:pt x="11609" y="285"/>
                </a:lnTo>
                <a:lnTo>
                  <a:pt x="11593" y="246"/>
                </a:lnTo>
                <a:lnTo>
                  <a:pt x="11580" y="207"/>
                </a:lnTo>
                <a:lnTo>
                  <a:pt x="11569" y="167"/>
                </a:lnTo>
                <a:lnTo>
                  <a:pt x="11561" y="126"/>
                </a:lnTo>
                <a:lnTo>
                  <a:pt x="11558" y="85"/>
                </a:lnTo>
                <a:lnTo>
                  <a:pt x="11555" y="43"/>
                </a:lnTo>
                <a:lnTo>
                  <a:pt x="11558" y="0"/>
                </a:lnTo>
                <a:lnTo>
                  <a:pt x="11585" y="0"/>
                </a:lnTo>
                <a:lnTo>
                  <a:pt x="11613" y="0"/>
                </a:lnTo>
                <a:lnTo>
                  <a:pt x="11642" y="0"/>
                </a:lnTo>
                <a:lnTo>
                  <a:pt x="11673" y="0"/>
                </a:lnTo>
                <a:lnTo>
                  <a:pt x="11690" y="26"/>
                </a:lnTo>
                <a:lnTo>
                  <a:pt x="11721" y="58"/>
                </a:lnTo>
                <a:lnTo>
                  <a:pt x="11768" y="95"/>
                </a:lnTo>
                <a:lnTo>
                  <a:pt x="11828" y="140"/>
                </a:lnTo>
                <a:lnTo>
                  <a:pt x="11901" y="188"/>
                </a:lnTo>
                <a:lnTo>
                  <a:pt x="11985" y="241"/>
                </a:lnTo>
                <a:lnTo>
                  <a:pt x="12079" y="299"/>
                </a:lnTo>
                <a:lnTo>
                  <a:pt x="12184" y="360"/>
                </a:lnTo>
                <a:lnTo>
                  <a:pt x="12298" y="425"/>
                </a:lnTo>
                <a:lnTo>
                  <a:pt x="12419" y="493"/>
                </a:lnTo>
                <a:lnTo>
                  <a:pt x="12548" y="564"/>
                </a:lnTo>
                <a:lnTo>
                  <a:pt x="12683" y="636"/>
                </a:lnTo>
                <a:lnTo>
                  <a:pt x="12823" y="712"/>
                </a:lnTo>
                <a:lnTo>
                  <a:pt x="12967" y="788"/>
                </a:lnTo>
                <a:lnTo>
                  <a:pt x="13115" y="866"/>
                </a:lnTo>
                <a:lnTo>
                  <a:pt x="13266" y="944"/>
                </a:lnTo>
                <a:lnTo>
                  <a:pt x="13571" y="1100"/>
                </a:lnTo>
                <a:lnTo>
                  <a:pt x="13874" y="1255"/>
                </a:lnTo>
                <a:lnTo>
                  <a:pt x="14171" y="1406"/>
                </a:lnTo>
                <a:lnTo>
                  <a:pt x="14450" y="1547"/>
                </a:lnTo>
                <a:lnTo>
                  <a:pt x="14707" y="1677"/>
                </a:lnTo>
                <a:lnTo>
                  <a:pt x="14934" y="1793"/>
                </a:lnTo>
                <a:lnTo>
                  <a:pt x="15033" y="1844"/>
                </a:lnTo>
                <a:lnTo>
                  <a:pt x="15123" y="1891"/>
                </a:lnTo>
                <a:lnTo>
                  <a:pt x="15201" y="1932"/>
                </a:lnTo>
                <a:lnTo>
                  <a:pt x="15268" y="1969"/>
                </a:lnTo>
                <a:lnTo>
                  <a:pt x="15332" y="1969"/>
                </a:lnTo>
                <a:lnTo>
                  <a:pt x="15391" y="1970"/>
                </a:lnTo>
                <a:lnTo>
                  <a:pt x="15445" y="1972"/>
                </a:lnTo>
                <a:lnTo>
                  <a:pt x="15494" y="1976"/>
                </a:lnTo>
                <a:lnTo>
                  <a:pt x="15517" y="1979"/>
                </a:lnTo>
                <a:lnTo>
                  <a:pt x="15538" y="1983"/>
                </a:lnTo>
                <a:lnTo>
                  <a:pt x="15559" y="1987"/>
                </a:lnTo>
                <a:lnTo>
                  <a:pt x="15579" y="1993"/>
                </a:lnTo>
                <a:lnTo>
                  <a:pt x="15598" y="2000"/>
                </a:lnTo>
                <a:lnTo>
                  <a:pt x="15615" y="2007"/>
                </a:lnTo>
                <a:lnTo>
                  <a:pt x="15633" y="2015"/>
                </a:lnTo>
                <a:lnTo>
                  <a:pt x="15649" y="2026"/>
                </a:lnTo>
                <a:lnTo>
                  <a:pt x="15664" y="2036"/>
                </a:lnTo>
                <a:lnTo>
                  <a:pt x="15679" y="2049"/>
                </a:lnTo>
                <a:lnTo>
                  <a:pt x="15693" y="2063"/>
                </a:lnTo>
                <a:lnTo>
                  <a:pt x="15706" y="2078"/>
                </a:lnTo>
                <a:lnTo>
                  <a:pt x="15719" y="2094"/>
                </a:lnTo>
                <a:lnTo>
                  <a:pt x="15730" y="2113"/>
                </a:lnTo>
                <a:lnTo>
                  <a:pt x="15742" y="2133"/>
                </a:lnTo>
                <a:lnTo>
                  <a:pt x="15753" y="2155"/>
                </a:lnTo>
                <a:lnTo>
                  <a:pt x="15763" y="2180"/>
                </a:lnTo>
                <a:lnTo>
                  <a:pt x="15774" y="2205"/>
                </a:lnTo>
                <a:lnTo>
                  <a:pt x="15783" y="2233"/>
                </a:lnTo>
                <a:lnTo>
                  <a:pt x="15792" y="2262"/>
                </a:lnTo>
                <a:lnTo>
                  <a:pt x="15800" y="2295"/>
                </a:lnTo>
                <a:lnTo>
                  <a:pt x="15810" y="2329"/>
                </a:lnTo>
                <a:lnTo>
                  <a:pt x="15818" y="2366"/>
                </a:lnTo>
                <a:lnTo>
                  <a:pt x="15826" y="2405"/>
                </a:lnTo>
                <a:lnTo>
                  <a:pt x="15799" y="2416"/>
                </a:lnTo>
                <a:lnTo>
                  <a:pt x="15774" y="2427"/>
                </a:lnTo>
                <a:lnTo>
                  <a:pt x="15748" y="2437"/>
                </a:lnTo>
                <a:lnTo>
                  <a:pt x="15726" y="2448"/>
                </a:lnTo>
                <a:lnTo>
                  <a:pt x="15728" y="2568"/>
                </a:lnTo>
                <a:lnTo>
                  <a:pt x="15730" y="2691"/>
                </a:lnTo>
                <a:lnTo>
                  <a:pt x="15735" y="2817"/>
                </a:lnTo>
                <a:lnTo>
                  <a:pt x="15740" y="2947"/>
                </a:lnTo>
                <a:lnTo>
                  <a:pt x="15753" y="3210"/>
                </a:lnTo>
                <a:lnTo>
                  <a:pt x="15767" y="3483"/>
                </a:lnTo>
                <a:lnTo>
                  <a:pt x="15783" y="3760"/>
                </a:lnTo>
                <a:lnTo>
                  <a:pt x="15798" y="4043"/>
                </a:lnTo>
                <a:lnTo>
                  <a:pt x="15813" y="4330"/>
                </a:lnTo>
                <a:lnTo>
                  <a:pt x="15825" y="4618"/>
                </a:lnTo>
                <a:lnTo>
                  <a:pt x="15831" y="4763"/>
                </a:lnTo>
                <a:lnTo>
                  <a:pt x="15834" y="4906"/>
                </a:lnTo>
                <a:lnTo>
                  <a:pt x="15838" y="5049"/>
                </a:lnTo>
                <a:lnTo>
                  <a:pt x="15840" y="5193"/>
                </a:lnTo>
                <a:lnTo>
                  <a:pt x="15840" y="5335"/>
                </a:lnTo>
                <a:lnTo>
                  <a:pt x="15840" y="5476"/>
                </a:lnTo>
                <a:lnTo>
                  <a:pt x="15838" y="5617"/>
                </a:lnTo>
                <a:lnTo>
                  <a:pt x="15833" y="5756"/>
                </a:lnTo>
                <a:lnTo>
                  <a:pt x="15827" y="5892"/>
                </a:lnTo>
                <a:lnTo>
                  <a:pt x="15820" y="6028"/>
                </a:lnTo>
                <a:lnTo>
                  <a:pt x="15810" y="6161"/>
                </a:lnTo>
                <a:lnTo>
                  <a:pt x="15798" y="6293"/>
                </a:lnTo>
                <a:lnTo>
                  <a:pt x="15784" y="6422"/>
                </a:lnTo>
                <a:lnTo>
                  <a:pt x="15768" y="6548"/>
                </a:lnTo>
                <a:lnTo>
                  <a:pt x="15748" y="6673"/>
                </a:lnTo>
                <a:lnTo>
                  <a:pt x="15726" y="6793"/>
                </a:lnTo>
                <a:lnTo>
                  <a:pt x="15699" y="6793"/>
                </a:lnTo>
                <a:lnTo>
                  <a:pt x="15673" y="6793"/>
                </a:lnTo>
                <a:lnTo>
                  <a:pt x="15648" y="6793"/>
                </a:lnTo>
                <a:lnTo>
                  <a:pt x="15626" y="6793"/>
                </a:lnTo>
                <a:lnTo>
                  <a:pt x="15622" y="6778"/>
                </a:lnTo>
                <a:lnTo>
                  <a:pt x="15619" y="6763"/>
                </a:lnTo>
                <a:lnTo>
                  <a:pt x="15614" y="6749"/>
                </a:lnTo>
                <a:lnTo>
                  <a:pt x="15609" y="6735"/>
                </a:lnTo>
                <a:lnTo>
                  <a:pt x="15603" y="6722"/>
                </a:lnTo>
                <a:lnTo>
                  <a:pt x="15598" y="6709"/>
                </a:lnTo>
                <a:lnTo>
                  <a:pt x="15592" y="6697"/>
                </a:lnTo>
                <a:lnTo>
                  <a:pt x="15585" y="6686"/>
                </a:lnTo>
                <a:lnTo>
                  <a:pt x="15570" y="6665"/>
                </a:lnTo>
                <a:lnTo>
                  <a:pt x="15552" y="6645"/>
                </a:lnTo>
                <a:lnTo>
                  <a:pt x="15535" y="6628"/>
                </a:lnTo>
                <a:lnTo>
                  <a:pt x="15516" y="6611"/>
                </a:lnTo>
                <a:lnTo>
                  <a:pt x="15497" y="6596"/>
                </a:lnTo>
                <a:lnTo>
                  <a:pt x="15479" y="6582"/>
                </a:lnTo>
                <a:lnTo>
                  <a:pt x="15459" y="6570"/>
                </a:lnTo>
                <a:lnTo>
                  <a:pt x="15440" y="6558"/>
                </a:lnTo>
                <a:lnTo>
                  <a:pt x="15405" y="6535"/>
                </a:lnTo>
                <a:lnTo>
                  <a:pt x="15375" y="6514"/>
                </a:lnTo>
                <a:lnTo>
                  <a:pt x="15333" y="6442"/>
                </a:lnTo>
                <a:lnTo>
                  <a:pt x="15292" y="6370"/>
                </a:lnTo>
                <a:lnTo>
                  <a:pt x="15251" y="6296"/>
                </a:lnTo>
                <a:lnTo>
                  <a:pt x="15209" y="6224"/>
                </a:lnTo>
                <a:lnTo>
                  <a:pt x="15169" y="6152"/>
                </a:lnTo>
                <a:lnTo>
                  <a:pt x="15128" y="6080"/>
                </a:lnTo>
                <a:lnTo>
                  <a:pt x="15087" y="6007"/>
                </a:lnTo>
                <a:lnTo>
                  <a:pt x="15046" y="5935"/>
                </a:lnTo>
                <a:lnTo>
                  <a:pt x="15005" y="5863"/>
                </a:lnTo>
                <a:lnTo>
                  <a:pt x="14966" y="5792"/>
                </a:lnTo>
                <a:lnTo>
                  <a:pt x="14925" y="5719"/>
                </a:lnTo>
                <a:lnTo>
                  <a:pt x="14884" y="5647"/>
                </a:lnTo>
                <a:lnTo>
                  <a:pt x="14844" y="5576"/>
                </a:lnTo>
                <a:lnTo>
                  <a:pt x="14804" y="5504"/>
                </a:lnTo>
                <a:lnTo>
                  <a:pt x="14764" y="5433"/>
                </a:lnTo>
                <a:lnTo>
                  <a:pt x="14723" y="5362"/>
                </a:lnTo>
                <a:lnTo>
                  <a:pt x="14692" y="5370"/>
                </a:lnTo>
                <a:lnTo>
                  <a:pt x="14660" y="5378"/>
                </a:lnTo>
                <a:lnTo>
                  <a:pt x="14629" y="5386"/>
                </a:lnTo>
                <a:lnTo>
                  <a:pt x="14598" y="5394"/>
                </a:lnTo>
                <a:lnTo>
                  <a:pt x="14569" y="5402"/>
                </a:lnTo>
                <a:lnTo>
                  <a:pt x="14539" y="5409"/>
                </a:lnTo>
                <a:lnTo>
                  <a:pt x="14510" y="5418"/>
                </a:lnTo>
                <a:lnTo>
                  <a:pt x="14480" y="5426"/>
                </a:lnTo>
                <a:lnTo>
                  <a:pt x="14389" y="5484"/>
                </a:lnTo>
                <a:lnTo>
                  <a:pt x="14296" y="5540"/>
                </a:lnTo>
                <a:lnTo>
                  <a:pt x="14203" y="5595"/>
                </a:lnTo>
                <a:lnTo>
                  <a:pt x="14110" y="5648"/>
                </a:lnTo>
                <a:lnTo>
                  <a:pt x="14015" y="5701"/>
                </a:lnTo>
                <a:lnTo>
                  <a:pt x="13921" y="5752"/>
                </a:lnTo>
                <a:lnTo>
                  <a:pt x="13827" y="5801"/>
                </a:lnTo>
                <a:lnTo>
                  <a:pt x="13731" y="5850"/>
                </a:lnTo>
                <a:lnTo>
                  <a:pt x="13635" y="5897"/>
                </a:lnTo>
                <a:lnTo>
                  <a:pt x="13540" y="5943"/>
                </a:lnTo>
                <a:lnTo>
                  <a:pt x="13443" y="5989"/>
                </a:lnTo>
                <a:lnTo>
                  <a:pt x="13346" y="6033"/>
                </a:lnTo>
                <a:lnTo>
                  <a:pt x="13250" y="6076"/>
                </a:lnTo>
                <a:lnTo>
                  <a:pt x="13152" y="6118"/>
                </a:lnTo>
                <a:lnTo>
                  <a:pt x="13055" y="6160"/>
                </a:lnTo>
                <a:lnTo>
                  <a:pt x="12957" y="6200"/>
                </a:lnTo>
                <a:lnTo>
                  <a:pt x="12858" y="6241"/>
                </a:lnTo>
                <a:lnTo>
                  <a:pt x="12760" y="6279"/>
                </a:lnTo>
                <a:lnTo>
                  <a:pt x="12662" y="6317"/>
                </a:lnTo>
                <a:lnTo>
                  <a:pt x="12563" y="6355"/>
                </a:lnTo>
                <a:lnTo>
                  <a:pt x="12366" y="6428"/>
                </a:lnTo>
                <a:lnTo>
                  <a:pt x="12168" y="6498"/>
                </a:lnTo>
                <a:lnTo>
                  <a:pt x="11971" y="6567"/>
                </a:lnTo>
                <a:lnTo>
                  <a:pt x="11772" y="6634"/>
                </a:lnTo>
                <a:lnTo>
                  <a:pt x="11575" y="6700"/>
                </a:lnTo>
                <a:lnTo>
                  <a:pt x="11379" y="6765"/>
                </a:lnTo>
                <a:lnTo>
                  <a:pt x="11248" y="6788"/>
                </a:lnTo>
                <a:lnTo>
                  <a:pt x="11116" y="6810"/>
                </a:lnTo>
                <a:lnTo>
                  <a:pt x="10984" y="6834"/>
                </a:lnTo>
                <a:lnTo>
                  <a:pt x="10852" y="6857"/>
                </a:lnTo>
                <a:lnTo>
                  <a:pt x="10722" y="6880"/>
                </a:lnTo>
                <a:lnTo>
                  <a:pt x="10590" y="6905"/>
                </a:lnTo>
                <a:lnTo>
                  <a:pt x="10458" y="6928"/>
                </a:lnTo>
                <a:lnTo>
                  <a:pt x="10328" y="6952"/>
                </a:lnTo>
                <a:lnTo>
                  <a:pt x="10196" y="6976"/>
                </a:lnTo>
                <a:lnTo>
                  <a:pt x="10065" y="6999"/>
                </a:lnTo>
                <a:lnTo>
                  <a:pt x="9934" y="7024"/>
                </a:lnTo>
                <a:lnTo>
                  <a:pt x="9803" y="7048"/>
                </a:lnTo>
                <a:lnTo>
                  <a:pt x="9673" y="7072"/>
                </a:lnTo>
                <a:lnTo>
                  <a:pt x="9542" y="7096"/>
                </a:lnTo>
                <a:lnTo>
                  <a:pt x="9411" y="7121"/>
                </a:lnTo>
                <a:lnTo>
                  <a:pt x="9281" y="7144"/>
                </a:lnTo>
                <a:lnTo>
                  <a:pt x="9153" y="7146"/>
                </a:lnTo>
                <a:lnTo>
                  <a:pt x="9023" y="7147"/>
                </a:lnTo>
                <a:lnTo>
                  <a:pt x="8895" y="7149"/>
                </a:lnTo>
                <a:lnTo>
                  <a:pt x="8766" y="7150"/>
                </a:lnTo>
                <a:lnTo>
                  <a:pt x="8637" y="7151"/>
                </a:lnTo>
                <a:lnTo>
                  <a:pt x="8508" y="7153"/>
                </a:lnTo>
                <a:lnTo>
                  <a:pt x="8380" y="7154"/>
                </a:lnTo>
                <a:lnTo>
                  <a:pt x="8250" y="7156"/>
                </a:lnTo>
                <a:lnTo>
                  <a:pt x="8122" y="7158"/>
                </a:lnTo>
                <a:lnTo>
                  <a:pt x="7994" y="7159"/>
                </a:lnTo>
                <a:lnTo>
                  <a:pt x="7865" y="7161"/>
                </a:lnTo>
                <a:lnTo>
                  <a:pt x="7737" y="7164"/>
                </a:lnTo>
                <a:lnTo>
                  <a:pt x="7609" y="7166"/>
                </a:lnTo>
                <a:lnTo>
                  <a:pt x="7481" y="7168"/>
                </a:lnTo>
                <a:lnTo>
                  <a:pt x="7354" y="7171"/>
                </a:lnTo>
                <a:lnTo>
                  <a:pt x="7225" y="7173"/>
                </a:lnTo>
                <a:close/>
              </a:path>
            </a:pathLst>
          </a:custGeom>
          <a:solidFill>
            <a:srgbClr val="24262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53" name="Freeform 16">
            <a:extLst>
              <a:ext uri="{FF2B5EF4-FFF2-40B4-BE49-F238E27FC236}">
                <a16:creationId xmlns:a16="http://schemas.microsoft.com/office/drawing/2014/main" id="{556E677A-5C52-4F9C-9698-A5223F87CDB9}"/>
              </a:ext>
            </a:extLst>
          </p:cNvPr>
          <p:cNvSpPr>
            <a:spLocks/>
          </p:cNvSpPr>
          <p:nvPr/>
        </p:nvSpPr>
        <p:spPr bwMode="auto">
          <a:xfrm>
            <a:off x="3627438" y="4787900"/>
            <a:ext cx="2603500" cy="1135063"/>
          </a:xfrm>
          <a:custGeom>
            <a:avLst/>
            <a:gdLst>
              <a:gd name="T0" fmla="*/ 2147483647 w 14931"/>
              <a:gd name="T1" fmla="*/ 2147483647 h 6501"/>
              <a:gd name="T2" fmla="*/ 2147483647 w 14931"/>
              <a:gd name="T3" fmla="*/ 2147483647 h 6501"/>
              <a:gd name="T4" fmla="*/ 2147483647 w 14931"/>
              <a:gd name="T5" fmla="*/ 2147483647 h 6501"/>
              <a:gd name="T6" fmla="*/ 2147483647 w 14931"/>
              <a:gd name="T7" fmla="*/ 2147483647 h 6501"/>
              <a:gd name="T8" fmla="*/ 2147483647 w 14931"/>
              <a:gd name="T9" fmla="*/ 2147483647 h 6501"/>
              <a:gd name="T10" fmla="*/ 2147483647 w 14931"/>
              <a:gd name="T11" fmla="*/ 2147483647 h 6501"/>
              <a:gd name="T12" fmla="*/ 2147483647 w 14931"/>
              <a:gd name="T13" fmla="*/ 2147483647 h 6501"/>
              <a:gd name="T14" fmla="*/ 2147483647 w 14931"/>
              <a:gd name="T15" fmla="*/ 2147483647 h 6501"/>
              <a:gd name="T16" fmla="*/ 2147483647 w 14931"/>
              <a:gd name="T17" fmla="*/ 2147483647 h 6501"/>
              <a:gd name="T18" fmla="*/ 2147483647 w 14931"/>
              <a:gd name="T19" fmla="*/ 2147483647 h 6501"/>
              <a:gd name="T20" fmla="*/ 2147483647 w 14931"/>
              <a:gd name="T21" fmla="*/ 2147483647 h 6501"/>
              <a:gd name="T22" fmla="*/ 2147483647 w 14931"/>
              <a:gd name="T23" fmla="*/ 2147483647 h 6501"/>
              <a:gd name="T24" fmla="*/ 2147483647 w 14931"/>
              <a:gd name="T25" fmla="*/ 2147483647 h 6501"/>
              <a:gd name="T26" fmla="*/ 2147483647 w 14931"/>
              <a:gd name="T27" fmla="*/ 2147483647 h 6501"/>
              <a:gd name="T28" fmla="*/ 2147483647 w 14931"/>
              <a:gd name="T29" fmla="*/ 2147483647 h 6501"/>
              <a:gd name="T30" fmla="*/ 2147483647 w 14931"/>
              <a:gd name="T31" fmla="*/ 2147483647 h 6501"/>
              <a:gd name="T32" fmla="*/ 2147483647 w 14931"/>
              <a:gd name="T33" fmla="*/ 2147483647 h 6501"/>
              <a:gd name="T34" fmla="*/ 2147483647 w 14931"/>
              <a:gd name="T35" fmla="*/ 2147483647 h 6501"/>
              <a:gd name="T36" fmla="*/ 2147483647 w 14931"/>
              <a:gd name="T37" fmla="*/ 2147483647 h 6501"/>
              <a:gd name="T38" fmla="*/ 2147483647 w 14931"/>
              <a:gd name="T39" fmla="*/ 2147483647 h 6501"/>
              <a:gd name="T40" fmla="*/ 2147483647 w 14931"/>
              <a:gd name="T41" fmla="*/ 2147483647 h 6501"/>
              <a:gd name="T42" fmla="*/ 2147483647 w 14931"/>
              <a:gd name="T43" fmla="*/ 2147483647 h 6501"/>
              <a:gd name="T44" fmla="*/ 2147483647 w 14931"/>
              <a:gd name="T45" fmla="*/ 2147483647 h 6501"/>
              <a:gd name="T46" fmla="*/ 2147483647 w 14931"/>
              <a:gd name="T47" fmla="*/ 2147483647 h 6501"/>
              <a:gd name="T48" fmla="*/ 2147483647 w 14931"/>
              <a:gd name="T49" fmla="*/ 2147483647 h 6501"/>
              <a:gd name="T50" fmla="*/ 2147483647 w 14931"/>
              <a:gd name="T51" fmla="*/ 2147483647 h 6501"/>
              <a:gd name="T52" fmla="*/ 2147483647 w 14931"/>
              <a:gd name="T53" fmla="*/ 2147483647 h 6501"/>
              <a:gd name="T54" fmla="*/ 2147483647 w 14931"/>
              <a:gd name="T55" fmla="*/ 2147483647 h 6501"/>
              <a:gd name="T56" fmla="*/ 2147483647 w 14931"/>
              <a:gd name="T57" fmla="*/ 2147483647 h 6501"/>
              <a:gd name="T58" fmla="*/ 2147483647 w 14931"/>
              <a:gd name="T59" fmla="*/ 2147483647 h 6501"/>
              <a:gd name="T60" fmla="*/ 2147483647 w 14931"/>
              <a:gd name="T61" fmla="*/ 2147483647 h 6501"/>
              <a:gd name="T62" fmla="*/ 2147483647 w 14931"/>
              <a:gd name="T63" fmla="*/ 2147483647 h 6501"/>
              <a:gd name="T64" fmla="*/ 2147483647 w 14931"/>
              <a:gd name="T65" fmla="*/ 2147483647 h 6501"/>
              <a:gd name="T66" fmla="*/ 2147483647 w 14931"/>
              <a:gd name="T67" fmla="*/ 2147483647 h 6501"/>
              <a:gd name="T68" fmla="*/ 2147483647 w 14931"/>
              <a:gd name="T69" fmla="*/ 2147483647 h 6501"/>
              <a:gd name="T70" fmla="*/ 2147483647 w 14931"/>
              <a:gd name="T71" fmla="*/ 2147483647 h 6501"/>
              <a:gd name="T72" fmla="*/ 2147483647 w 14931"/>
              <a:gd name="T73" fmla="*/ 2147483647 h 6501"/>
              <a:gd name="T74" fmla="*/ 2147483647 w 14931"/>
              <a:gd name="T75" fmla="*/ 2147483647 h 6501"/>
              <a:gd name="T76" fmla="*/ 2147483647 w 14931"/>
              <a:gd name="T77" fmla="*/ 2147483647 h 6501"/>
              <a:gd name="T78" fmla="*/ 2147483647 w 14931"/>
              <a:gd name="T79" fmla="*/ 2147483647 h 6501"/>
              <a:gd name="T80" fmla="*/ 2147483647 w 14931"/>
              <a:gd name="T81" fmla="*/ 2147483647 h 6501"/>
              <a:gd name="T82" fmla="*/ 2147483647 w 14931"/>
              <a:gd name="T83" fmla="*/ 2147483647 h 6501"/>
              <a:gd name="T84" fmla="*/ 2147483647 w 14931"/>
              <a:gd name="T85" fmla="*/ 2147483647 h 6501"/>
              <a:gd name="T86" fmla="*/ 2147483647 w 14931"/>
              <a:gd name="T87" fmla="*/ 2147483647 h 6501"/>
              <a:gd name="T88" fmla="*/ 2147483647 w 14931"/>
              <a:gd name="T89" fmla="*/ 2147483647 h 6501"/>
              <a:gd name="T90" fmla="*/ 2147483647 w 14931"/>
              <a:gd name="T91" fmla="*/ 2147483647 h 6501"/>
              <a:gd name="T92" fmla="*/ 2147483647 w 14931"/>
              <a:gd name="T93" fmla="*/ 2147483647 h 6501"/>
              <a:gd name="T94" fmla="*/ 2147483647 w 14931"/>
              <a:gd name="T95" fmla="*/ 2147483647 h 6501"/>
              <a:gd name="T96" fmla="*/ 2147483647 w 14931"/>
              <a:gd name="T97" fmla="*/ 2147483647 h 6501"/>
              <a:gd name="T98" fmla="*/ 2147483647 w 14931"/>
              <a:gd name="T99" fmla="*/ 2147483647 h 6501"/>
              <a:gd name="T100" fmla="*/ 2147483647 w 14931"/>
              <a:gd name="T101" fmla="*/ 2147483647 h 6501"/>
              <a:gd name="T102" fmla="*/ 2147483647 w 14931"/>
              <a:gd name="T103" fmla="*/ 2147483647 h 6501"/>
              <a:gd name="T104" fmla="*/ 2147483647 w 14931"/>
              <a:gd name="T105" fmla="*/ 2147483647 h 6501"/>
              <a:gd name="T106" fmla="*/ 2147483647 w 14931"/>
              <a:gd name="T107" fmla="*/ 2147483647 h 650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4931"/>
              <a:gd name="T163" fmla="*/ 0 h 6501"/>
              <a:gd name="T164" fmla="*/ 14931 w 14931"/>
              <a:gd name="T165" fmla="*/ 6501 h 6501"/>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4931" h="6501">
                <a:moveTo>
                  <a:pt x="7111" y="6501"/>
                </a:moveTo>
                <a:lnTo>
                  <a:pt x="6811" y="6471"/>
                </a:lnTo>
                <a:lnTo>
                  <a:pt x="6549" y="6446"/>
                </a:lnTo>
                <a:lnTo>
                  <a:pt x="6318" y="6424"/>
                </a:lnTo>
                <a:lnTo>
                  <a:pt x="6117" y="6404"/>
                </a:lnTo>
                <a:lnTo>
                  <a:pt x="5939" y="6385"/>
                </a:lnTo>
                <a:lnTo>
                  <a:pt x="5784" y="6369"/>
                </a:lnTo>
                <a:lnTo>
                  <a:pt x="5646" y="6354"/>
                </a:lnTo>
                <a:lnTo>
                  <a:pt x="5522" y="6338"/>
                </a:lnTo>
                <a:lnTo>
                  <a:pt x="5408" y="6325"/>
                </a:lnTo>
                <a:lnTo>
                  <a:pt x="5300" y="6309"/>
                </a:lnTo>
                <a:lnTo>
                  <a:pt x="5196" y="6294"/>
                </a:lnTo>
                <a:lnTo>
                  <a:pt x="5089" y="6278"/>
                </a:lnTo>
                <a:lnTo>
                  <a:pt x="4980" y="6260"/>
                </a:lnTo>
                <a:lnTo>
                  <a:pt x="4861" y="6241"/>
                </a:lnTo>
                <a:lnTo>
                  <a:pt x="4729" y="6218"/>
                </a:lnTo>
                <a:lnTo>
                  <a:pt x="4583" y="6193"/>
                </a:lnTo>
                <a:lnTo>
                  <a:pt x="4426" y="6149"/>
                </a:lnTo>
                <a:lnTo>
                  <a:pt x="4270" y="6103"/>
                </a:lnTo>
                <a:lnTo>
                  <a:pt x="4116" y="6056"/>
                </a:lnTo>
                <a:lnTo>
                  <a:pt x="3962" y="6009"/>
                </a:lnTo>
                <a:lnTo>
                  <a:pt x="3809" y="5961"/>
                </a:lnTo>
                <a:lnTo>
                  <a:pt x="3659" y="5912"/>
                </a:lnTo>
                <a:lnTo>
                  <a:pt x="3508" y="5862"/>
                </a:lnTo>
                <a:lnTo>
                  <a:pt x="3359" y="5810"/>
                </a:lnTo>
                <a:lnTo>
                  <a:pt x="3211" y="5758"/>
                </a:lnTo>
                <a:lnTo>
                  <a:pt x="3064" y="5704"/>
                </a:lnTo>
                <a:lnTo>
                  <a:pt x="2919" y="5650"/>
                </a:lnTo>
                <a:lnTo>
                  <a:pt x="2773" y="5595"/>
                </a:lnTo>
                <a:lnTo>
                  <a:pt x="2628" y="5538"/>
                </a:lnTo>
                <a:lnTo>
                  <a:pt x="2485" y="5479"/>
                </a:lnTo>
                <a:lnTo>
                  <a:pt x="2343" y="5420"/>
                </a:lnTo>
                <a:lnTo>
                  <a:pt x="2200" y="5359"/>
                </a:lnTo>
                <a:lnTo>
                  <a:pt x="2059" y="5298"/>
                </a:lnTo>
                <a:lnTo>
                  <a:pt x="1918" y="5235"/>
                </a:lnTo>
                <a:lnTo>
                  <a:pt x="1778" y="5169"/>
                </a:lnTo>
                <a:lnTo>
                  <a:pt x="1638" y="5104"/>
                </a:lnTo>
                <a:lnTo>
                  <a:pt x="1500" y="5037"/>
                </a:lnTo>
                <a:lnTo>
                  <a:pt x="1362" y="4968"/>
                </a:lnTo>
                <a:lnTo>
                  <a:pt x="1225" y="4897"/>
                </a:lnTo>
                <a:lnTo>
                  <a:pt x="1087" y="4824"/>
                </a:lnTo>
                <a:lnTo>
                  <a:pt x="949" y="4751"/>
                </a:lnTo>
                <a:lnTo>
                  <a:pt x="813" y="4675"/>
                </a:lnTo>
                <a:lnTo>
                  <a:pt x="677" y="4598"/>
                </a:lnTo>
                <a:lnTo>
                  <a:pt x="541" y="4520"/>
                </a:lnTo>
                <a:lnTo>
                  <a:pt x="406" y="4440"/>
                </a:lnTo>
                <a:lnTo>
                  <a:pt x="270" y="4358"/>
                </a:lnTo>
                <a:lnTo>
                  <a:pt x="136" y="4274"/>
                </a:lnTo>
                <a:lnTo>
                  <a:pt x="0" y="4188"/>
                </a:lnTo>
                <a:lnTo>
                  <a:pt x="160" y="4211"/>
                </a:lnTo>
                <a:lnTo>
                  <a:pt x="320" y="4233"/>
                </a:lnTo>
                <a:lnTo>
                  <a:pt x="478" y="4254"/>
                </a:lnTo>
                <a:lnTo>
                  <a:pt x="637" y="4273"/>
                </a:lnTo>
                <a:lnTo>
                  <a:pt x="793" y="4292"/>
                </a:lnTo>
                <a:lnTo>
                  <a:pt x="949" y="4308"/>
                </a:lnTo>
                <a:lnTo>
                  <a:pt x="1106" y="4323"/>
                </a:lnTo>
                <a:lnTo>
                  <a:pt x="1261" y="4337"/>
                </a:lnTo>
                <a:lnTo>
                  <a:pt x="1415" y="4349"/>
                </a:lnTo>
                <a:lnTo>
                  <a:pt x="1570" y="4360"/>
                </a:lnTo>
                <a:lnTo>
                  <a:pt x="1724" y="4370"/>
                </a:lnTo>
                <a:lnTo>
                  <a:pt x="1876" y="4378"/>
                </a:lnTo>
                <a:lnTo>
                  <a:pt x="2030" y="4385"/>
                </a:lnTo>
                <a:lnTo>
                  <a:pt x="2184" y="4391"/>
                </a:lnTo>
                <a:lnTo>
                  <a:pt x="2337" y="4395"/>
                </a:lnTo>
                <a:lnTo>
                  <a:pt x="2491" y="4399"/>
                </a:lnTo>
                <a:lnTo>
                  <a:pt x="2643" y="4400"/>
                </a:lnTo>
                <a:lnTo>
                  <a:pt x="2797" y="4401"/>
                </a:lnTo>
                <a:lnTo>
                  <a:pt x="2951" y="4400"/>
                </a:lnTo>
                <a:lnTo>
                  <a:pt x="3105" y="4399"/>
                </a:lnTo>
                <a:lnTo>
                  <a:pt x="3260" y="4395"/>
                </a:lnTo>
                <a:lnTo>
                  <a:pt x="3415" y="4391"/>
                </a:lnTo>
                <a:lnTo>
                  <a:pt x="3571" y="4385"/>
                </a:lnTo>
                <a:lnTo>
                  <a:pt x="3728" y="4378"/>
                </a:lnTo>
                <a:lnTo>
                  <a:pt x="3885" y="4371"/>
                </a:lnTo>
                <a:lnTo>
                  <a:pt x="4044" y="4362"/>
                </a:lnTo>
                <a:lnTo>
                  <a:pt x="4202" y="4351"/>
                </a:lnTo>
                <a:lnTo>
                  <a:pt x="4362" y="4339"/>
                </a:lnTo>
                <a:lnTo>
                  <a:pt x="4523" y="4327"/>
                </a:lnTo>
                <a:lnTo>
                  <a:pt x="4685" y="4313"/>
                </a:lnTo>
                <a:lnTo>
                  <a:pt x="4848" y="4298"/>
                </a:lnTo>
                <a:lnTo>
                  <a:pt x="5012" y="4281"/>
                </a:lnTo>
                <a:lnTo>
                  <a:pt x="5235" y="4235"/>
                </a:lnTo>
                <a:lnTo>
                  <a:pt x="5454" y="4186"/>
                </a:lnTo>
                <a:lnTo>
                  <a:pt x="5671" y="4134"/>
                </a:lnTo>
                <a:lnTo>
                  <a:pt x="5885" y="4081"/>
                </a:lnTo>
                <a:lnTo>
                  <a:pt x="6096" y="4025"/>
                </a:lnTo>
                <a:lnTo>
                  <a:pt x="6304" y="3967"/>
                </a:lnTo>
                <a:lnTo>
                  <a:pt x="6509" y="3905"/>
                </a:lnTo>
                <a:lnTo>
                  <a:pt x="6713" y="3842"/>
                </a:lnTo>
                <a:lnTo>
                  <a:pt x="6914" y="3775"/>
                </a:lnTo>
                <a:lnTo>
                  <a:pt x="7113" y="3707"/>
                </a:lnTo>
                <a:lnTo>
                  <a:pt x="7310" y="3634"/>
                </a:lnTo>
                <a:lnTo>
                  <a:pt x="7505" y="3560"/>
                </a:lnTo>
                <a:lnTo>
                  <a:pt x="7699" y="3483"/>
                </a:lnTo>
                <a:lnTo>
                  <a:pt x="7890" y="3402"/>
                </a:lnTo>
                <a:lnTo>
                  <a:pt x="8080" y="3318"/>
                </a:lnTo>
                <a:lnTo>
                  <a:pt x="8269" y="3232"/>
                </a:lnTo>
                <a:lnTo>
                  <a:pt x="8456" y="3142"/>
                </a:lnTo>
                <a:lnTo>
                  <a:pt x="8643" y="3050"/>
                </a:lnTo>
                <a:lnTo>
                  <a:pt x="8827" y="2955"/>
                </a:lnTo>
                <a:lnTo>
                  <a:pt x="9011" y="2856"/>
                </a:lnTo>
                <a:lnTo>
                  <a:pt x="9196" y="2753"/>
                </a:lnTo>
                <a:lnTo>
                  <a:pt x="9377" y="2647"/>
                </a:lnTo>
                <a:lnTo>
                  <a:pt x="9559" y="2537"/>
                </a:lnTo>
                <a:lnTo>
                  <a:pt x="9741" y="2424"/>
                </a:lnTo>
                <a:lnTo>
                  <a:pt x="9923" y="2308"/>
                </a:lnTo>
                <a:lnTo>
                  <a:pt x="10104" y="2189"/>
                </a:lnTo>
                <a:lnTo>
                  <a:pt x="10285" y="2064"/>
                </a:lnTo>
                <a:lnTo>
                  <a:pt x="10465" y="1937"/>
                </a:lnTo>
                <a:lnTo>
                  <a:pt x="10647" y="1805"/>
                </a:lnTo>
                <a:lnTo>
                  <a:pt x="10828" y="1671"/>
                </a:lnTo>
                <a:lnTo>
                  <a:pt x="11010" y="1532"/>
                </a:lnTo>
                <a:lnTo>
                  <a:pt x="11193" y="1389"/>
                </a:lnTo>
                <a:lnTo>
                  <a:pt x="11215" y="1380"/>
                </a:lnTo>
                <a:lnTo>
                  <a:pt x="11236" y="1371"/>
                </a:lnTo>
                <a:lnTo>
                  <a:pt x="11257" y="1361"/>
                </a:lnTo>
                <a:lnTo>
                  <a:pt x="11277" y="1351"/>
                </a:lnTo>
                <a:lnTo>
                  <a:pt x="11314" y="1330"/>
                </a:lnTo>
                <a:lnTo>
                  <a:pt x="11350" y="1308"/>
                </a:lnTo>
                <a:lnTo>
                  <a:pt x="11384" y="1284"/>
                </a:lnTo>
                <a:lnTo>
                  <a:pt x="11417" y="1261"/>
                </a:lnTo>
                <a:lnTo>
                  <a:pt x="11448" y="1237"/>
                </a:lnTo>
                <a:lnTo>
                  <a:pt x="11480" y="1212"/>
                </a:lnTo>
                <a:lnTo>
                  <a:pt x="11512" y="1187"/>
                </a:lnTo>
                <a:lnTo>
                  <a:pt x="11545" y="1162"/>
                </a:lnTo>
                <a:lnTo>
                  <a:pt x="11580" y="1138"/>
                </a:lnTo>
                <a:lnTo>
                  <a:pt x="11616" y="1113"/>
                </a:lnTo>
                <a:lnTo>
                  <a:pt x="11656" y="1090"/>
                </a:lnTo>
                <a:lnTo>
                  <a:pt x="11698" y="1066"/>
                </a:lnTo>
                <a:lnTo>
                  <a:pt x="11721" y="1056"/>
                </a:lnTo>
                <a:lnTo>
                  <a:pt x="11744" y="1044"/>
                </a:lnTo>
                <a:lnTo>
                  <a:pt x="11769" y="1034"/>
                </a:lnTo>
                <a:lnTo>
                  <a:pt x="11794" y="1023"/>
                </a:lnTo>
                <a:lnTo>
                  <a:pt x="11792" y="986"/>
                </a:lnTo>
                <a:lnTo>
                  <a:pt x="11790" y="949"/>
                </a:lnTo>
                <a:lnTo>
                  <a:pt x="11789" y="911"/>
                </a:lnTo>
                <a:lnTo>
                  <a:pt x="11787" y="874"/>
                </a:lnTo>
                <a:lnTo>
                  <a:pt x="11787" y="838"/>
                </a:lnTo>
                <a:lnTo>
                  <a:pt x="11787" y="801"/>
                </a:lnTo>
                <a:lnTo>
                  <a:pt x="11787" y="766"/>
                </a:lnTo>
                <a:lnTo>
                  <a:pt x="11787" y="731"/>
                </a:lnTo>
                <a:lnTo>
                  <a:pt x="11762" y="731"/>
                </a:lnTo>
                <a:lnTo>
                  <a:pt x="11737" y="731"/>
                </a:lnTo>
                <a:lnTo>
                  <a:pt x="11715" y="731"/>
                </a:lnTo>
                <a:lnTo>
                  <a:pt x="11694" y="731"/>
                </a:lnTo>
                <a:lnTo>
                  <a:pt x="11640" y="639"/>
                </a:lnTo>
                <a:lnTo>
                  <a:pt x="11587" y="548"/>
                </a:lnTo>
                <a:lnTo>
                  <a:pt x="11533" y="457"/>
                </a:lnTo>
                <a:lnTo>
                  <a:pt x="11480" y="365"/>
                </a:lnTo>
                <a:lnTo>
                  <a:pt x="11427" y="274"/>
                </a:lnTo>
                <a:lnTo>
                  <a:pt x="11375" y="183"/>
                </a:lnTo>
                <a:lnTo>
                  <a:pt x="11322" y="91"/>
                </a:lnTo>
                <a:lnTo>
                  <a:pt x="11271" y="0"/>
                </a:lnTo>
                <a:lnTo>
                  <a:pt x="11344" y="3"/>
                </a:lnTo>
                <a:lnTo>
                  <a:pt x="11420" y="15"/>
                </a:lnTo>
                <a:lnTo>
                  <a:pt x="11499" y="34"/>
                </a:lnTo>
                <a:lnTo>
                  <a:pt x="11581" y="58"/>
                </a:lnTo>
                <a:lnTo>
                  <a:pt x="11666" y="90"/>
                </a:lnTo>
                <a:lnTo>
                  <a:pt x="11752" y="126"/>
                </a:lnTo>
                <a:lnTo>
                  <a:pt x="11842" y="168"/>
                </a:lnTo>
                <a:lnTo>
                  <a:pt x="11934" y="213"/>
                </a:lnTo>
                <a:lnTo>
                  <a:pt x="12028" y="263"/>
                </a:lnTo>
                <a:lnTo>
                  <a:pt x="12123" y="318"/>
                </a:lnTo>
                <a:lnTo>
                  <a:pt x="12220" y="375"/>
                </a:lnTo>
                <a:lnTo>
                  <a:pt x="12319" y="436"/>
                </a:lnTo>
                <a:lnTo>
                  <a:pt x="12418" y="498"/>
                </a:lnTo>
                <a:lnTo>
                  <a:pt x="12520" y="562"/>
                </a:lnTo>
                <a:lnTo>
                  <a:pt x="12621" y="627"/>
                </a:lnTo>
                <a:lnTo>
                  <a:pt x="12724" y="694"/>
                </a:lnTo>
                <a:lnTo>
                  <a:pt x="12931" y="828"/>
                </a:lnTo>
                <a:lnTo>
                  <a:pt x="13139" y="958"/>
                </a:lnTo>
                <a:lnTo>
                  <a:pt x="13241" y="1022"/>
                </a:lnTo>
                <a:lnTo>
                  <a:pt x="13345" y="1084"/>
                </a:lnTo>
                <a:lnTo>
                  <a:pt x="13448" y="1142"/>
                </a:lnTo>
                <a:lnTo>
                  <a:pt x="13550" y="1199"/>
                </a:lnTo>
                <a:lnTo>
                  <a:pt x="13652" y="1252"/>
                </a:lnTo>
                <a:lnTo>
                  <a:pt x="13752" y="1301"/>
                </a:lnTo>
                <a:lnTo>
                  <a:pt x="13851" y="1346"/>
                </a:lnTo>
                <a:lnTo>
                  <a:pt x="13949" y="1386"/>
                </a:lnTo>
                <a:lnTo>
                  <a:pt x="14044" y="1421"/>
                </a:lnTo>
                <a:lnTo>
                  <a:pt x="14139" y="1450"/>
                </a:lnTo>
                <a:lnTo>
                  <a:pt x="14231" y="1473"/>
                </a:lnTo>
                <a:lnTo>
                  <a:pt x="14322" y="1490"/>
                </a:lnTo>
                <a:lnTo>
                  <a:pt x="14325" y="1507"/>
                </a:lnTo>
                <a:lnTo>
                  <a:pt x="14332" y="1523"/>
                </a:lnTo>
                <a:lnTo>
                  <a:pt x="14339" y="1539"/>
                </a:lnTo>
                <a:lnTo>
                  <a:pt x="14349" y="1554"/>
                </a:lnTo>
                <a:lnTo>
                  <a:pt x="14359" y="1568"/>
                </a:lnTo>
                <a:lnTo>
                  <a:pt x="14371" y="1581"/>
                </a:lnTo>
                <a:lnTo>
                  <a:pt x="14384" y="1593"/>
                </a:lnTo>
                <a:lnTo>
                  <a:pt x="14399" y="1606"/>
                </a:lnTo>
                <a:lnTo>
                  <a:pt x="14414" y="1618"/>
                </a:lnTo>
                <a:lnTo>
                  <a:pt x="14430" y="1629"/>
                </a:lnTo>
                <a:lnTo>
                  <a:pt x="14448" y="1641"/>
                </a:lnTo>
                <a:lnTo>
                  <a:pt x="14467" y="1653"/>
                </a:lnTo>
                <a:lnTo>
                  <a:pt x="14505" y="1676"/>
                </a:lnTo>
                <a:lnTo>
                  <a:pt x="14546" y="1701"/>
                </a:lnTo>
                <a:lnTo>
                  <a:pt x="14588" y="1726"/>
                </a:lnTo>
                <a:lnTo>
                  <a:pt x="14631" y="1754"/>
                </a:lnTo>
                <a:lnTo>
                  <a:pt x="14652" y="1769"/>
                </a:lnTo>
                <a:lnTo>
                  <a:pt x="14674" y="1786"/>
                </a:lnTo>
                <a:lnTo>
                  <a:pt x="14695" y="1803"/>
                </a:lnTo>
                <a:lnTo>
                  <a:pt x="14716" y="1822"/>
                </a:lnTo>
                <a:lnTo>
                  <a:pt x="14737" y="1840"/>
                </a:lnTo>
                <a:lnTo>
                  <a:pt x="14758" y="1861"/>
                </a:lnTo>
                <a:lnTo>
                  <a:pt x="14778" y="1884"/>
                </a:lnTo>
                <a:lnTo>
                  <a:pt x="14796" y="1908"/>
                </a:lnTo>
                <a:lnTo>
                  <a:pt x="14815" y="1933"/>
                </a:lnTo>
                <a:lnTo>
                  <a:pt x="14833" y="1959"/>
                </a:lnTo>
                <a:lnTo>
                  <a:pt x="14850" y="1988"/>
                </a:lnTo>
                <a:lnTo>
                  <a:pt x="14866" y="2019"/>
                </a:lnTo>
                <a:lnTo>
                  <a:pt x="14873" y="2250"/>
                </a:lnTo>
                <a:lnTo>
                  <a:pt x="14880" y="2480"/>
                </a:lnTo>
                <a:lnTo>
                  <a:pt x="14889" y="2712"/>
                </a:lnTo>
                <a:lnTo>
                  <a:pt x="14897" y="2945"/>
                </a:lnTo>
                <a:lnTo>
                  <a:pt x="14904" y="3180"/>
                </a:lnTo>
                <a:lnTo>
                  <a:pt x="14912" y="3414"/>
                </a:lnTo>
                <a:lnTo>
                  <a:pt x="14918" y="3649"/>
                </a:lnTo>
                <a:lnTo>
                  <a:pt x="14924" y="3886"/>
                </a:lnTo>
                <a:lnTo>
                  <a:pt x="14927" y="4123"/>
                </a:lnTo>
                <a:lnTo>
                  <a:pt x="14929" y="4359"/>
                </a:lnTo>
                <a:lnTo>
                  <a:pt x="14931" y="4596"/>
                </a:lnTo>
                <a:lnTo>
                  <a:pt x="14928" y="4834"/>
                </a:lnTo>
                <a:lnTo>
                  <a:pt x="14927" y="4953"/>
                </a:lnTo>
                <a:lnTo>
                  <a:pt x="14925" y="5071"/>
                </a:lnTo>
                <a:lnTo>
                  <a:pt x="14921" y="5190"/>
                </a:lnTo>
                <a:lnTo>
                  <a:pt x="14918" y="5309"/>
                </a:lnTo>
                <a:lnTo>
                  <a:pt x="14913" y="5428"/>
                </a:lnTo>
                <a:lnTo>
                  <a:pt x="14907" y="5547"/>
                </a:lnTo>
                <a:lnTo>
                  <a:pt x="14901" y="5666"/>
                </a:lnTo>
                <a:lnTo>
                  <a:pt x="14894" y="5785"/>
                </a:lnTo>
                <a:lnTo>
                  <a:pt x="14868" y="5785"/>
                </a:lnTo>
                <a:lnTo>
                  <a:pt x="14842" y="5785"/>
                </a:lnTo>
                <a:lnTo>
                  <a:pt x="14817" y="5785"/>
                </a:lnTo>
                <a:lnTo>
                  <a:pt x="14794" y="5785"/>
                </a:lnTo>
                <a:lnTo>
                  <a:pt x="14784" y="5744"/>
                </a:lnTo>
                <a:lnTo>
                  <a:pt x="14771" y="5706"/>
                </a:lnTo>
                <a:lnTo>
                  <a:pt x="14756" y="5668"/>
                </a:lnTo>
                <a:lnTo>
                  <a:pt x="14739" y="5632"/>
                </a:lnTo>
                <a:lnTo>
                  <a:pt x="14721" y="5597"/>
                </a:lnTo>
                <a:lnTo>
                  <a:pt x="14701" y="5562"/>
                </a:lnTo>
                <a:lnTo>
                  <a:pt x="14680" y="5530"/>
                </a:lnTo>
                <a:lnTo>
                  <a:pt x="14658" y="5497"/>
                </a:lnTo>
                <a:lnTo>
                  <a:pt x="14634" y="5465"/>
                </a:lnTo>
                <a:lnTo>
                  <a:pt x="14610" y="5434"/>
                </a:lnTo>
                <a:lnTo>
                  <a:pt x="14585" y="5404"/>
                </a:lnTo>
                <a:lnTo>
                  <a:pt x="14560" y="5372"/>
                </a:lnTo>
                <a:lnTo>
                  <a:pt x="14510" y="5313"/>
                </a:lnTo>
                <a:lnTo>
                  <a:pt x="14461" y="5253"/>
                </a:lnTo>
                <a:lnTo>
                  <a:pt x="14436" y="5223"/>
                </a:lnTo>
                <a:lnTo>
                  <a:pt x="14413" y="5193"/>
                </a:lnTo>
                <a:lnTo>
                  <a:pt x="14391" y="5162"/>
                </a:lnTo>
                <a:lnTo>
                  <a:pt x="14370" y="5132"/>
                </a:lnTo>
                <a:lnTo>
                  <a:pt x="14350" y="5101"/>
                </a:lnTo>
                <a:lnTo>
                  <a:pt x="14331" y="5068"/>
                </a:lnTo>
                <a:lnTo>
                  <a:pt x="14315" y="5035"/>
                </a:lnTo>
                <a:lnTo>
                  <a:pt x="14300" y="5002"/>
                </a:lnTo>
                <a:lnTo>
                  <a:pt x="14287" y="4967"/>
                </a:lnTo>
                <a:lnTo>
                  <a:pt x="14277" y="4932"/>
                </a:lnTo>
                <a:lnTo>
                  <a:pt x="14268" y="4894"/>
                </a:lnTo>
                <a:lnTo>
                  <a:pt x="14264" y="4856"/>
                </a:lnTo>
                <a:lnTo>
                  <a:pt x="14260" y="4817"/>
                </a:lnTo>
                <a:lnTo>
                  <a:pt x="14261" y="4775"/>
                </a:lnTo>
                <a:lnTo>
                  <a:pt x="14265" y="4733"/>
                </a:lnTo>
                <a:lnTo>
                  <a:pt x="14272" y="4689"/>
                </a:lnTo>
                <a:lnTo>
                  <a:pt x="14191" y="4664"/>
                </a:lnTo>
                <a:lnTo>
                  <a:pt x="14125" y="4640"/>
                </a:lnTo>
                <a:lnTo>
                  <a:pt x="14071" y="4620"/>
                </a:lnTo>
                <a:lnTo>
                  <a:pt x="14026" y="4603"/>
                </a:lnTo>
                <a:lnTo>
                  <a:pt x="14006" y="4597"/>
                </a:lnTo>
                <a:lnTo>
                  <a:pt x="13987" y="4591"/>
                </a:lnTo>
                <a:lnTo>
                  <a:pt x="13969" y="4587"/>
                </a:lnTo>
                <a:lnTo>
                  <a:pt x="13951" y="4583"/>
                </a:lnTo>
                <a:lnTo>
                  <a:pt x="13934" y="4581"/>
                </a:lnTo>
                <a:lnTo>
                  <a:pt x="13916" y="4580"/>
                </a:lnTo>
                <a:lnTo>
                  <a:pt x="13898" y="4580"/>
                </a:lnTo>
                <a:lnTo>
                  <a:pt x="13878" y="4582"/>
                </a:lnTo>
                <a:lnTo>
                  <a:pt x="13853" y="4626"/>
                </a:lnTo>
                <a:lnTo>
                  <a:pt x="13818" y="4673"/>
                </a:lnTo>
                <a:lnTo>
                  <a:pt x="13774" y="4719"/>
                </a:lnTo>
                <a:lnTo>
                  <a:pt x="13718" y="4768"/>
                </a:lnTo>
                <a:lnTo>
                  <a:pt x="13654" y="4817"/>
                </a:lnTo>
                <a:lnTo>
                  <a:pt x="13582" y="4868"/>
                </a:lnTo>
                <a:lnTo>
                  <a:pt x="13501" y="4919"/>
                </a:lnTo>
                <a:lnTo>
                  <a:pt x="13413" y="4970"/>
                </a:lnTo>
                <a:lnTo>
                  <a:pt x="13319" y="5023"/>
                </a:lnTo>
                <a:lnTo>
                  <a:pt x="13219" y="5075"/>
                </a:lnTo>
                <a:lnTo>
                  <a:pt x="13114" y="5127"/>
                </a:lnTo>
                <a:lnTo>
                  <a:pt x="13005" y="5180"/>
                </a:lnTo>
                <a:lnTo>
                  <a:pt x="12891" y="5232"/>
                </a:lnTo>
                <a:lnTo>
                  <a:pt x="12774" y="5285"/>
                </a:lnTo>
                <a:lnTo>
                  <a:pt x="12655" y="5336"/>
                </a:lnTo>
                <a:lnTo>
                  <a:pt x="12535" y="5387"/>
                </a:lnTo>
                <a:lnTo>
                  <a:pt x="12412" y="5437"/>
                </a:lnTo>
                <a:lnTo>
                  <a:pt x="12290" y="5488"/>
                </a:lnTo>
                <a:lnTo>
                  <a:pt x="12166" y="5535"/>
                </a:lnTo>
                <a:lnTo>
                  <a:pt x="12045" y="5582"/>
                </a:lnTo>
                <a:lnTo>
                  <a:pt x="11925" y="5629"/>
                </a:lnTo>
                <a:lnTo>
                  <a:pt x="11806" y="5673"/>
                </a:lnTo>
                <a:lnTo>
                  <a:pt x="11691" y="5715"/>
                </a:lnTo>
                <a:lnTo>
                  <a:pt x="11579" y="5756"/>
                </a:lnTo>
                <a:lnTo>
                  <a:pt x="11368" y="5831"/>
                </a:lnTo>
                <a:lnTo>
                  <a:pt x="11178" y="5898"/>
                </a:lnTo>
                <a:lnTo>
                  <a:pt x="11016" y="5955"/>
                </a:lnTo>
                <a:lnTo>
                  <a:pt x="10885" y="5999"/>
                </a:lnTo>
                <a:lnTo>
                  <a:pt x="10766" y="6025"/>
                </a:lnTo>
                <a:lnTo>
                  <a:pt x="10647" y="6051"/>
                </a:lnTo>
                <a:lnTo>
                  <a:pt x="10528" y="6074"/>
                </a:lnTo>
                <a:lnTo>
                  <a:pt x="10409" y="6097"/>
                </a:lnTo>
                <a:lnTo>
                  <a:pt x="10290" y="6119"/>
                </a:lnTo>
                <a:lnTo>
                  <a:pt x="10171" y="6142"/>
                </a:lnTo>
                <a:lnTo>
                  <a:pt x="10053" y="6162"/>
                </a:lnTo>
                <a:lnTo>
                  <a:pt x="9935" y="6182"/>
                </a:lnTo>
                <a:lnTo>
                  <a:pt x="9816" y="6202"/>
                </a:lnTo>
                <a:lnTo>
                  <a:pt x="9697" y="6221"/>
                </a:lnTo>
                <a:lnTo>
                  <a:pt x="9578" y="6239"/>
                </a:lnTo>
                <a:lnTo>
                  <a:pt x="9460" y="6256"/>
                </a:lnTo>
                <a:lnTo>
                  <a:pt x="9224" y="6290"/>
                </a:lnTo>
                <a:lnTo>
                  <a:pt x="8987" y="6320"/>
                </a:lnTo>
                <a:lnTo>
                  <a:pt x="8750" y="6349"/>
                </a:lnTo>
                <a:lnTo>
                  <a:pt x="8515" y="6375"/>
                </a:lnTo>
                <a:lnTo>
                  <a:pt x="8279" y="6399"/>
                </a:lnTo>
                <a:lnTo>
                  <a:pt x="8045" y="6422"/>
                </a:lnTo>
                <a:lnTo>
                  <a:pt x="7811" y="6443"/>
                </a:lnTo>
                <a:lnTo>
                  <a:pt x="7576" y="6464"/>
                </a:lnTo>
                <a:lnTo>
                  <a:pt x="7343" y="6483"/>
                </a:lnTo>
                <a:lnTo>
                  <a:pt x="7111" y="6501"/>
                </a:ln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nvGrpSpPr>
          <p:cNvPr id="27654" name="Group 31">
            <a:extLst>
              <a:ext uri="{FF2B5EF4-FFF2-40B4-BE49-F238E27FC236}">
                <a16:creationId xmlns:a16="http://schemas.microsoft.com/office/drawing/2014/main" id="{8AD0E1A3-14DD-4098-8E36-D4EAB406BEE0}"/>
              </a:ext>
            </a:extLst>
          </p:cNvPr>
          <p:cNvGrpSpPr>
            <a:grpSpLocks/>
          </p:cNvGrpSpPr>
          <p:nvPr/>
        </p:nvGrpSpPr>
        <p:grpSpPr bwMode="auto">
          <a:xfrm>
            <a:off x="2097088" y="1941513"/>
            <a:ext cx="1633537" cy="2470150"/>
            <a:chOff x="1321" y="1223"/>
            <a:chExt cx="1029" cy="1556"/>
          </a:xfrm>
        </p:grpSpPr>
        <p:sp>
          <p:nvSpPr>
            <p:cNvPr id="27662" name="Freeform 17">
              <a:extLst>
                <a:ext uri="{FF2B5EF4-FFF2-40B4-BE49-F238E27FC236}">
                  <a16:creationId xmlns:a16="http://schemas.microsoft.com/office/drawing/2014/main" id="{AC1D9DA3-0AB3-4974-866C-E55D5B7FBC42}"/>
                </a:ext>
              </a:extLst>
            </p:cNvPr>
            <p:cNvSpPr>
              <a:spLocks/>
            </p:cNvSpPr>
            <p:nvPr/>
          </p:nvSpPr>
          <p:spPr bwMode="auto">
            <a:xfrm>
              <a:off x="1321" y="1223"/>
              <a:ext cx="1029" cy="1556"/>
            </a:xfrm>
            <a:custGeom>
              <a:avLst/>
              <a:gdLst>
                <a:gd name="T0" fmla="*/ 0 w 9617"/>
                <a:gd name="T1" fmla="*/ 0 h 14541"/>
                <a:gd name="T2" fmla="*/ 0 w 9617"/>
                <a:gd name="T3" fmla="*/ 0 h 14541"/>
                <a:gd name="T4" fmla="*/ 0 w 9617"/>
                <a:gd name="T5" fmla="*/ 0 h 14541"/>
                <a:gd name="T6" fmla="*/ 0 w 9617"/>
                <a:gd name="T7" fmla="*/ 0 h 14541"/>
                <a:gd name="T8" fmla="*/ 0 w 9617"/>
                <a:gd name="T9" fmla="*/ 0 h 14541"/>
                <a:gd name="T10" fmla="*/ 0 w 9617"/>
                <a:gd name="T11" fmla="*/ 0 h 14541"/>
                <a:gd name="T12" fmla="*/ 0 w 9617"/>
                <a:gd name="T13" fmla="*/ 0 h 14541"/>
                <a:gd name="T14" fmla="*/ 0 w 9617"/>
                <a:gd name="T15" fmla="*/ 0 h 14541"/>
                <a:gd name="T16" fmla="*/ 0 w 9617"/>
                <a:gd name="T17" fmla="*/ 0 h 14541"/>
                <a:gd name="T18" fmla="*/ 0 w 9617"/>
                <a:gd name="T19" fmla="*/ 0 h 14541"/>
                <a:gd name="T20" fmla="*/ 0 w 9617"/>
                <a:gd name="T21" fmla="*/ 0 h 14541"/>
                <a:gd name="T22" fmla="*/ 0 w 9617"/>
                <a:gd name="T23" fmla="*/ 0 h 14541"/>
                <a:gd name="T24" fmla="*/ 0 w 9617"/>
                <a:gd name="T25" fmla="*/ 0 h 14541"/>
                <a:gd name="T26" fmla="*/ 0 w 9617"/>
                <a:gd name="T27" fmla="*/ 0 h 14541"/>
                <a:gd name="T28" fmla="*/ 0 w 9617"/>
                <a:gd name="T29" fmla="*/ 0 h 14541"/>
                <a:gd name="T30" fmla="*/ 0 w 9617"/>
                <a:gd name="T31" fmla="*/ 0 h 14541"/>
                <a:gd name="T32" fmla="*/ 0 w 9617"/>
                <a:gd name="T33" fmla="*/ 0 h 14541"/>
                <a:gd name="T34" fmla="*/ 0 w 9617"/>
                <a:gd name="T35" fmla="*/ 0 h 14541"/>
                <a:gd name="T36" fmla="*/ 0 w 9617"/>
                <a:gd name="T37" fmla="*/ 0 h 14541"/>
                <a:gd name="T38" fmla="*/ 0 w 9617"/>
                <a:gd name="T39" fmla="*/ 0 h 14541"/>
                <a:gd name="T40" fmla="*/ 0 w 9617"/>
                <a:gd name="T41" fmla="*/ 0 h 14541"/>
                <a:gd name="T42" fmla="*/ 0 w 9617"/>
                <a:gd name="T43" fmla="*/ 0 h 14541"/>
                <a:gd name="T44" fmla="*/ 0 w 9617"/>
                <a:gd name="T45" fmla="*/ 0 h 14541"/>
                <a:gd name="T46" fmla="*/ 0 w 9617"/>
                <a:gd name="T47" fmla="*/ 0 h 14541"/>
                <a:gd name="T48" fmla="*/ 0 w 9617"/>
                <a:gd name="T49" fmla="*/ 0 h 14541"/>
                <a:gd name="T50" fmla="*/ 0 w 9617"/>
                <a:gd name="T51" fmla="*/ 0 h 14541"/>
                <a:gd name="T52" fmla="*/ 0 w 9617"/>
                <a:gd name="T53" fmla="*/ 0 h 14541"/>
                <a:gd name="T54" fmla="*/ 0 w 9617"/>
                <a:gd name="T55" fmla="*/ 0 h 14541"/>
                <a:gd name="T56" fmla="*/ 0 w 9617"/>
                <a:gd name="T57" fmla="*/ 0 h 14541"/>
                <a:gd name="T58" fmla="*/ 0 w 9617"/>
                <a:gd name="T59" fmla="*/ 0 h 14541"/>
                <a:gd name="T60" fmla="*/ 0 w 9617"/>
                <a:gd name="T61" fmla="*/ 0 h 14541"/>
                <a:gd name="T62" fmla="*/ 0 w 9617"/>
                <a:gd name="T63" fmla="*/ 0 h 14541"/>
                <a:gd name="T64" fmla="*/ 0 w 9617"/>
                <a:gd name="T65" fmla="*/ 0 h 14541"/>
                <a:gd name="T66" fmla="*/ 0 w 9617"/>
                <a:gd name="T67" fmla="*/ 0 h 14541"/>
                <a:gd name="T68" fmla="*/ 0 w 9617"/>
                <a:gd name="T69" fmla="*/ 0 h 14541"/>
                <a:gd name="T70" fmla="*/ 0 w 9617"/>
                <a:gd name="T71" fmla="*/ 0 h 14541"/>
                <a:gd name="T72" fmla="*/ 0 w 9617"/>
                <a:gd name="T73" fmla="*/ 0 h 14541"/>
                <a:gd name="T74" fmla="*/ 0 w 9617"/>
                <a:gd name="T75" fmla="*/ 0 h 14541"/>
                <a:gd name="T76" fmla="*/ 0 w 9617"/>
                <a:gd name="T77" fmla="*/ 0 h 14541"/>
                <a:gd name="T78" fmla="*/ 0 w 9617"/>
                <a:gd name="T79" fmla="*/ 0 h 14541"/>
                <a:gd name="T80" fmla="*/ 0 w 9617"/>
                <a:gd name="T81" fmla="*/ 0 h 14541"/>
                <a:gd name="T82" fmla="*/ 0 w 9617"/>
                <a:gd name="T83" fmla="*/ 0 h 14541"/>
                <a:gd name="T84" fmla="*/ 0 w 9617"/>
                <a:gd name="T85" fmla="*/ 0 h 14541"/>
                <a:gd name="T86" fmla="*/ 0 w 9617"/>
                <a:gd name="T87" fmla="*/ 0 h 14541"/>
                <a:gd name="T88" fmla="*/ 0 w 9617"/>
                <a:gd name="T89" fmla="*/ 0 h 14541"/>
                <a:gd name="T90" fmla="*/ 0 w 9617"/>
                <a:gd name="T91" fmla="*/ 0 h 14541"/>
                <a:gd name="T92" fmla="*/ 0 w 9617"/>
                <a:gd name="T93" fmla="*/ 0 h 14541"/>
                <a:gd name="T94" fmla="*/ 0 w 9617"/>
                <a:gd name="T95" fmla="*/ 0 h 14541"/>
                <a:gd name="T96" fmla="*/ 0 w 9617"/>
                <a:gd name="T97" fmla="*/ 0 h 14541"/>
                <a:gd name="T98" fmla="*/ 0 w 9617"/>
                <a:gd name="T99" fmla="*/ 0 h 14541"/>
                <a:gd name="T100" fmla="*/ 0 w 9617"/>
                <a:gd name="T101" fmla="*/ 0 h 14541"/>
                <a:gd name="T102" fmla="*/ 0 w 9617"/>
                <a:gd name="T103" fmla="*/ 0 h 14541"/>
                <a:gd name="T104" fmla="*/ 0 w 9617"/>
                <a:gd name="T105" fmla="*/ 0 h 14541"/>
                <a:gd name="T106" fmla="*/ 0 w 9617"/>
                <a:gd name="T107" fmla="*/ 0 h 14541"/>
                <a:gd name="T108" fmla="*/ 0 w 9617"/>
                <a:gd name="T109" fmla="*/ 0 h 14541"/>
                <a:gd name="T110" fmla="*/ 0 w 9617"/>
                <a:gd name="T111" fmla="*/ 0 h 14541"/>
                <a:gd name="T112" fmla="*/ 0 w 9617"/>
                <a:gd name="T113" fmla="*/ 0 h 14541"/>
                <a:gd name="T114" fmla="*/ 0 w 9617"/>
                <a:gd name="T115" fmla="*/ 0 h 14541"/>
                <a:gd name="T116" fmla="*/ 0 w 9617"/>
                <a:gd name="T117" fmla="*/ 0 h 14541"/>
                <a:gd name="T118" fmla="*/ 0 w 9617"/>
                <a:gd name="T119" fmla="*/ 0 h 14541"/>
                <a:gd name="T120" fmla="*/ 0 w 9617"/>
                <a:gd name="T121" fmla="*/ 0 h 145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617"/>
                <a:gd name="T184" fmla="*/ 0 h 14541"/>
                <a:gd name="T185" fmla="*/ 9617 w 9617"/>
                <a:gd name="T186" fmla="*/ 14541 h 145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617" h="14541">
                  <a:moveTo>
                    <a:pt x="3551" y="14541"/>
                  </a:moveTo>
                  <a:lnTo>
                    <a:pt x="3538" y="14506"/>
                  </a:lnTo>
                  <a:lnTo>
                    <a:pt x="3526" y="14472"/>
                  </a:lnTo>
                  <a:lnTo>
                    <a:pt x="3512" y="14440"/>
                  </a:lnTo>
                  <a:lnTo>
                    <a:pt x="3499" y="14406"/>
                  </a:lnTo>
                  <a:lnTo>
                    <a:pt x="3486" y="14373"/>
                  </a:lnTo>
                  <a:lnTo>
                    <a:pt x="3474" y="14341"/>
                  </a:lnTo>
                  <a:lnTo>
                    <a:pt x="3463" y="14309"/>
                  </a:lnTo>
                  <a:lnTo>
                    <a:pt x="3451" y="14277"/>
                  </a:lnTo>
                  <a:lnTo>
                    <a:pt x="3297" y="14175"/>
                  </a:lnTo>
                  <a:lnTo>
                    <a:pt x="3143" y="14075"/>
                  </a:lnTo>
                  <a:lnTo>
                    <a:pt x="2989" y="13974"/>
                  </a:lnTo>
                  <a:lnTo>
                    <a:pt x="2837" y="13873"/>
                  </a:lnTo>
                  <a:lnTo>
                    <a:pt x="2684" y="13773"/>
                  </a:lnTo>
                  <a:lnTo>
                    <a:pt x="2531" y="13674"/>
                  </a:lnTo>
                  <a:lnTo>
                    <a:pt x="2378" y="13576"/>
                  </a:lnTo>
                  <a:lnTo>
                    <a:pt x="2226" y="13479"/>
                  </a:lnTo>
                  <a:lnTo>
                    <a:pt x="2074" y="13384"/>
                  </a:lnTo>
                  <a:lnTo>
                    <a:pt x="1923" y="13289"/>
                  </a:lnTo>
                  <a:lnTo>
                    <a:pt x="1771" y="13197"/>
                  </a:lnTo>
                  <a:lnTo>
                    <a:pt x="1619" y="13108"/>
                  </a:lnTo>
                  <a:lnTo>
                    <a:pt x="1469" y="13020"/>
                  </a:lnTo>
                  <a:lnTo>
                    <a:pt x="1317" y="12935"/>
                  </a:lnTo>
                  <a:lnTo>
                    <a:pt x="1243" y="12893"/>
                  </a:lnTo>
                  <a:lnTo>
                    <a:pt x="1167" y="12852"/>
                  </a:lnTo>
                  <a:lnTo>
                    <a:pt x="1092" y="12813"/>
                  </a:lnTo>
                  <a:lnTo>
                    <a:pt x="1017" y="12773"/>
                  </a:lnTo>
                  <a:lnTo>
                    <a:pt x="1017" y="12747"/>
                  </a:lnTo>
                  <a:lnTo>
                    <a:pt x="1017" y="12724"/>
                  </a:lnTo>
                  <a:lnTo>
                    <a:pt x="1017" y="12702"/>
                  </a:lnTo>
                  <a:lnTo>
                    <a:pt x="1017" y="12680"/>
                  </a:lnTo>
                  <a:lnTo>
                    <a:pt x="953" y="12644"/>
                  </a:lnTo>
                  <a:lnTo>
                    <a:pt x="888" y="12608"/>
                  </a:lnTo>
                  <a:lnTo>
                    <a:pt x="824" y="12571"/>
                  </a:lnTo>
                  <a:lnTo>
                    <a:pt x="760" y="12536"/>
                  </a:lnTo>
                  <a:lnTo>
                    <a:pt x="696" y="12500"/>
                  </a:lnTo>
                  <a:lnTo>
                    <a:pt x="633" y="12465"/>
                  </a:lnTo>
                  <a:lnTo>
                    <a:pt x="569" y="12430"/>
                  </a:lnTo>
                  <a:lnTo>
                    <a:pt x="506" y="12394"/>
                  </a:lnTo>
                  <a:lnTo>
                    <a:pt x="442" y="12359"/>
                  </a:lnTo>
                  <a:lnTo>
                    <a:pt x="379" y="12324"/>
                  </a:lnTo>
                  <a:lnTo>
                    <a:pt x="316" y="12289"/>
                  </a:lnTo>
                  <a:lnTo>
                    <a:pt x="253" y="12254"/>
                  </a:lnTo>
                  <a:lnTo>
                    <a:pt x="189" y="12219"/>
                  </a:lnTo>
                  <a:lnTo>
                    <a:pt x="126" y="12184"/>
                  </a:lnTo>
                  <a:lnTo>
                    <a:pt x="63" y="12149"/>
                  </a:lnTo>
                  <a:lnTo>
                    <a:pt x="0" y="12114"/>
                  </a:lnTo>
                  <a:lnTo>
                    <a:pt x="0" y="12088"/>
                  </a:lnTo>
                  <a:lnTo>
                    <a:pt x="0" y="12061"/>
                  </a:lnTo>
                  <a:lnTo>
                    <a:pt x="0" y="12034"/>
                  </a:lnTo>
                  <a:lnTo>
                    <a:pt x="0" y="12007"/>
                  </a:lnTo>
                  <a:lnTo>
                    <a:pt x="0" y="11980"/>
                  </a:lnTo>
                  <a:lnTo>
                    <a:pt x="0" y="11954"/>
                  </a:lnTo>
                  <a:lnTo>
                    <a:pt x="0" y="11927"/>
                  </a:lnTo>
                  <a:lnTo>
                    <a:pt x="0" y="11900"/>
                  </a:lnTo>
                  <a:lnTo>
                    <a:pt x="58" y="11899"/>
                  </a:lnTo>
                  <a:lnTo>
                    <a:pt x="124" y="11899"/>
                  </a:lnTo>
                  <a:lnTo>
                    <a:pt x="197" y="11900"/>
                  </a:lnTo>
                  <a:lnTo>
                    <a:pt x="275" y="11900"/>
                  </a:lnTo>
                  <a:lnTo>
                    <a:pt x="357" y="11900"/>
                  </a:lnTo>
                  <a:lnTo>
                    <a:pt x="443" y="11899"/>
                  </a:lnTo>
                  <a:lnTo>
                    <a:pt x="530" y="11897"/>
                  </a:lnTo>
                  <a:lnTo>
                    <a:pt x="619" y="11892"/>
                  </a:lnTo>
                  <a:lnTo>
                    <a:pt x="663" y="11888"/>
                  </a:lnTo>
                  <a:lnTo>
                    <a:pt x="708" y="11885"/>
                  </a:lnTo>
                  <a:lnTo>
                    <a:pt x="751" y="11880"/>
                  </a:lnTo>
                  <a:lnTo>
                    <a:pt x="794" y="11874"/>
                  </a:lnTo>
                  <a:lnTo>
                    <a:pt x="837" y="11869"/>
                  </a:lnTo>
                  <a:lnTo>
                    <a:pt x="878" y="11862"/>
                  </a:lnTo>
                  <a:lnTo>
                    <a:pt x="919" y="11853"/>
                  </a:lnTo>
                  <a:lnTo>
                    <a:pt x="958" y="11844"/>
                  </a:lnTo>
                  <a:lnTo>
                    <a:pt x="997" y="11834"/>
                  </a:lnTo>
                  <a:lnTo>
                    <a:pt x="1034" y="11823"/>
                  </a:lnTo>
                  <a:lnTo>
                    <a:pt x="1069" y="11810"/>
                  </a:lnTo>
                  <a:lnTo>
                    <a:pt x="1103" y="11796"/>
                  </a:lnTo>
                  <a:lnTo>
                    <a:pt x="1134" y="11781"/>
                  </a:lnTo>
                  <a:lnTo>
                    <a:pt x="1165" y="11765"/>
                  </a:lnTo>
                  <a:lnTo>
                    <a:pt x="1192" y="11747"/>
                  </a:lnTo>
                  <a:lnTo>
                    <a:pt x="1217" y="11727"/>
                  </a:lnTo>
                  <a:lnTo>
                    <a:pt x="1228" y="11750"/>
                  </a:lnTo>
                  <a:lnTo>
                    <a:pt x="1239" y="11772"/>
                  </a:lnTo>
                  <a:lnTo>
                    <a:pt x="1250" y="11795"/>
                  </a:lnTo>
                  <a:lnTo>
                    <a:pt x="1260" y="11821"/>
                  </a:lnTo>
                  <a:lnTo>
                    <a:pt x="1282" y="11810"/>
                  </a:lnTo>
                  <a:lnTo>
                    <a:pt x="1308" y="11800"/>
                  </a:lnTo>
                  <a:lnTo>
                    <a:pt x="1334" y="11788"/>
                  </a:lnTo>
                  <a:lnTo>
                    <a:pt x="1361" y="11778"/>
                  </a:lnTo>
                  <a:lnTo>
                    <a:pt x="1372" y="11751"/>
                  </a:lnTo>
                  <a:lnTo>
                    <a:pt x="1383" y="11725"/>
                  </a:lnTo>
                  <a:lnTo>
                    <a:pt x="1392" y="11696"/>
                  </a:lnTo>
                  <a:lnTo>
                    <a:pt x="1400" y="11662"/>
                  </a:lnTo>
                  <a:lnTo>
                    <a:pt x="1410" y="11621"/>
                  </a:lnTo>
                  <a:lnTo>
                    <a:pt x="1419" y="11569"/>
                  </a:lnTo>
                  <a:lnTo>
                    <a:pt x="1429" y="11503"/>
                  </a:lnTo>
                  <a:lnTo>
                    <a:pt x="1440" y="11420"/>
                  </a:lnTo>
                  <a:lnTo>
                    <a:pt x="1453" y="11317"/>
                  </a:lnTo>
                  <a:lnTo>
                    <a:pt x="1467" y="11194"/>
                  </a:lnTo>
                  <a:lnTo>
                    <a:pt x="1483" y="11043"/>
                  </a:lnTo>
                  <a:lnTo>
                    <a:pt x="1503" y="10866"/>
                  </a:lnTo>
                  <a:lnTo>
                    <a:pt x="1525" y="10657"/>
                  </a:lnTo>
                  <a:lnTo>
                    <a:pt x="1549" y="10414"/>
                  </a:lnTo>
                  <a:lnTo>
                    <a:pt x="1579" y="10135"/>
                  </a:lnTo>
                  <a:lnTo>
                    <a:pt x="1611" y="9816"/>
                  </a:lnTo>
                  <a:lnTo>
                    <a:pt x="1646" y="9655"/>
                  </a:lnTo>
                  <a:lnTo>
                    <a:pt x="1684" y="9491"/>
                  </a:lnTo>
                  <a:lnTo>
                    <a:pt x="1722" y="9322"/>
                  </a:lnTo>
                  <a:lnTo>
                    <a:pt x="1764" y="9149"/>
                  </a:lnTo>
                  <a:lnTo>
                    <a:pt x="1808" y="8974"/>
                  </a:lnTo>
                  <a:lnTo>
                    <a:pt x="1855" y="8796"/>
                  </a:lnTo>
                  <a:lnTo>
                    <a:pt x="1904" y="8615"/>
                  </a:lnTo>
                  <a:lnTo>
                    <a:pt x="1955" y="8434"/>
                  </a:lnTo>
                  <a:lnTo>
                    <a:pt x="2009" y="8249"/>
                  </a:lnTo>
                  <a:lnTo>
                    <a:pt x="2065" y="8064"/>
                  </a:lnTo>
                  <a:lnTo>
                    <a:pt x="2123" y="7878"/>
                  </a:lnTo>
                  <a:lnTo>
                    <a:pt x="2185" y="7690"/>
                  </a:lnTo>
                  <a:lnTo>
                    <a:pt x="2248" y="7503"/>
                  </a:lnTo>
                  <a:lnTo>
                    <a:pt x="2314" y="7317"/>
                  </a:lnTo>
                  <a:lnTo>
                    <a:pt x="2383" y="7130"/>
                  </a:lnTo>
                  <a:lnTo>
                    <a:pt x="2454" y="6945"/>
                  </a:lnTo>
                  <a:lnTo>
                    <a:pt x="2528" y="6762"/>
                  </a:lnTo>
                  <a:lnTo>
                    <a:pt x="2605" y="6579"/>
                  </a:lnTo>
                  <a:lnTo>
                    <a:pt x="2684" y="6400"/>
                  </a:lnTo>
                  <a:lnTo>
                    <a:pt x="2765" y="6221"/>
                  </a:lnTo>
                  <a:lnTo>
                    <a:pt x="2849" y="6048"/>
                  </a:lnTo>
                  <a:lnTo>
                    <a:pt x="2936" y="5875"/>
                  </a:lnTo>
                  <a:lnTo>
                    <a:pt x="3025" y="5707"/>
                  </a:lnTo>
                  <a:lnTo>
                    <a:pt x="3118" y="5544"/>
                  </a:lnTo>
                  <a:lnTo>
                    <a:pt x="3212" y="5384"/>
                  </a:lnTo>
                  <a:lnTo>
                    <a:pt x="3310" y="5229"/>
                  </a:lnTo>
                  <a:lnTo>
                    <a:pt x="3410" y="5079"/>
                  </a:lnTo>
                  <a:lnTo>
                    <a:pt x="3513" y="4934"/>
                  </a:lnTo>
                  <a:lnTo>
                    <a:pt x="3619" y="4796"/>
                  </a:lnTo>
                  <a:lnTo>
                    <a:pt x="3727" y="4663"/>
                  </a:lnTo>
                  <a:lnTo>
                    <a:pt x="3839" y="4537"/>
                  </a:lnTo>
                  <a:lnTo>
                    <a:pt x="3952" y="4418"/>
                  </a:lnTo>
                  <a:lnTo>
                    <a:pt x="3983" y="4371"/>
                  </a:lnTo>
                  <a:lnTo>
                    <a:pt x="4015" y="4324"/>
                  </a:lnTo>
                  <a:lnTo>
                    <a:pt x="4051" y="4276"/>
                  </a:lnTo>
                  <a:lnTo>
                    <a:pt x="4089" y="4227"/>
                  </a:lnTo>
                  <a:lnTo>
                    <a:pt x="4167" y="4130"/>
                  </a:lnTo>
                  <a:lnTo>
                    <a:pt x="4247" y="4033"/>
                  </a:lnTo>
                  <a:lnTo>
                    <a:pt x="4287" y="3986"/>
                  </a:lnTo>
                  <a:lnTo>
                    <a:pt x="4325" y="3937"/>
                  </a:lnTo>
                  <a:lnTo>
                    <a:pt x="4363" y="3889"/>
                  </a:lnTo>
                  <a:lnTo>
                    <a:pt x="4397" y="3842"/>
                  </a:lnTo>
                  <a:lnTo>
                    <a:pt x="4429" y="3796"/>
                  </a:lnTo>
                  <a:lnTo>
                    <a:pt x="4458" y="3749"/>
                  </a:lnTo>
                  <a:lnTo>
                    <a:pt x="4471" y="3727"/>
                  </a:lnTo>
                  <a:lnTo>
                    <a:pt x="4483" y="3704"/>
                  </a:lnTo>
                  <a:lnTo>
                    <a:pt x="4494" y="3681"/>
                  </a:lnTo>
                  <a:lnTo>
                    <a:pt x="4504" y="3659"/>
                  </a:lnTo>
                  <a:lnTo>
                    <a:pt x="4526" y="3659"/>
                  </a:lnTo>
                  <a:lnTo>
                    <a:pt x="4548" y="3659"/>
                  </a:lnTo>
                  <a:lnTo>
                    <a:pt x="4571" y="3659"/>
                  </a:lnTo>
                  <a:lnTo>
                    <a:pt x="4597" y="3659"/>
                  </a:lnTo>
                  <a:lnTo>
                    <a:pt x="4615" y="3620"/>
                  </a:lnTo>
                  <a:lnTo>
                    <a:pt x="4634" y="3580"/>
                  </a:lnTo>
                  <a:lnTo>
                    <a:pt x="4658" y="3539"/>
                  </a:lnTo>
                  <a:lnTo>
                    <a:pt x="4683" y="3497"/>
                  </a:lnTo>
                  <a:lnTo>
                    <a:pt x="4711" y="3454"/>
                  </a:lnTo>
                  <a:lnTo>
                    <a:pt x="4742" y="3411"/>
                  </a:lnTo>
                  <a:lnTo>
                    <a:pt x="4774" y="3368"/>
                  </a:lnTo>
                  <a:lnTo>
                    <a:pt x="4809" y="3325"/>
                  </a:lnTo>
                  <a:lnTo>
                    <a:pt x="4847" y="3280"/>
                  </a:lnTo>
                  <a:lnTo>
                    <a:pt x="4885" y="3235"/>
                  </a:lnTo>
                  <a:lnTo>
                    <a:pt x="4925" y="3191"/>
                  </a:lnTo>
                  <a:lnTo>
                    <a:pt x="4965" y="3145"/>
                  </a:lnTo>
                  <a:lnTo>
                    <a:pt x="5009" y="3101"/>
                  </a:lnTo>
                  <a:lnTo>
                    <a:pt x="5052" y="3055"/>
                  </a:lnTo>
                  <a:lnTo>
                    <a:pt x="5096" y="3010"/>
                  </a:lnTo>
                  <a:lnTo>
                    <a:pt x="5142" y="2966"/>
                  </a:lnTo>
                  <a:lnTo>
                    <a:pt x="5232" y="2876"/>
                  </a:lnTo>
                  <a:lnTo>
                    <a:pt x="5325" y="2789"/>
                  </a:lnTo>
                  <a:lnTo>
                    <a:pt x="5417" y="2702"/>
                  </a:lnTo>
                  <a:lnTo>
                    <a:pt x="5505" y="2620"/>
                  </a:lnTo>
                  <a:lnTo>
                    <a:pt x="5592" y="2539"/>
                  </a:lnTo>
                  <a:lnTo>
                    <a:pt x="5672" y="2462"/>
                  </a:lnTo>
                  <a:lnTo>
                    <a:pt x="5748" y="2389"/>
                  </a:lnTo>
                  <a:lnTo>
                    <a:pt x="5814" y="2320"/>
                  </a:lnTo>
                  <a:lnTo>
                    <a:pt x="5921" y="2231"/>
                  </a:lnTo>
                  <a:lnTo>
                    <a:pt x="6028" y="2143"/>
                  </a:lnTo>
                  <a:lnTo>
                    <a:pt x="6136" y="2057"/>
                  </a:lnTo>
                  <a:lnTo>
                    <a:pt x="6243" y="1971"/>
                  </a:lnTo>
                  <a:lnTo>
                    <a:pt x="6353" y="1888"/>
                  </a:lnTo>
                  <a:lnTo>
                    <a:pt x="6461" y="1804"/>
                  </a:lnTo>
                  <a:lnTo>
                    <a:pt x="6572" y="1722"/>
                  </a:lnTo>
                  <a:lnTo>
                    <a:pt x="6683" y="1642"/>
                  </a:lnTo>
                  <a:lnTo>
                    <a:pt x="6794" y="1562"/>
                  </a:lnTo>
                  <a:lnTo>
                    <a:pt x="6905" y="1484"/>
                  </a:lnTo>
                  <a:lnTo>
                    <a:pt x="7019" y="1407"/>
                  </a:lnTo>
                  <a:lnTo>
                    <a:pt x="7132" y="1332"/>
                  </a:lnTo>
                  <a:lnTo>
                    <a:pt x="7245" y="1256"/>
                  </a:lnTo>
                  <a:lnTo>
                    <a:pt x="7359" y="1182"/>
                  </a:lnTo>
                  <a:lnTo>
                    <a:pt x="7474" y="1109"/>
                  </a:lnTo>
                  <a:lnTo>
                    <a:pt x="7591" y="1037"/>
                  </a:lnTo>
                  <a:lnTo>
                    <a:pt x="7706" y="966"/>
                  </a:lnTo>
                  <a:lnTo>
                    <a:pt x="7824" y="896"/>
                  </a:lnTo>
                  <a:lnTo>
                    <a:pt x="7942" y="827"/>
                  </a:lnTo>
                  <a:lnTo>
                    <a:pt x="8061" y="758"/>
                  </a:lnTo>
                  <a:lnTo>
                    <a:pt x="8180" y="692"/>
                  </a:lnTo>
                  <a:lnTo>
                    <a:pt x="8300" y="625"/>
                  </a:lnTo>
                  <a:lnTo>
                    <a:pt x="8420" y="559"/>
                  </a:lnTo>
                  <a:lnTo>
                    <a:pt x="8541" y="495"/>
                  </a:lnTo>
                  <a:lnTo>
                    <a:pt x="8664" y="431"/>
                  </a:lnTo>
                  <a:lnTo>
                    <a:pt x="8786" y="366"/>
                  </a:lnTo>
                  <a:lnTo>
                    <a:pt x="8910" y="303"/>
                  </a:lnTo>
                  <a:lnTo>
                    <a:pt x="9034" y="242"/>
                  </a:lnTo>
                  <a:lnTo>
                    <a:pt x="9159" y="181"/>
                  </a:lnTo>
                  <a:lnTo>
                    <a:pt x="9285" y="120"/>
                  </a:lnTo>
                  <a:lnTo>
                    <a:pt x="9411" y="60"/>
                  </a:lnTo>
                  <a:lnTo>
                    <a:pt x="9538" y="0"/>
                  </a:lnTo>
                  <a:lnTo>
                    <a:pt x="9556" y="17"/>
                  </a:lnTo>
                  <a:lnTo>
                    <a:pt x="9575" y="33"/>
                  </a:lnTo>
                  <a:lnTo>
                    <a:pt x="9595" y="49"/>
                  </a:lnTo>
                  <a:lnTo>
                    <a:pt x="9617" y="66"/>
                  </a:lnTo>
                  <a:lnTo>
                    <a:pt x="9617" y="104"/>
                  </a:lnTo>
                  <a:lnTo>
                    <a:pt x="9617" y="145"/>
                  </a:lnTo>
                  <a:lnTo>
                    <a:pt x="9617" y="187"/>
                  </a:lnTo>
                  <a:lnTo>
                    <a:pt x="9617" y="230"/>
                  </a:lnTo>
                  <a:lnTo>
                    <a:pt x="9590" y="237"/>
                  </a:lnTo>
                  <a:lnTo>
                    <a:pt x="9564" y="245"/>
                  </a:lnTo>
                  <a:lnTo>
                    <a:pt x="9539" y="255"/>
                  </a:lnTo>
                  <a:lnTo>
                    <a:pt x="9517" y="266"/>
                  </a:lnTo>
                  <a:lnTo>
                    <a:pt x="9517" y="288"/>
                  </a:lnTo>
                  <a:lnTo>
                    <a:pt x="9517" y="313"/>
                  </a:lnTo>
                  <a:lnTo>
                    <a:pt x="9517" y="340"/>
                  </a:lnTo>
                  <a:lnTo>
                    <a:pt x="9517" y="366"/>
                  </a:lnTo>
                  <a:lnTo>
                    <a:pt x="9484" y="377"/>
                  </a:lnTo>
                  <a:lnTo>
                    <a:pt x="9453" y="387"/>
                  </a:lnTo>
                  <a:lnTo>
                    <a:pt x="9423" y="398"/>
                  </a:lnTo>
                  <a:lnTo>
                    <a:pt x="9395" y="408"/>
                  </a:lnTo>
                  <a:lnTo>
                    <a:pt x="9269" y="548"/>
                  </a:lnTo>
                  <a:lnTo>
                    <a:pt x="9144" y="687"/>
                  </a:lnTo>
                  <a:lnTo>
                    <a:pt x="9023" y="826"/>
                  </a:lnTo>
                  <a:lnTo>
                    <a:pt x="8905" y="966"/>
                  </a:lnTo>
                  <a:lnTo>
                    <a:pt x="8788" y="1105"/>
                  </a:lnTo>
                  <a:lnTo>
                    <a:pt x="8675" y="1245"/>
                  </a:lnTo>
                  <a:lnTo>
                    <a:pt x="8565" y="1386"/>
                  </a:lnTo>
                  <a:lnTo>
                    <a:pt x="8456" y="1527"/>
                  </a:lnTo>
                  <a:lnTo>
                    <a:pt x="8351" y="1668"/>
                  </a:lnTo>
                  <a:lnTo>
                    <a:pt x="8247" y="1811"/>
                  </a:lnTo>
                  <a:lnTo>
                    <a:pt x="8146" y="1954"/>
                  </a:lnTo>
                  <a:lnTo>
                    <a:pt x="8047" y="2098"/>
                  </a:lnTo>
                  <a:lnTo>
                    <a:pt x="7950" y="2243"/>
                  </a:lnTo>
                  <a:lnTo>
                    <a:pt x="7856" y="2390"/>
                  </a:lnTo>
                  <a:lnTo>
                    <a:pt x="7762" y="2537"/>
                  </a:lnTo>
                  <a:lnTo>
                    <a:pt x="7671" y="2685"/>
                  </a:lnTo>
                  <a:lnTo>
                    <a:pt x="7583" y="2834"/>
                  </a:lnTo>
                  <a:lnTo>
                    <a:pt x="7497" y="2984"/>
                  </a:lnTo>
                  <a:lnTo>
                    <a:pt x="7410" y="3137"/>
                  </a:lnTo>
                  <a:lnTo>
                    <a:pt x="7328" y="3291"/>
                  </a:lnTo>
                  <a:lnTo>
                    <a:pt x="7246" y="3446"/>
                  </a:lnTo>
                  <a:lnTo>
                    <a:pt x="7165" y="3603"/>
                  </a:lnTo>
                  <a:lnTo>
                    <a:pt x="7086" y="3762"/>
                  </a:lnTo>
                  <a:lnTo>
                    <a:pt x="7009" y="3921"/>
                  </a:lnTo>
                  <a:lnTo>
                    <a:pt x="6933" y="4084"/>
                  </a:lnTo>
                  <a:lnTo>
                    <a:pt x="6859" y="4248"/>
                  </a:lnTo>
                  <a:lnTo>
                    <a:pt x="6787" y="4413"/>
                  </a:lnTo>
                  <a:lnTo>
                    <a:pt x="6714" y="4582"/>
                  </a:lnTo>
                  <a:lnTo>
                    <a:pt x="6643" y="4753"/>
                  </a:lnTo>
                  <a:lnTo>
                    <a:pt x="6573" y="4925"/>
                  </a:lnTo>
                  <a:lnTo>
                    <a:pt x="6506" y="5100"/>
                  </a:lnTo>
                  <a:lnTo>
                    <a:pt x="6438" y="5277"/>
                  </a:lnTo>
                  <a:lnTo>
                    <a:pt x="6390" y="5445"/>
                  </a:lnTo>
                  <a:lnTo>
                    <a:pt x="6345" y="5613"/>
                  </a:lnTo>
                  <a:lnTo>
                    <a:pt x="6302" y="5779"/>
                  </a:lnTo>
                  <a:lnTo>
                    <a:pt x="6261" y="5946"/>
                  </a:lnTo>
                  <a:lnTo>
                    <a:pt x="6221" y="6113"/>
                  </a:lnTo>
                  <a:lnTo>
                    <a:pt x="6184" y="6278"/>
                  </a:lnTo>
                  <a:lnTo>
                    <a:pt x="6149" y="6444"/>
                  </a:lnTo>
                  <a:lnTo>
                    <a:pt x="6115" y="6609"/>
                  </a:lnTo>
                  <a:lnTo>
                    <a:pt x="6084" y="6774"/>
                  </a:lnTo>
                  <a:lnTo>
                    <a:pt x="6054" y="6939"/>
                  </a:lnTo>
                  <a:lnTo>
                    <a:pt x="6028" y="7104"/>
                  </a:lnTo>
                  <a:lnTo>
                    <a:pt x="6002" y="7269"/>
                  </a:lnTo>
                  <a:lnTo>
                    <a:pt x="5979" y="7435"/>
                  </a:lnTo>
                  <a:lnTo>
                    <a:pt x="5958" y="7599"/>
                  </a:lnTo>
                  <a:lnTo>
                    <a:pt x="5938" y="7764"/>
                  </a:lnTo>
                  <a:lnTo>
                    <a:pt x="5920" y="7931"/>
                  </a:lnTo>
                  <a:lnTo>
                    <a:pt x="5905" y="8097"/>
                  </a:lnTo>
                  <a:lnTo>
                    <a:pt x="5891" y="8263"/>
                  </a:lnTo>
                  <a:lnTo>
                    <a:pt x="5880" y="8430"/>
                  </a:lnTo>
                  <a:lnTo>
                    <a:pt x="5870" y="8598"/>
                  </a:lnTo>
                  <a:lnTo>
                    <a:pt x="5862" y="8766"/>
                  </a:lnTo>
                  <a:lnTo>
                    <a:pt x="5857" y="8935"/>
                  </a:lnTo>
                  <a:lnTo>
                    <a:pt x="5853" y="9105"/>
                  </a:lnTo>
                  <a:lnTo>
                    <a:pt x="5852" y="9275"/>
                  </a:lnTo>
                  <a:lnTo>
                    <a:pt x="5852" y="9446"/>
                  </a:lnTo>
                  <a:lnTo>
                    <a:pt x="5854" y="9619"/>
                  </a:lnTo>
                  <a:lnTo>
                    <a:pt x="5859" y="9791"/>
                  </a:lnTo>
                  <a:lnTo>
                    <a:pt x="5864" y="9966"/>
                  </a:lnTo>
                  <a:lnTo>
                    <a:pt x="5873" y="10141"/>
                  </a:lnTo>
                  <a:lnTo>
                    <a:pt x="5882" y="10318"/>
                  </a:lnTo>
                  <a:lnTo>
                    <a:pt x="5893" y="10497"/>
                  </a:lnTo>
                  <a:lnTo>
                    <a:pt x="5907" y="10675"/>
                  </a:lnTo>
                  <a:lnTo>
                    <a:pt x="5941" y="10843"/>
                  </a:lnTo>
                  <a:lnTo>
                    <a:pt x="5972" y="10990"/>
                  </a:lnTo>
                  <a:lnTo>
                    <a:pt x="5997" y="11117"/>
                  </a:lnTo>
                  <a:lnTo>
                    <a:pt x="6021" y="11226"/>
                  </a:lnTo>
                  <a:lnTo>
                    <a:pt x="6040" y="11320"/>
                  </a:lnTo>
                  <a:lnTo>
                    <a:pt x="6057" y="11398"/>
                  </a:lnTo>
                  <a:lnTo>
                    <a:pt x="6072" y="11463"/>
                  </a:lnTo>
                  <a:lnTo>
                    <a:pt x="6084" y="11515"/>
                  </a:lnTo>
                  <a:lnTo>
                    <a:pt x="6095" y="11558"/>
                  </a:lnTo>
                  <a:lnTo>
                    <a:pt x="6105" y="11591"/>
                  </a:lnTo>
                  <a:lnTo>
                    <a:pt x="6114" y="11617"/>
                  </a:lnTo>
                  <a:lnTo>
                    <a:pt x="6122" y="11637"/>
                  </a:lnTo>
                  <a:lnTo>
                    <a:pt x="6130" y="11652"/>
                  </a:lnTo>
                  <a:lnTo>
                    <a:pt x="6139" y="11665"/>
                  </a:lnTo>
                  <a:lnTo>
                    <a:pt x="6148" y="11675"/>
                  </a:lnTo>
                  <a:lnTo>
                    <a:pt x="6158" y="11684"/>
                  </a:lnTo>
                  <a:lnTo>
                    <a:pt x="6235" y="11684"/>
                  </a:lnTo>
                  <a:lnTo>
                    <a:pt x="6311" y="11686"/>
                  </a:lnTo>
                  <a:lnTo>
                    <a:pt x="6385" y="11686"/>
                  </a:lnTo>
                  <a:lnTo>
                    <a:pt x="6461" y="11684"/>
                  </a:lnTo>
                  <a:lnTo>
                    <a:pt x="6536" y="11684"/>
                  </a:lnTo>
                  <a:lnTo>
                    <a:pt x="6611" y="11683"/>
                  </a:lnTo>
                  <a:lnTo>
                    <a:pt x="6686" y="11682"/>
                  </a:lnTo>
                  <a:lnTo>
                    <a:pt x="6761" y="11681"/>
                  </a:lnTo>
                  <a:lnTo>
                    <a:pt x="6836" y="11677"/>
                  </a:lnTo>
                  <a:lnTo>
                    <a:pt x="6910" y="11674"/>
                  </a:lnTo>
                  <a:lnTo>
                    <a:pt x="6986" y="11669"/>
                  </a:lnTo>
                  <a:lnTo>
                    <a:pt x="7062" y="11663"/>
                  </a:lnTo>
                  <a:lnTo>
                    <a:pt x="7137" y="11656"/>
                  </a:lnTo>
                  <a:lnTo>
                    <a:pt x="7214" y="11648"/>
                  </a:lnTo>
                  <a:lnTo>
                    <a:pt x="7291" y="11639"/>
                  </a:lnTo>
                  <a:lnTo>
                    <a:pt x="7368" y="11627"/>
                  </a:lnTo>
                  <a:lnTo>
                    <a:pt x="7368" y="11649"/>
                  </a:lnTo>
                  <a:lnTo>
                    <a:pt x="7368" y="11672"/>
                  </a:lnTo>
                  <a:lnTo>
                    <a:pt x="7368" y="11695"/>
                  </a:lnTo>
                  <a:lnTo>
                    <a:pt x="7368" y="11721"/>
                  </a:lnTo>
                  <a:lnTo>
                    <a:pt x="7386" y="11727"/>
                  </a:lnTo>
                  <a:lnTo>
                    <a:pt x="7406" y="11736"/>
                  </a:lnTo>
                  <a:lnTo>
                    <a:pt x="7425" y="11746"/>
                  </a:lnTo>
                  <a:lnTo>
                    <a:pt x="7448" y="11757"/>
                  </a:lnTo>
                  <a:lnTo>
                    <a:pt x="7442" y="11768"/>
                  </a:lnTo>
                  <a:lnTo>
                    <a:pt x="7430" y="11783"/>
                  </a:lnTo>
                  <a:lnTo>
                    <a:pt x="7410" y="11802"/>
                  </a:lnTo>
                  <a:lnTo>
                    <a:pt x="7385" y="11824"/>
                  </a:lnTo>
                  <a:lnTo>
                    <a:pt x="7353" y="11850"/>
                  </a:lnTo>
                  <a:lnTo>
                    <a:pt x="7317" y="11879"/>
                  </a:lnTo>
                  <a:lnTo>
                    <a:pt x="7275" y="11910"/>
                  </a:lnTo>
                  <a:lnTo>
                    <a:pt x="7228" y="11943"/>
                  </a:lnTo>
                  <a:lnTo>
                    <a:pt x="7123" y="12017"/>
                  </a:lnTo>
                  <a:lnTo>
                    <a:pt x="7006" y="12096"/>
                  </a:lnTo>
                  <a:lnTo>
                    <a:pt x="6880" y="12180"/>
                  </a:lnTo>
                  <a:lnTo>
                    <a:pt x="6748" y="12265"/>
                  </a:lnTo>
                  <a:lnTo>
                    <a:pt x="6615" y="12350"/>
                  </a:lnTo>
                  <a:lnTo>
                    <a:pt x="6483" y="12434"/>
                  </a:lnTo>
                  <a:lnTo>
                    <a:pt x="6356" y="12513"/>
                  </a:lnTo>
                  <a:lnTo>
                    <a:pt x="6240" y="12587"/>
                  </a:lnTo>
                  <a:lnTo>
                    <a:pt x="6136" y="12651"/>
                  </a:lnTo>
                  <a:lnTo>
                    <a:pt x="6047" y="12704"/>
                  </a:lnTo>
                  <a:lnTo>
                    <a:pt x="5980" y="12746"/>
                  </a:lnTo>
                  <a:lnTo>
                    <a:pt x="5937" y="12773"/>
                  </a:lnTo>
                  <a:lnTo>
                    <a:pt x="5937" y="12795"/>
                  </a:lnTo>
                  <a:lnTo>
                    <a:pt x="5937" y="12817"/>
                  </a:lnTo>
                  <a:lnTo>
                    <a:pt x="5937" y="12841"/>
                  </a:lnTo>
                  <a:lnTo>
                    <a:pt x="5937" y="12866"/>
                  </a:lnTo>
                  <a:lnTo>
                    <a:pt x="5870" y="12908"/>
                  </a:lnTo>
                  <a:lnTo>
                    <a:pt x="5805" y="12949"/>
                  </a:lnTo>
                  <a:lnTo>
                    <a:pt x="5738" y="12991"/>
                  </a:lnTo>
                  <a:lnTo>
                    <a:pt x="5673" y="13033"/>
                  </a:lnTo>
                  <a:lnTo>
                    <a:pt x="5608" y="13075"/>
                  </a:lnTo>
                  <a:lnTo>
                    <a:pt x="5541" y="13116"/>
                  </a:lnTo>
                  <a:lnTo>
                    <a:pt x="5476" y="13158"/>
                  </a:lnTo>
                  <a:lnTo>
                    <a:pt x="5410" y="13200"/>
                  </a:lnTo>
                  <a:lnTo>
                    <a:pt x="5344" y="13242"/>
                  </a:lnTo>
                  <a:lnTo>
                    <a:pt x="5278" y="13284"/>
                  </a:lnTo>
                  <a:lnTo>
                    <a:pt x="5213" y="13327"/>
                  </a:lnTo>
                  <a:lnTo>
                    <a:pt x="5147" y="13369"/>
                  </a:lnTo>
                  <a:lnTo>
                    <a:pt x="5081" y="13411"/>
                  </a:lnTo>
                  <a:lnTo>
                    <a:pt x="5016" y="13454"/>
                  </a:lnTo>
                  <a:lnTo>
                    <a:pt x="4949" y="13496"/>
                  </a:lnTo>
                  <a:lnTo>
                    <a:pt x="4884" y="13539"/>
                  </a:lnTo>
                  <a:lnTo>
                    <a:pt x="4884" y="13561"/>
                  </a:lnTo>
                  <a:lnTo>
                    <a:pt x="4884" y="13583"/>
                  </a:lnTo>
                  <a:lnTo>
                    <a:pt x="4884" y="13606"/>
                  </a:lnTo>
                  <a:lnTo>
                    <a:pt x="4884" y="13632"/>
                  </a:lnTo>
                  <a:lnTo>
                    <a:pt x="4865" y="13638"/>
                  </a:lnTo>
                  <a:lnTo>
                    <a:pt x="4847" y="13646"/>
                  </a:lnTo>
                  <a:lnTo>
                    <a:pt x="4826" y="13655"/>
                  </a:lnTo>
                  <a:lnTo>
                    <a:pt x="4805" y="13668"/>
                  </a:lnTo>
                  <a:lnTo>
                    <a:pt x="4758" y="13697"/>
                  </a:lnTo>
                  <a:lnTo>
                    <a:pt x="4707" y="13731"/>
                  </a:lnTo>
                  <a:lnTo>
                    <a:pt x="4679" y="13750"/>
                  </a:lnTo>
                  <a:lnTo>
                    <a:pt x="4651" y="13767"/>
                  </a:lnTo>
                  <a:lnTo>
                    <a:pt x="4620" y="13786"/>
                  </a:lnTo>
                  <a:lnTo>
                    <a:pt x="4590" y="13805"/>
                  </a:lnTo>
                  <a:lnTo>
                    <a:pt x="4557" y="13822"/>
                  </a:lnTo>
                  <a:lnTo>
                    <a:pt x="4525" y="13838"/>
                  </a:lnTo>
                  <a:lnTo>
                    <a:pt x="4490" y="13855"/>
                  </a:lnTo>
                  <a:lnTo>
                    <a:pt x="4454" y="13869"/>
                  </a:lnTo>
                  <a:lnTo>
                    <a:pt x="4454" y="13891"/>
                  </a:lnTo>
                  <a:lnTo>
                    <a:pt x="4454" y="13915"/>
                  </a:lnTo>
                  <a:lnTo>
                    <a:pt x="4454" y="13942"/>
                  </a:lnTo>
                  <a:lnTo>
                    <a:pt x="4454" y="13969"/>
                  </a:lnTo>
                  <a:lnTo>
                    <a:pt x="4428" y="13976"/>
                  </a:lnTo>
                  <a:lnTo>
                    <a:pt x="4402" y="13984"/>
                  </a:lnTo>
                  <a:lnTo>
                    <a:pt x="4377" y="13993"/>
                  </a:lnTo>
                  <a:lnTo>
                    <a:pt x="4353" y="14003"/>
                  </a:lnTo>
                  <a:lnTo>
                    <a:pt x="4329" y="14012"/>
                  </a:lnTo>
                  <a:lnTo>
                    <a:pt x="4307" y="14023"/>
                  </a:lnTo>
                  <a:lnTo>
                    <a:pt x="4285" y="14033"/>
                  </a:lnTo>
                  <a:lnTo>
                    <a:pt x="4262" y="14044"/>
                  </a:lnTo>
                  <a:lnTo>
                    <a:pt x="4220" y="14067"/>
                  </a:lnTo>
                  <a:lnTo>
                    <a:pt x="4180" y="14092"/>
                  </a:lnTo>
                  <a:lnTo>
                    <a:pt x="4140" y="14118"/>
                  </a:lnTo>
                  <a:lnTo>
                    <a:pt x="4103" y="14146"/>
                  </a:lnTo>
                  <a:lnTo>
                    <a:pt x="4064" y="14174"/>
                  </a:lnTo>
                  <a:lnTo>
                    <a:pt x="4027" y="14204"/>
                  </a:lnTo>
                  <a:lnTo>
                    <a:pt x="3990" y="14235"/>
                  </a:lnTo>
                  <a:lnTo>
                    <a:pt x="3951" y="14266"/>
                  </a:lnTo>
                  <a:lnTo>
                    <a:pt x="3913" y="14299"/>
                  </a:lnTo>
                  <a:lnTo>
                    <a:pt x="3873" y="14331"/>
                  </a:lnTo>
                  <a:lnTo>
                    <a:pt x="3831" y="14365"/>
                  </a:lnTo>
                  <a:lnTo>
                    <a:pt x="3788" y="14398"/>
                  </a:lnTo>
                  <a:lnTo>
                    <a:pt x="3788" y="14432"/>
                  </a:lnTo>
                  <a:lnTo>
                    <a:pt x="3788" y="14467"/>
                  </a:lnTo>
                  <a:lnTo>
                    <a:pt x="3788" y="14504"/>
                  </a:lnTo>
                  <a:lnTo>
                    <a:pt x="3788" y="14541"/>
                  </a:lnTo>
                  <a:lnTo>
                    <a:pt x="3759" y="14541"/>
                  </a:lnTo>
                  <a:lnTo>
                    <a:pt x="3728" y="14541"/>
                  </a:lnTo>
                  <a:lnTo>
                    <a:pt x="3699" y="14541"/>
                  </a:lnTo>
                  <a:lnTo>
                    <a:pt x="3670" y="14541"/>
                  </a:lnTo>
                  <a:lnTo>
                    <a:pt x="3640" y="14541"/>
                  </a:lnTo>
                  <a:lnTo>
                    <a:pt x="3611" y="14541"/>
                  </a:lnTo>
                  <a:lnTo>
                    <a:pt x="3582" y="14541"/>
                  </a:lnTo>
                  <a:lnTo>
                    <a:pt x="3551" y="14541"/>
                  </a:lnTo>
                  <a:close/>
                </a:path>
              </a:pathLst>
            </a:custGeom>
            <a:solidFill>
              <a:srgbClr val="24262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63" name="Freeform 18">
              <a:extLst>
                <a:ext uri="{FF2B5EF4-FFF2-40B4-BE49-F238E27FC236}">
                  <a16:creationId xmlns:a16="http://schemas.microsoft.com/office/drawing/2014/main" id="{98F7A681-0CDA-4CCA-B6C4-D1F6A68128C7}"/>
                </a:ext>
              </a:extLst>
            </p:cNvPr>
            <p:cNvSpPr>
              <a:spLocks/>
            </p:cNvSpPr>
            <p:nvPr/>
          </p:nvSpPr>
          <p:spPr bwMode="auto">
            <a:xfrm>
              <a:off x="1358" y="1280"/>
              <a:ext cx="924" cy="1458"/>
            </a:xfrm>
            <a:custGeom>
              <a:avLst/>
              <a:gdLst>
                <a:gd name="T0" fmla="*/ 0 w 8629"/>
                <a:gd name="T1" fmla="*/ 0 h 13616"/>
                <a:gd name="T2" fmla="*/ 0 w 8629"/>
                <a:gd name="T3" fmla="*/ 0 h 13616"/>
                <a:gd name="T4" fmla="*/ 0 w 8629"/>
                <a:gd name="T5" fmla="*/ 0 h 13616"/>
                <a:gd name="T6" fmla="*/ 0 w 8629"/>
                <a:gd name="T7" fmla="*/ 0 h 13616"/>
                <a:gd name="T8" fmla="*/ 0 w 8629"/>
                <a:gd name="T9" fmla="*/ 0 h 13616"/>
                <a:gd name="T10" fmla="*/ 0 w 8629"/>
                <a:gd name="T11" fmla="*/ 0 h 13616"/>
                <a:gd name="T12" fmla="*/ 0 w 8629"/>
                <a:gd name="T13" fmla="*/ 0 h 13616"/>
                <a:gd name="T14" fmla="*/ 0 w 8629"/>
                <a:gd name="T15" fmla="*/ 0 h 13616"/>
                <a:gd name="T16" fmla="*/ 0 w 8629"/>
                <a:gd name="T17" fmla="*/ 0 h 13616"/>
                <a:gd name="T18" fmla="*/ 0 w 8629"/>
                <a:gd name="T19" fmla="*/ 0 h 13616"/>
                <a:gd name="T20" fmla="*/ 0 w 8629"/>
                <a:gd name="T21" fmla="*/ 0 h 13616"/>
                <a:gd name="T22" fmla="*/ 0 w 8629"/>
                <a:gd name="T23" fmla="*/ 0 h 13616"/>
                <a:gd name="T24" fmla="*/ 0 w 8629"/>
                <a:gd name="T25" fmla="*/ 0 h 13616"/>
                <a:gd name="T26" fmla="*/ 0 w 8629"/>
                <a:gd name="T27" fmla="*/ 0 h 13616"/>
                <a:gd name="T28" fmla="*/ 0 w 8629"/>
                <a:gd name="T29" fmla="*/ 0 h 13616"/>
                <a:gd name="T30" fmla="*/ 0 w 8629"/>
                <a:gd name="T31" fmla="*/ 0 h 13616"/>
                <a:gd name="T32" fmla="*/ 0 w 8629"/>
                <a:gd name="T33" fmla="*/ 0 h 13616"/>
                <a:gd name="T34" fmla="*/ 0 w 8629"/>
                <a:gd name="T35" fmla="*/ 0 h 13616"/>
                <a:gd name="T36" fmla="*/ 0 w 8629"/>
                <a:gd name="T37" fmla="*/ 0 h 13616"/>
                <a:gd name="T38" fmla="*/ 0 w 8629"/>
                <a:gd name="T39" fmla="*/ 0 h 13616"/>
                <a:gd name="T40" fmla="*/ 0 w 8629"/>
                <a:gd name="T41" fmla="*/ 0 h 13616"/>
                <a:gd name="T42" fmla="*/ 0 w 8629"/>
                <a:gd name="T43" fmla="*/ 0 h 13616"/>
                <a:gd name="T44" fmla="*/ 0 w 8629"/>
                <a:gd name="T45" fmla="*/ 0 h 13616"/>
                <a:gd name="T46" fmla="*/ 0 w 8629"/>
                <a:gd name="T47" fmla="*/ 0 h 13616"/>
                <a:gd name="T48" fmla="*/ 0 w 8629"/>
                <a:gd name="T49" fmla="*/ 0 h 13616"/>
                <a:gd name="T50" fmla="*/ 0 w 8629"/>
                <a:gd name="T51" fmla="*/ 0 h 13616"/>
                <a:gd name="T52" fmla="*/ 0 w 8629"/>
                <a:gd name="T53" fmla="*/ 0 h 13616"/>
                <a:gd name="T54" fmla="*/ 0 w 8629"/>
                <a:gd name="T55" fmla="*/ 0 h 13616"/>
                <a:gd name="T56" fmla="*/ 0 w 8629"/>
                <a:gd name="T57" fmla="*/ 0 h 13616"/>
                <a:gd name="T58" fmla="*/ 0 w 8629"/>
                <a:gd name="T59" fmla="*/ 0 h 13616"/>
                <a:gd name="T60" fmla="*/ 0 w 8629"/>
                <a:gd name="T61" fmla="*/ 0 h 13616"/>
                <a:gd name="T62" fmla="*/ 0 w 8629"/>
                <a:gd name="T63" fmla="*/ 0 h 13616"/>
                <a:gd name="T64" fmla="*/ 0 w 8629"/>
                <a:gd name="T65" fmla="*/ 0 h 13616"/>
                <a:gd name="T66" fmla="*/ 0 w 8629"/>
                <a:gd name="T67" fmla="*/ 0 h 13616"/>
                <a:gd name="T68" fmla="*/ 0 w 8629"/>
                <a:gd name="T69" fmla="*/ 0 h 13616"/>
                <a:gd name="T70" fmla="*/ 0 w 8629"/>
                <a:gd name="T71" fmla="*/ 0 h 13616"/>
                <a:gd name="T72" fmla="*/ 0 w 8629"/>
                <a:gd name="T73" fmla="*/ 0 h 13616"/>
                <a:gd name="T74" fmla="*/ 0 w 8629"/>
                <a:gd name="T75" fmla="*/ 0 h 13616"/>
                <a:gd name="T76" fmla="*/ 0 w 8629"/>
                <a:gd name="T77" fmla="*/ 0 h 13616"/>
                <a:gd name="T78" fmla="*/ 0 w 8629"/>
                <a:gd name="T79" fmla="*/ 0 h 13616"/>
                <a:gd name="T80" fmla="*/ 0 w 8629"/>
                <a:gd name="T81" fmla="*/ 0 h 13616"/>
                <a:gd name="T82" fmla="*/ 0 w 8629"/>
                <a:gd name="T83" fmla="*/ 0 h 13616"/>
                <a:gd name="T84" fmla="*/ 0 w 8629"/>
                <a:gd name="T85" fmla="*/ 0 h 13616"/>
                <a:gd name="T86" fmla="*/ 0 w 8629"/>
                <a:gd name="T87" fmla="*/ 0 h 13616"/>
                <a:gd name="T88" fmla="*/ 0 w 8629"/>
                <a:gd name="T89" fmla="*/ 0 h 13616"/>
                <a:gd name="T90" fmla="*/ 0 w 8629"/>
                <a:gd name="T91" fmla="*/ 0 h 13616"/>
                <a:gd name="T92" fmla="*/ 0 w 8629"/>
                <a:gd name="T93" fmla="*/ 0 h 13616"/>
                <a:gd name="T94" fmla="*/ 0 w 8629"/>
                <a:gd name="T95" fmla="*/ 0 h 13616"/>
                <a:gd name="T96" fmla="*/ 0 w 8629"/>
                <a:gd name="T97" fmla="*/ 0 h 13616"/>
                <a:gd name="T98" fmla="*/ 0 w 8629"/>
                <a:gd name="T99" fmla="*/ 0 h 13616"/>
                <a:gd name="T100" fmla="*/ 0 w 8629"/>
                <a:gd name="T101" fmla="*/ 0 h 13616"/>
                <a:gd name="T102" fmla="*/ 0 w 8629"/>
                <a:gd name="T103" fmla="*/ 0 h 13616"/>
                <a:gd name="T104" fmla="*/ 0 w 8629"/>
                <a:gd name="T105" fmla="*/ 0 h 13616"/>
                <a:gd name="T106" fmla="*/ 0 w 8629"/>
                <a:gd name="T107" fmla="*/ 0 h 13616"/>
                <a:gd name="T108" fmla="*/ 0 w 8629"/>
                <a:gd name="T109" fmla="*/ 0 h 13616"/>
                <a:gd name="T110" fmla="*/ 0 w 8629"/>
                <a:gd name="T111" fmla="*/ 0 h 136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29"/>
                <a:gd name="T169" fmla="*/ 0 h 13616"/>
                <a:gd name="T170" fmla="*/ 8629 w 8629"/>
                <a:gd name="T171" fmla="*/ 13616 h 136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29" h="13616">
                  <a:moveTo>
                    <a:pt x="3243" y="13616"/>
                  </a:moveTo>
                  <a:lnTo>
                    <a:pt x="3041" y="13487"/>
                  </a:lnTo>
                  <a:lnTo>
                    <a:pt x="2838" y="13356"/>
                  </a:lnTo>
                  <a:lnTo>
                    <a:pt x="2636" y="13226"/>
                  </a:lnTo>
                  <a:lnTo>
                    <a:pt x="2433" y="13096"/>
                  </a:lnTo>
                  <a:lnTo>
                    <a:pt x="2230" y="12966"/>
                  </a:lnTo>
                  <a:lnTo>
                    <a:pt x="2027" y="12836"/>
                  </a:lnTo>
                  <a:lnTo>
                    <a:pt x="1825" y="12706"/>
                  </a:lnTo>
                  <a:lnTo>
                    <a:pt x="1622" y="12577"/>
                  </a:lnTo>
                  <a:lnTo>
                    <a:pt x="1419" y="12446"/>
                  </a:lnTo>
                  <a:lnTo>
                    <a:pt x="1216" y="12317"/>
                  </a:lnTo>
                  <a:lnTo>
                    <a:pt x="1013" y="12187"/>
                  </a:lnTo>
                  <a:lnTo>
                    <a:pt x="811" y="12057"/>
                  </a:lnTo>
                  <a:lnTo>
                    <a:pt x="609" y="11927"/>
                  </a:lnTo>
                  <a:lnTo>
                    <a:pt x="406" y="11799"/>
                  </a:lnTo>
                  <a:lnTo>
                    <a:pt x="203" y="11670"/>
                  </a:lnTo>
                  <a:lnTo>
                    <a:pt x="0" y="11540"/>
                  </a:lnTo>
                  <a:lnTo>
                    <a:pt x="142" y="11535"/>
                  </a:lnTo>
                  <a:lnTo>
                    <a:pt x="274" y="11530"/>
                  </a:lnTo>
                  <a:lnTo>
                    <a:pt x="396" y="11526"/>
                  </a:lnTo>
                  <a:lnTo>
                    <a:pt x="507" y="11524"/>
                  </a:lnTo>
                  <a:lnTo>
                    <a:pt x="701" y="11521"/>
                  </a:lnTo>
                  <a:lnTo>
                    <a:pt x="860" y="11517"/>
                  </a:lnTo>
                  <a:lnTo>
                    <a:pt x="928" y="11515"/>
                  </a:lnTo>
                  <a:lnTo>
                    <a:pt x="987" y="11510"/>
                  </a:lnTo>
                  <a:lnTo>
                    <a:pt x="1041" y="11503"/>
                  </a:lnTo>
                  <a:lnTo>
                    <a:pt x="1088" y="11495"/>
                  </a:lnTo>
                  <a:lnTo>
                    <a:pt x="1127" y="11484"/>
                  </a:lnTo>
                  <a:lnTo>
                    <a:pt x="1162" y="11472"/>
                  </a:lnTo>
                  <a:lnTo>
                    <a:pt x="1191" y="11454"/>
                  </a:lnTo>
                  <a:lnTo>
                    <a:pt x="1216" y="11434"/>
                  </a:lnTo>
                  <a:lnTo>
                    <a:pt x="1237" y="11410"/>
                  </a:lnTo>
                  <a:lnTo>
                    <a:pt x="1253" y="11381"/>
                  </a:lnTo>
                  <a:lnTo>
                    <a:pt x="1266" y="11347"/>
                  </a:lnTo>
                  <a:lnTo>
                    <a:pt x="1275" y="11308"/>
                  </a:lnTo>
                  <a:lnTo>
                    <a:pt x="1282" y="11264"/>
                  </a:lnTo>
                  <a:lnTo>
                    <a:pt x="1287" y="11214"/>
                  </a:lnTo>
                  <a:lnTo>
                    <a:pt x="1291" y="11158"/>
                  </a:lnTo>
                  <a:lnTo>
                    <a:pt x="1292" y="11095"/>
                  </a:lnTo>
                  <a:lnTo>
                    <a:pt x="1293" y="10947"/>
                  </a:lnTo>
                  <a:lnTo>
                    <a:pt x="1294" y="10768"/>
                  </a:lnTo>
                  <a:lnTo>
                    <a:pt x="1296" y="10665"/>
                  </a:lnTo>
                  <a:lnTo>
                    <a:pt x="1299" y="10553"/>
                  </a:lnTo>
                  <a:lnTo>
                    <a:pt x="1303" y="10433"/>
                  </a:lnTo>
                  <a:lnTo>
                    <a:pt x="1310" y="10302"/>
                  </a:lnTo>
                  <a:lnTo>
                    <a:pt x="1333" y="10160"/>
                  </a:lnTo>
                  <a:lnTo>
                    <a:pt x="1356" y="10019"/>
                  </a:lnTo>
                  <a:lnTo>
                    <a:pt x="1379" y="9879"/>
                  </a:lnTo>
                  <a:lnTo>
                    <a:pt x="1404" y="9741"/>
                  </a:lnTo>
                  <a:lnTo>
                    <a:pt x="1428" y="9604"/>
                  </a:lnTo>
                  <a:lnTo>
                    <a:pt x="1454" y="9468"/>
                  </a:lnTo>
                  <a:lnTo>
                    <a:pt x="1479" y="9334"/>
                  </a:lnTo>
                  <a:lnTo>
                    <a:pt x="1506" y="9200"/>
                  </a:lnTo>
                  <a:lnTo>
                    <a:pt x="1534" y="9067"/>
                  </a:lnTo>
                  <a:lnTo>
                    <a:pt x="1562" y="8935"/>
                  </a:lnTo>
                  <a:lnTo>
                    <a:pt x="1591" y="8804"/>
                  </a:lnTo>
                  <a:lnTo>
                    <a:pt x="1622" y="8674"/>
                  </a:lnTo>
                  <a:lnTo>
                    <a:pt x="1653" y="8544"/>
                  </a:lnTo>
                  <a:lnTo>
                    <a:pt x="1685" y="8415"/>
                  </a:lnTo>
                  <a:lnTo>
                    <a:pt x="1717" y="8287"/>
                  </a:lnTo>
                  <a:lnTo>
                    <a:pt x="1751" y="8159"/>
                  </a:lnTo>
                  <a:lnTo>
                    <a:pt x="1786" y="8031"/>
                  </a:lnTo>
                  <a:lnTo>
                    <a:pt x="1822" y="7904"/>
                  </a:lnTo>
                  <a:lnTo>
                    <a:pt x="1859" y="7778"/>
                  </a:lnTo>
                  <a:lnTo>
                    <a:pt x="1898" y="7651"/>
                  </a:lnTo>
                  <a:lnTo>
                    <a:pt x="1938" y="7525"/>
                  </a:lnTo>
                  <a:lnTo>
                    <a:pt x="1977" y="7398"/>
                  </a:lnTo>
                  <a:lnTo>
                    <a:pt x="2019" y="7272"/>
                  </a:lnTo>
                  <a:lnTo>
                    <a:pt x="2062" y="7146"/>
                  </a:lnTo>
                  <a:lnTo>
                    <a:pt x="2107" y="7019"/>
                  </a:lnTo>
                  <a:lnTo>
                    <a:pt x="2152" y="6893"/>
                  </a:lnTo>
                  <a:lnTo>
                    <a:pt x="2200" y="6766"/>
                  </a:lnTo>
                  <a:lnTo>
                    <a:pt x="2248" y="6639"/>
                  </a:lnTo>
                  <a:lnTo>
                    <a:pt x="2298" y="6512"/>
                  </a:lnTo>
                  <a:lnTo>
                    <a:pt x="2349" y="6385"/>
                  </a:lnTo>
                  <a:lnTo>
                    <a:pt x="2402" y="6257"/>
                  </a:lnTo>
                  <a:lnTo>
                    <a:pt x="2456" y="6128"/>
                  </a:lnTo>
                  <a:lnTo>
                    <a:pt x="2500" y="6043"/>
                  </a:lnTo>
                  <a:lnTo>
                    <a:pt x="2542" y="5959"/>
                  </a:lnTo>
                  <a:lnTo>
                    <a:pt x="2585" y="5876"/>
                  </a:lnTo>
                  <a:lnTo>
                    <a:pt x="2628" y="5792"/>
                  </a:lnTo>
                  <a:lnTo>
                    <a:pt x="2671" y="5708"/>
                  </a:lnTo>
                  <a:lnTo>
                    <a:pt x="2714" y="5624"/>
                  </a:lnTo>
                  <a:lnTo>
                    <a:pt x="2757" y="5540"/>
                  </a:lnTo>
                  <a:lnTo>
                    <a:pt x="2800" y="5456"/>
                  </a:lnTo>
                  <a:lnTo>
                    <a:pt x="2843" y="5372"/>
                  </a:lnTo>
                  <a:lnTo>
                    <a:pt x="2888" y="5289"/>
                  </a:lnTo>
                  <a:lnTo>
                    <a:pt x="2931" y="5205"/>
                  </a:lnTo>
                  <a:lnTo>
                    <a:pt x="2974" y="5123"/>
                  </a:lnTo>
                  <a:lnTo>
                    <a:pt x="3018" y="5039"/>
                  </a:lnTo>
                  <a:lnTo>
                    <a:pt x="3063" y="4956"/>
                  </a:lnTo>
                  <a:lnTo>
                    <a:pt x="3107" y="4873"/>
                  </a:lnTo>
                  <a:lnTo>
                    <a:pt x="3150" y="4789"/>
                  </a:lnTo>
                  <a:lnTo>
                    <a:pt x="3172" y="4789"/>
                  </a:lnTo>
                  <a:lnTo>
                    <a:pt x="3194" y="4789"/>
                  </a:lnTo>
                  <a:lnTo>
                    <a:pt x="3218" y="4789"/>
                  </a:lnTo>
                  <a:lnTo>
                    <a:pt x="3243" y="4789"/>
                  </a:lnTo>
                  <a:lnTo>
                    <a:pt x="3252" y="4759"/>
                  </a:lnTo>
                  <a:lnTo>
                    <a:pt x="3268" y="4720"/>
                  </a:lnTo>
                  <a:lnTo>
                    <a:pt x="3290" y="4673"/>
                  </a:lnTo>
                  <a:lnTo>
                    <a:pt x="3319" y="4617"/>
                  </a:lnTo>
                  <a:lnTo>
                    <a:pt x="3355" y="4555"/>
                  </a:lnTo>
                  <a:lnTo>
                    <a:pt x="3397" y="4486"/>
                  </a:lnTo>
                  <a:lnTo>
                    <a:pt x="3444" y="4412"/>
                  </a:lnTo>
                  <a:lnTo>
                    <a:pt x="3496" y="4331"/>
                  </a:lnTo>
                  <a:lnTo>
                    <a:pt x="3554" y="4246"/>
                  </a:lnTo>
                  <a:lnTo>
                    <a:pt x="3614" y="4157"/>
                  </a:lnTo>
                  <a:lnTo>
                    <a:pt x="3678" y="4065"/>
                  </a:lnTo>
                  <a:lnTo>
                    <a:pt x="3746" y="3971"/>
                  </a:lnTo>
                  <a:lnTo>
                    <a:pt x="3817" y="3873"/>
                  </a:lnTo>
                  <a:lnTo>
                    <a:pt x="3889" y="3775"/>
                  </a:lnTo>
                  <a:lnTo>
                    <a:pt x="3964" y="3676"/>
                  </a:lnTo>
                  <a:lnTo>
                    <a:pt x="4041" y="3576"/>
                  </a:lnTo>
                  <a:lnTo>
                    <a:pt x="4118" y="3477"/>
                  </a:lnTo>
                  <a:lnTo>
                    <a:pt x="4196" y="3378"/>
                  </a:lnTo>
                  <a:lnTo>
                    <a:pt x="4274" y="3281"/>
                  </a:lnTo>
                  <a:lnTo>
                    <a:pt x="4351" y="3187"/>
                  </a:lnTo>
                  <a:lnTo>
                    <a:pt x="4429" y="3094"/>
                  </a:lnTo>
                  <a:lnTo>
                    <a:pt x="4505" y="3006"/>
                  </a:lnTo>
                  <a:lnTo>
                    <a:pt x="4579" y="2922"/>
                  </a:lnTo>
                  <a:lnTo>
                    <a:pt x="4652" y="2843"/>
                  </a:lnTo>
                  <a:lnTo>
                    <a:pt x="4722" y="2768"/>
                  </a:lnTo>
                  <a:lnTo>
                    <a:pt x="4788" y="2699"/>
                  </a:lnTo>
                  <a:lnTo>
                    <a:pt x="4852" y="2638"/>
                  </a:lnTo>
                  <a:lnTo>
                    <a:pt x="4912" y="2583"/>
                  </a:lnTo>
                  <a:lnTo>
                    <a:pt x="4968" y="2536"/>
                  </a:lnTo>
                  <a:lnTo>
                    <a:pt x="5019" y="2498"/>
                  </a:lnTo>
                  <a:lnTo>
                    <a:pt x="5064" y="2468"/>
                  </a:lnTo>
                  <a:lnTo>
                    <a:pt x="5105" y="2449"/>
                  </a:lnTo>
                  <a:lnTo>
                    <a:pt x="5111" y="2423"/>
                  </a:lnTo>
                  <a:lnTo>
                    <a:pt x="5116" y="2399"/>
                  </a:lnTo>
                  <a:lnTo>
                    <a:pt x="5122" y="2376"/>
                  </a:lnTo>
                  <a:lnTo>
                    <a:pt x="5127" y="2355"/>
                  </a:lnTo>
                  <a:lnTo>
                    <a:pt x="5326" y="2179"/>
                  </a:lnTo>
                  <a:lnTo>
                    <a:pt x="5525" y="2006"/>
                  </a:lnTo>
                  <a:lnTo>
                    <a:pt x="5625" y="1919"/>
                  </a:lnTo>
                  <a:lnTo>
                    <a:pt x="5727" y="1833"/>
                  </a:lnTo>
                  <a:lnTo>
                    <a:pt x="5828" y="1748"/>
                  </a:lnTo>
                  <a:lnTo>
                    <a:pt x="5931" y="1663"/>
                  </a:lnTo>
                  <a:lnTo>
                    <a:pt x="6033" y="1579"/>
                  </a:lnTo>
                  <a:lnTo>
                    <a:pt x="6137" y="1495"/>
                  </a:lnTo>
                  <a:lnTo>
                    <a:pt x="6242" y="1414"/>
                  </a:lnTo>
                  <a:lnTo>
                    <a:pt x="6347" y="1332"/>
                  </a:lnTo>
                  <a:lnTo>
                    <a:pt x="6452" y="1252"/>
                  </a:lnTo>
                  <a:lnTo>
                    <a:pt x="6558" y="1172"/>
                  </a:lnTo>
                  <a:lnTo>
                    <a:pt x="6665" y="1093"/>
                  </a:lnTo>
                  <a:lnTo>
                    <a:pt x="6774" y="1016"/>
                  </a:lnTo>
                  <a:lnTo>
                    <a:pt x="6882" y="940"/>
                  </a:lnTo>
                  <a:lnTo>
                    <a:pt x="6992" y="866"/>
                  </a:lnTo>
                  <a:lnTo>
                    <a:pt x="7101" y="792"/>
                  </a:lnTo>
                  <a:lnTo>
                    <a:pt x="7213" y="721"/>
                  </a:lnTo>
                  <a:lnTo>
                    <a:pt x="7325" y="651"/>
                  </a:lnTo>
                  <a:lnTo>
                    <a:pt x="7438" y="583"/>
                  </a:lnTo>
                  <a:lnTo>
                    <a:pt x="7552" y="515"/>
                  </a:lnTo>
                  <a:lnTo>
                    <a:pt x="7668" y="451"/>
                  </a:lnTo>
                  <a:lnTo>
                    <a:pt x="7783" y="387"/>
                  </a:lnTo>
                  <a:lnTo>
                    <a:pt x="7901" y="325"/>
                  </a:lnTo>
                  <a:lnTo>
                    <a:pt x="8020" y="266"/>
                  </a:lnTo>
                  <a:lnTo>
                    <a:pt x="8139" y="208"/>
                  </a:lnTo>
                  <a:lnTo>
                    <a:pt x="8260" y="152"/>
                  </a:lnTo>
                  <a:lnTo>
                    <a:pt x="8381" y="100"/>
                  </a:lnTo>
                  <a:lnTo>
                    <a:pt x="8505" y="49"/>
                  </a:lnTo>
                  <a:lnTo>
                    <a:pt x="8629" y="0"/>
                  </a:lnTo>
                  <a:lnTo>
                    <a:pt x="8540" y="110"/>
                  </a:lnTo>
                  <a:lnTo>
                    <a:pt x="8451" y="221"/>
                  </a:lnTo>
                  <a:lnTo>
                    <a:pt x="8364" y="332"/>
                  </a:lnTo>
                  <a:lnTo>
                    <a:pt x="8276" y="444"/>
                  </a:lnTo>
                  <a:lnTo>
                    <a:pt x="8189" y="557"/>
                  </a:lnTo>
                  <a:lnTo>
                    <a:pt x="8102" y="670"/>
                  </a:lnTo>
                  <a:lnTo>
                    <a:pt x="8015" y="784"/>
                  </a:lnTo>
                  <a:lnTo>
                    <a:pt x="7929" y="898"/>
                  </a:lnTo>
                  <a:lnTo>
                    <a:pt x="7843" y="1014"/>
                  </a:lnTo>
                  <a:lnTo>
                    <a:pt x="7758" y="1129"/>
                  </a:lnTo>
                  <a:lnTo>
                    <a:pt x="7674" y="1246"/>
                  </a:lnTo>
                  <a:lnTo>
                    <a:pt x="7590" y="1362"/>
                  </a:lnTo>
                  <a:lnTo>
                    <a:pt x="7506" y="1481"/>
                  </a:lnTo>
                  <a:lnTo>
                    <a:pt x="7424" y="1600"/>
                  </a:lnTo>
                  <a:lnTo>
                    <a:pt x="7341" y="1719"/>
                  </a:lnTo>
                  <a:lnTo>
                    <a:pt x="7261" y="1840"/>
                  </a:lnTo>
                  <a:lnTo>
                    <a:pt x="7232" y="1852"/>
                  </a:lnTo>
                  <a:lnTo>
                    <a:pt x="7199" y="1875"/>
                  </a:lnTo>
                  <a:lnTo>
                    <a:pt x="7164" y="1909"/>
                  </a:lnTo>
                  <a:lnTo>
                    <a:pt x="7128" y="1952"/>
                  </a:lnTo>
                  <a:lnTo>
                    <a:pt x="7088" y="2005"/>
                  </a:lnTo>
                  <a:lnTo>
                    <a:pt x="7048" y="2065"/>
                  </a:lnTo>
                  <a:lnTo>
                    <a:pt x="7006" y="2134"/>
                  </a:lnTo>
                  <a:lnTo>
                    <a:pt x="6963" y="2210"/>
                  </a:lnTo>
                  <a:lnTo>
                    <a:pt x="6917" y="2291"/>
                  </a:lnTo>
                  <a:lnTo>
                    <a:pt x="6870" y="2380"/>
                  </a:lnTo>
                  <a:lnTo>
                    <a:pt x="6824" y="2472"/>
                  </a:lnTo>
                  <a:lnTo>
                    <a:pt x="6776" y="2570"/>
                  </a:lnTo>
                  <a:lnTo>
                    <a:pt x="6728" y="2671"/>
                  </a:lnTo>
                  <a:lnTo>
                    <a:pt x="6680" y="2775"/>
                  </a:lnTo>
                  <a:lnTo>
                    <a:pt x="6631" y="2882"/>
                  </a:lnTo>
                  <a:lnTo>
                    <a:pt x="6584" y="2991"/>
                  </a:lnTo>
                  <a:lnTo>
                    <a:pt x="6536" y="3100"/>
                  </a:lnTo>
                  <a:lnTo>
                    <a:pt x="6488" y="3211"/>
                  </a:lnTo>
                  <a:lnTo>
                    <a:pt x="6441" y="3322"/>
                  </a:lnTo>
                  <a:lnTo>
                    <a:pt x="6395" y="3431"/>
                  </a:lnTo>
                  <a:lnTo>
                    <a:pt x="6307" y="3646"/>
                  </a:lnTo>
                  <a:lnTo>
                    <a:pt x="6225" y="3850"/>
                  </a:lnTo>
                  <a:lnTo>
                    <a:pt x="6150" y="4037"/>
                  </a:lnTo>
                  <a:lnTo>
                    <a:pt x="6085" y="4204"/>
                  </a:lnTo>
                  <a:lnTo>
                    <a:pt x="6029" y="4344"/>
                  </a:lnTo>
                  <a:lnTo>
                    <a:pt x="5987" y="4452"/>
                  </a:lnTo>
                  <a:lnTo>
                    <a:pt x="5918" y="4711"/>
                  </a:lnTo>
                  <a:lnTo>
                    <a:pt x="5857" y="4949"/>
                  </a:lnTo>
                  <a:lnTo>
                    <a:pt x="5801" y="5168"/>
                  </a:lnTo>
                  <a:lnTo>
                    <a:pt x="5751" y="5367"/>
                  </a:lnTo>
                  <a:lnTo>
                    <a:pt x="5706" y="5551"/>
                  </a:lnTo>
                  <a:lnTo>
                    <a:pt x="5665" y="5718"/>
                  </a:lnTo>
                  <a:lnTo>
                    <a:pt x="5628" y="5870"/>
                  </a:lnTo>
                  <a:lnTo>
                    <a:pt x="5595" y="6006"/>
                  </a:lnTo>
                  <a:lnTo>
                    <a:pt x="5566" y="6130"/>
                  </a:lnTo>
                  <a:lnTo>
                    <a:pt x="5539" y="6242"/>
                  </a:lnTo>
                  <a:lnTo>
                    <a:pt x="5515" y="6341"/>
                  </a:lnTo>
                  <a:lnTo>
                    <a:pt x="5492" y="6430"/>
                  </a:lnTo>
                  <a:lnTo>
                    <a:pt x="5471" y="6510"/>
                  </a:lnTo>
                  <a:lnTo>
                    <a:pt x="5452" y="6581"/>
                  </a:lnTo>
                  <a:lnTo>
                    <a:pt x="5432" y="6644"/>
                  </a:lnTo>
                  <a:lnTo>
                    <a:pt x="5413" y="6701"/>
                  </a:lnTo>
                  <a:lnTo>
                    <a:pt x="5397" y="6986"/>
                  </a:lnTo>
                  <a:lnTo>
                    <a:pt x="5383" y="7238"/>
                  </a:lnTo>
                  <a:lnTo>
                    <a:pt x="5370" y="7460"/>
                  </a:lnTo>
                  <a:lnTo>
                    <a:pt x="5359" y="7658"/>
                  </a:lnTo>
                  <a:lnTo>
                    <a:pt x="5350" y="7835"/>
                  </a:lnTo>
                  <a:lnTo>
                    <a:pt x="5343" y="7996"/>
                  </a:lnTo>
                  <a:lnTo>
                    <a:pt x="5337" y="8145"/>
                  </a:lnTo>
                  <a:lnTo>
                    <a:pt x="5331" y="8287"/>
                  </a:lnTo>
                  <a:lnTo>
                    <a:pt x="5328" y="8426"/>
                  </a:lnTo>
                  <a:lnTo>
                    <a:pt x="5326" y="8566"/>
                  </a:lnTo>
                  <a:lnTo>
                    <a:pt x="5323" y="8711"/>
                  </a:lnTo>
                  <a:lnTo>
                    <a:pt x="5322" y="8868"/>
                  </a:lnTo>
                  <a:lnTo>
                    <a:pt x="5321" y="9038"/>
                  </a:lnTo>
                  <a:lnTo>
                    <a:pt x="5321" y="9227"/>
                  </a:lnTo>
                  <a:lnTo>
                    <a:pt x="5321" y="9439"/>
                  </a:lnTo>
                  <a:lnTo>
                    <a:pt x="5320" y="9679"/>
                  </a:lnTo>
                  <a:lnTo>
                    <a:pt x="5355" y="9906"/>
                  </a:lnTo>
                  <a:lnTo>
                    <a:pt x="5385" y="10115"/>
                  </a:lnTo>
                  <a:lnTo>
                    <a:pt x="5412" y="10304"/>
                  </a:lnTo>
                  <a:lnTo>
                    <a:pt x="5436" y="10475"/>
                  </a:lnTo>
                  <a:lnTo>
                    <a:pt x="5457" y="10629"/>
                  </a:lnTo>
                  <a:lnTo>
                    <a:pt x="5475" y="10765"/>
                  </a:lnTo>
                  <a:lnTo>
                    <a:pt x="5491" y="10886"/>
                  </a:lnTo>
                  <a:lnTo>
                    <a:pt x="5505" y="10993"/>
                  </a:lnTo>
                  <a:lnTo>
                    <a:pt x="5517" y="11085"/>
                  </a:lnTo>
                  <a:lnTo>
                    <a:pt x="5527" y="11163"/>
                  </a:lnTo>
                  <a:lnTo>
                    <a:pt x="5536" y="11227"/>
                  </a:lnTo>
                  <a:lnTo>
                    <a:pt x="5544" y="11280"/>
                  </a:lnTo>
                  <a:lnTo>
                    <a:pt x="5551" y="11321"/>
                  </a:lnTo>
                  <a:lnTo>
                    <a:pt x="5558" y="11352"/>
                  </a:lnTo>
                  <a:lnTo>
                    <a:pt x="5561" y="11363"/>
                  </a:lnTo>
                  <a:lnTo>
                    <a:pt x="5565" y="11372"/>
                  </a:lnTo>
                  <a:lnTo>
                    <a:pt x="5568" y="11378"/>
                  </a:lnTo>
                  <a:lnTo>
                    <a:pt x="5570" y="11383"/>
                  </a:lnTo>
                  <a:lnTo>
                    <a:pt x="5629" y="11381"/>
                  </a:lnTo>
                  <a:lnTo>
                    <a:pt x="5686" y="11377"/>
                  </a:lnTo>
                  <a:lnTo>
                    <a:pt x="5744" y="11375"/>
                  </a:lnTo>
                  <a:lnTo>
                    <a:pt x="5802" y="11372"/>
                  </a:lnTo>
                  <a:lnTo>
                    <a:pt x="5860" y="11370"/>
                  </a:lnTo>
                  <a:lnTo>
                    <a:pt x="5918" y="11368"/>
                  </a:lnTo>
                  <a:lnTo>
                    <a:pt x="5975" y="11364"/>
                  </a:lnTo>
                  <a:lnTo>
                    <a:pt x="6033" y="11362"/>
                  </a:lnTo>
                  <a:lnTo>
                    <a:pt x="6090" y="11360"/>
                  </a:lnTo>
                  <a:lnTo>
                    <a:pt x="6149" y="11359"/>
                  </a:lnTo>
                  <a:lnTo>
                    <a:pt x="6206" y="11356"/>
                  </a:lnTo>
                  <a:lnTo>
                    <a:pt x="6264" y="11354"/>
                  </a:lnTo>
                  <a:lnTo>
                    <a:pt x="6321" y="11352"/>
                  </a:lnTo>
                  <a:lnTo>
                    <a:pt x="6380" y="11350"/>
                  </a:lnTo>
                  <a:lnTo>
                    <a:pt x="6437" y="11349"/>
                  </a:lnTo>
                  <a:lnTo>
                    <a:pt x="6495" y="11347"/>
                  </a:lnTo>
                  <a:lnTo>
                    <a:pt x="6158" y="11600"/>
                  </a:lnTo>
                  <a:lnTo>
                    <a:pt x="5863" y="11820"/>
                  </a:lnTo>
                  <a:lnTo>
                    <a:pt x="5608" y="12011"/>
                  </a:lnTo>
                  <a:lnTo>
                    <a:pt x="5387" y="12176"/>
                  </a:lnTo>
                  <a:lnTo>
                    <a:pt x="5201" y="12314"/>
                  </a:lnTo>
                  <a:lnTo>
                    <a:pt x="5045" y="12431"/>
                  </a:lnTo>
                  <a:lnTo>
                    <a:pt x="4915" y="12526"/>
                  </a:lnTo>
                  <a:lnTo>
                    <a:pt x="4810" y="12603"/>
                  </a:lnTo>
                  <a:lnTo>
                    <a:pt x="4726" y="12664"/>
                  </a:lnTo>
                  <a:lnTo>
                    <a:pt x="4661" y="12711"/>
                  </a:lnTo>
                  <a:lnTo>
                    <a:pt x="4611" y="12744"/>
                  </a:lnTo>
                  <a:lnTo>
                    <a:pt x="4574" y="12769"/>
                  </a:lnTo>
                  <a:lnTo>
                    <a:pt x="4546" y="12785"/>
                  </a:lnTo>
                  <a:lnTo>
                    <a:pt x="4525" y="12796"/>
                  </a:lnTo>
                  <a:lnTo>
                    <a:pt x="4506" y="12803"/>
                  </a:lnTo>
                  <a:lnTo>
                    <a:pt x="4490" y="12807"/>
                  </a:lnTo>
                  <a:lnTo>
                    <a:pt x="4490" y="12829"/>
                  </a:lnTo>
                  <a:lnTo>
                    <a:pt x="4490" y="12852"/>
                  </a:lnTo>
                  <a:lnTo>
                    <a:pt x="4490" y="12875"/>
                  </a:lnTo>
                  <a:lnTo>
                    <a:pt x="4490" y="12901"/>
                  </a:lnTo>
                  <a:lnTo>
                    <a:pt x="4461" y="12911"/>
                  </a:lnTo>
                  <a:lnTo>
                    <a:pt x="4431" y="12922"/>
                  </a:lnTo>
                  <a:lnTo>
                    <a:pt x="4403" y="12933"/>
                  </a:lnTo>
                  <a:lnTo>
                    <a:pt x="4377" y="12946"/>
                  </a:lnTo>
                  <a:lnTo>
                    <a:pt x="4350" y="12959"/>
                  </a:lnTo>
                  <a:lnTo>
                    <a:pt x="4323" y="12973"/>
                  </a:lnTo>
                  <a:lnTo>
                    <a:pt x="4297" y="12988"/>
                  </a:lnTo>
                  <a:lnTo>
                    <a:pt x="4272" y="13003"/>
                  </a:lnTo>
                  <a:lnTo>
                    <a:pt x="4220" y="13035"/>
                  </a:lnTo>
                  <a:lnTo>
                    <a:pt x="4171" y="13067"/>
                  </a:lnTo>
                  <a:lnTo>
                    <a:pt x="4122" y="13102"/>
                  </a:lnTo>
                  <a:lnTo>
                    <a:pt x="4075" y="13136"/>
                  </a:lnTo>
                  <a:lnTo>
                    <a:pt x="4026" y="13171"/>
                  </a:lnTo>
                  <a:lnTo>
                    <a:pt x="3977" y="13205"/>
                  </a:lnTo>
                  <a:lnTo>
                    <a:pt x="3928" y="13237"/>
                  </a:lnTo>
                  <a:lnTo>
                    <a:pt x="3878" y="13268"/>
                  </a:lnTo>
                  <a:lnTo>
                    <a:pt x="3852" y="13283"/>
                  </a:lnTo>
                  <a:lnTo>
                    <a:pt x="3825" y="13297"/>
                  </a:lnTo>
                  <a:lnTo>
                    <a:pt x="3800" y="13311"/>
                  </a:lnTo>
                  <a:lnTo>
                    <a:pt x="3773" y="13324"/>
                  </a:lnTo>
                  <a:lnTo>
                    <a:pt x="3745" y="13335"/>
                  </a:lnTo>
                  <a:lnTo>
                    <a:pt x="3717" y="13347"/>
                  </a:lnTo>
                  <a:lnTo>
                    <a:pt x="3689" y="13358"/>
                  </a:lnTo>
                  <a:lnTo>
                    <a:pt x="3660" y="13366"/>
                  </a:lnTo>
                  <a:lnTo>
                    <a:pt x="3656" y="13381"/>
                  </a:lnTo>
                  <a:lnTo>
                    <a:pt x="3651" y="13395"/>
                  </a:lnTo>
                  <a:lnTo>
                    <a:pt x="3646" y="13409"/>
                  </a:lnTo>
                  <a:lnTo>
                    <a:pt x="3639" y="13422"/>
                  </a:lnTo>
                  <a:lnTo>
                    <a:pt x="3630" y="13434"/>
                  </a:lnTo>
                  <a:lnTo>
                    <a:pt x="3622" y="13446"/>
                  </a:lnTo>
                  <a:lnTo>
                    <a:pt x="3612" y="13459"/>
                  </a:lnTo>
                  <a:lnTo>
                    <a:pt x="3601" y="13469"/>
                  </a:lnTo>
                  <a:lnTo>
                    <a:pt x="3590" y="13481"/>
                  </a:lnTo>
                  <a:lnTo>
                    <a:pt x="3578" y="13492"/>
                  </a:lnTo>
                  <a:lnTo>
                    <a:pt x="3564" y="13501"/>
                  </a:lnTo>
                  <a:lnTo>
                    <a:pt x="3551" y="13511"/>
                  </a:lnTo>
                  <a:lnTo>
                    <a:pt x="3537" y="13521"/>
                  </a:lnTo>
                  <a:lnTo>
                    <a:pt x="3522" y="13529"/>
                  </a:lnTo>
                  <a:lnTo>
                    <a:pt x="3507" y="13537"/>
                  </a:lnTo>
                  <a:lnTo>
                    <a:pt x="3492" y="13545"/>
                  </a:lnTo>
                  <a:lnTo>
                    <a:pt x="3460" y="13560"/>
                  </a:lnTo>
                  <a:lnTo>
                    <a:pt x="3428" y="13573"/>
                  </a:lnTo>
                  <a:lnTo>
                    <a:pt x="3395" y="13584"/>
                  </a:lnTo>
                  <a:lnTo>
                    <a:pt x="3362" y="13594"/>
                  </a:lnTo>
                  <a:lnTo>
                    <a:pt x="3330" y="13602"/>
                  </a:lnTo>
                  <a:lnTo>
                    <a:pt x="3299" y="13608"/>
                  </a:lnTo>
                  <a:lnTo>
                    <a:pt x="3270" y="13614"/>
                  </a:lnTo>
                  <a:lnTo>
                    <a:pt x="3243" y="13616"/>
                  </a:ln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
        <p:nvSpPr>
          <p:cNvPr id="27655" name="Freeform 19">
            <a:extLst>
              <a:ext uri="{FF2B5EF4-FFF2-40B4-BE49-F238E27FC236}">
                <a16:creationId xmlns:a16="http://schemas.microsoft.com/office/drawing/2014/main" id="{142AA1DE-C11D-40CF-9B03-16793E49C8A3}"/>
              </a:ext>
            </a:extLst>
          </p:cNvPr>
          <p:cNvSpPr>
            <a:spLocks/>
          </p:cNvSpPr>
          <p:nvPr/>
        </p:nvSpPr>
        <p:spPr bwMode="auto">
          <a:xfrm>
            <a:off x="5095875" y="1354138"/>
            <a:ext cx="1676400" cy="2511425"/>
          </a:xfrm>
          <a:custGeom>
            <a:avLst/>
            <a:gdLst>
              <a:gd name="T0" fmla="*/ 2147483647 w 9761"/>
              <a:gd name="T1" fmla="*/ 2147483647 h 14607"/>
              <a:gd name="T2" fmla="*/ 2147483647 w 9761"/>
              <a:gd name="T3" fmla="*/ 2147483647 h 14607"/>
              <a:gd name="T4" fmla="*/ 2147483647 w 9761"/>
              <a:gd name="T5" fmla="*/ 2147483647 h 14607"/>
              <a:gd name="T6" fmla="*/ 2147483647 w 9761"/>
              <a:gd name="T7" fmla="*/ 2147483647 h 14607"/>
              <a:gd name="T8" fmla="*/ 2147483647 w 9761"/>
              <a:gd name="T9" fmla="*/ 2147483647 h 14607"/>
              <a:gd name="T10" fmla="*/ 2147483647 w 9761"/>
              <a:gd name="T11" fmla="*/ 2147483647 h 14607"/>
              <a:gd name="T12" fmla="*/ 2147483647 w 9761"/>
              <a:gd name="T13" fmla="*/ 2147483647 h 14607"/>
              <a:gd name="T14" fmla="*/ 2147483647 w 9761"/>
              <a:gd name="T15" fmla="*/ 2147483647 h 14607"/>
              <a:gd name="T16" fmla="*/ 2147483647 w 9761"/>
              <a:gd name="T17" fmla="*/ 2147483647 h 14607"/>
              <a:gd name="T18" fmla="*/ 2147483647 w 9761"/>
              <a:gd name="T19" fmla="*/ 2147483647 h 14607"/>
              <a:gd name="T20" fmla="*/ 2147483647 w 9761"/>
              <a:gd name="T21" fmla="*/ 2147483647 h 14607"/>
              <a:gd name="T22" fmla="*/ 2147483647 w 9761"/>
              <a:gd name="T23" fmla="*/ 2147483647 h 14607"/>
              <a:gd name="T24" fmla="*/ 2147483647 w 9761"/>
              <a:gd name="T25" fmla="*/ 2147483647 h 14607"/>
              <a:gd name="T26" fmla="*/ 2147483647 w 9761"/>
              <a:gd name="T27" fmla="*/ 2147483647 h 14607"/>
              <a:gd name="T28" fmla="*/ 2147483647 w 9761"/>
              <a:gd name="T29" fmla="*/ 2147483647 h 14607"/>
              <a:gd name="T30" fmla="*/ 2147483647 w 9761"/>
              <a:gd name="T31" fmla="*/ 2147483647 h 14607"/>
              <a:gd name="T32" fmla="*/ 2147483647 w 9761"/>
              <a:gd name="T33" fmla="*/ 2147483647 h 14607"/>
              <a:gd name="T34" fmla="*/ 2147483647 w 9761"/>
              <a:gd name="T35" fmla="*/ 2147483647 h 14607"/>
              <a:gd name="T36" fmla="*/ 2147483647 w 9761"/>
              <a:gd name="T37" fmla="*/ 2147483647 h 14607"/>
              <a:gd name="T38" fmla="*/ 2147483647 w 9761"/>
              <a:gd name="T39" fmla="*/ 2147483647 h 14607"/>
              <a:gd name="T40" fmla="*/ 2147483647 w 9761"/>
              <a:gd name="T41" fmla="*/ 2147483647 h 14607"/>
              <a:gd name="T42" fmla="*/ 2147483647 w 9761"/>
              <a:gd name="T43" fmla="*/ 2147483647 h 14607"/>
              <a:gd name="T44" fmla="*/ 2147483647 w 9761"/>
              <a:gd name="T45" fmla="*/ 2147483647 h 14607"/>
              <a:gd name="T46" fmla="*/ 2147483647 w 9761"/>
              <a:gd name="T47" fmla="*/ 2147483647 h 14607"/>
              <a:gd name="T48" fmla="*/ 2147483647 w 9761"/>
              <a:gd name="T49" fmla="*/ 2147483647 h 14607"/>
              <a:gd name="T50" fmla="*/ 2147483647 w 9761"/>
              <a:gd name="T51" fmla="*/ 2147483647 h 14607"/>
              <a:gd name="T52" fmla="*/ 2147483647 w 9761"/>
              <a:gd name="T53" fmla="*/ 2147483647 h 14607"/>
              <a:gd name="T54" fmla="*/ 2147483647 w 9761"/>
              <a:gd name="T55" fmla="*/ 2147483647 h 14607"/>
              <a:gd name="T56" fmla="*/ 2147483647 w 9761"/>
              <a:gd name="T57" fmla="*/ 2147483647 h 14607"/>
              <a:gd name="T58" fmla="*/ 2147483647 w 9761"/>
              <a:gd name="T59" fmla="*/ 2147483647 h 14607"/>
              <a:gd name="T60" fmla="*/ 2147483647 w 9761"/>
              <a:gd name="T61" fmla="*/ 0 h 14607"/>
              <a:gd name="T62" fmla="*/ 2147483647 w 9761"/>
              <a:gd name="T63" fmla="*/ 2147483647 h 14607"/>
              <a:gd name="T64" fmla="*/ 2147483647 w 9761"/>
              <a:gd name="T65" fmla="*/ 2147483647 h 14607"/>
              <a:gd name="T66" fmla="*/ 2147483647 w 9761"/>
              <a:gd name="T67" fmla="*/ 2147483647 h 14607"/>
              <a:gd name="T68" fmla="*/ 2147483647 w 9761"/>
              <a:gd name="T69" fmla="*/ 2147483647 h 14607"/>
              <a:gd name="T70" fmla="*/ 2147483647 w 9761"/>
              <a:gd name="T71" fmla="*/ 2147483647 h 14607"/>
              <a:gd name="T72" fmla="*/ 2147483647 w 9761"/>
              <a:gd name="T73" fmla="*/ 2147483647 h 14607"/>
              <a:gd name="T74" fmla="*/ 2147483647 w 9761"/>
              <a:gd name="T75" fmla="*/ 2147483647 h 14607"/>
              <a:gd name="T76" fmla="*/ 2147483647 w 9761"/>
              <a:gd name="T77" fmla="*/ 2147483647 h 14607"/>
              <a:gd name="T78" fmla="*/ 2147483647 w 9761"/>
              <a:gd name="T79" fmla="*/ 2147483647 h 14607"/>
              <a:gd name="T80" fmla="*/ 2147483647 w 9761"/>
              <a:gd name="T81" fmla="*/ 2147483647 h 14607"/>
              <a:gd name="T82" fmla="*/ 2147483647 w 9761"/>
              <a:gd name="T83" fmla="*/ 2147483647 h 14607"/>
              <a:gd name="T84" fmla="*/ 2147483647 w 9761"/>
              <a:gd name="T85" fmla="*/ 2147483647 h 14607"/>
              <a:gd name="T86" fmla="*/ 2147483647 w 9761"/>
              <a:gd name="T87" fmla="*/ 2147483647 h 14607"/>
              <a:gd name="T88" fmla="*/ 2147483647 w 9761"/>
              <a:gd name="T89" fmla="*/ 2147483647 h 14607"/>
              <a:gd name="T90" fmla="*/ 2147483647 w 9761"/>
              <a:gd name="T91" fmla="*/ 2147483647 h 14607"/>
              <a:gd name="T92" fmla="*/ 2147483647 w 9761"/>
              <a:gd name="T93" fmla="*/ 2147483647 h 14607"/>
              <a:gd name="T94" fmla="*/ 2147483647 w 9761"/>
              <a:gd name="T95" fmla="*/ 2147483647 h 14607"/>
              <a:gd name="T96" fmla="*/ 2147483647 w 9761"/>
              <a:gd name="T97" fmla="*/ 2147483647 h 14607"/>
              <a:gd name="T98" fmla="*/ 2147483647 w 9761"/>
              <a:gd name="T99" fmla="*/ 2147483647 h 14607"/>
              <a:gd name="T100" fmla="*/ 2147483647 w 9761"/>
              <a:gd name="T101" fmla="*/ 2147483647 h 14607"/>
              <a:gd name="T102" fmla="*/ 2147483647 w 9761"/>
              <a:gd name="T103" fmla="*/ 2147483647 h 14607"/>
              <a:gd name="T104" fmla="*/ 2147483647 w 9761"/>
              <a:gd name="T105" fmla="*/ 2147483647 h 14607"/>
              <a:gd name="T106" fmla="*/ 2147483647 w 9761"/>
              <a:gd name="T107" fmla="*/ 2147483647 h 14607"/>
              <a:gd name="T108" fmla="*/ 2147483647 w 9761"/>
              <a:gd name="T109" fmla="*/ 2147483647 h 14607"/>
              <a:gd name="T110" fmla="*/ 2147483647 w 9761"/>
              <a:gd name="T111" fmla="*/ 2147483647 h 14607"/>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9761"/>
              <a:gd name="T169" fmla="*/ 0 h 14607"/>
              <a:gd name="T170" fmla="*/ 9761 w 9761"/>
              <a:gd name="T171" fmla="*/ 14607 h 14607"/>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9761" h="14607">
                <a:moveTo>
                  <a:pt x="9597" y="14607"/>
                </a:moveTo>
                <a:lnTo>
                  <a:pt x="9597" y="14582"/>
                </a:lnTo>
                <a:lnTo>
                  <a:pt x="9597" y="14558"/>
                </a:lnTo>
                <a:lnTo>
                  <a:pt x="9597" y="14536"/>
                </a:lnTo>
                <a:lnTo>
                  <a:pt x="9597" y="14515"/>
                </a:lnTo>
                <a:lnTo>
                  <a:pt x="9555" y="14493"/>
                </a:lnTo>
                <a:lnTo>
                  <a:pt x="9515" y="14472"/>
                </a:lnTo>
                <a:lnTo>
                  <a:pt x="9477" y="14450"/>
                </a:lnTo>
                <a:lnTo>
                  <a:pt x="9439" y="14429"/>
                </a:lnTo>
                <a:lnTo>
                  <a:pt x="9393" y="14265"/>
                </a:lnTo>
                <a:lnTo>
                  <a:pt x="9344" y="14103"/>
                </a:lnTo>
                <a:lnTo>
                  <a:pt x="9293" y="13943"/>
                </a:lnTo>
                <a:lnTo>
                  <a:pt x="9240" y="13786"/>
                </a:lnTo>
                <a:lnTo>
                  <a:pt x="9185" y="13629"/>
                </a:lnTo>
                <a:lnTo>
                  <a:pt x="9128" y="13475"/>
                </a:lnTo>
                <a:lnTo>
                  <a:pt x="9068" y="13323"/>
                </a:lnTo>
                <a:lnTo>
                  <a:pt x="9008" y="13172"/>
                </a:lnTo>
                <a:lnTo>
                  <a:pt x="8945" y="13023"/>
                </a:lnTo>
                <a:lnTo>
                  <a:pt x="8880" y="12875"/>
                </a:lnTo>
                <a:lnTo>
                  <a:pt x="8813" y="12729"/>
                </a:lnTo>
                <a:lnTo>
                  <a:pt x="8744" y="12584"/>
                </a:lnTo>
                <a:lnTo>
                  <a:pt x="8674" y="12440"/>
                </a:lnTo>
                <a:lnTo>
                  <a:pt x="8603" y="12298"/>
                </a:lnTo>
                <a:lnTo>
                  <a:pt x="8530" y="12156"/>
                </a:lnTo>
                <a:lnTo>
                  <a:pt x="8456" y="12016"/>
                </a:lnTo>
                <a:lnTo>
                  <a:pt x="8381" y="11876"/>
                </a:lnTo>
                <a:lnTo>
                  <a:pt x="8302" y="11738"/>
                </a:lnTo>
                <a:lnTo>
                  <a:pt x="8224" y="11600"/>
                </a:lnTo>
                <a:lnTo>
                  <a:pt x="8145" y="11462"/>
                </a:lnTo>
                <a:lnTo>
                  <a:pt x="8063" y="11326"/>
                </a:lnTo>
                <a:lnTo>
                  <a:pt x="7982" y="11190"/>
                </a:lnTo>
                <a:lnTo>
                  <a:pt x="7899" y="11055"/>
                </a:lnTo>
                <a:lnTo>
                  <a:pt x="7815" y="10919"/>
                </a:lnTo>
                <a:lnTo>
                  <a:pt x="7731" y="10784"/>
                </a:lnTo>
                <a:lnTo>
                  <a:pt x="7645" y="10649"/>
                </a:lnTo>
                <a:lnTo>
                  <a:pt x="7559" y="10515"/>
                </a:lnTo>
                <a:lnTo>
                  <a:pt x="7472" y="10380"/>
                </a:lnTo>
                <a:lnTo>
                  <a:pt x="7296" y="10110"/>
                </a:lnTo>
                <a:lnTo>
                  <a:pt x="7119" y="9840"/>
                </a:lnTo>
                <a:lnTo>
                  <a:pt x="7092" y="9840"/>
                </a:lnTo>
                <a:lnTo>
                  <a:pt x="7065" y="9840"/>
                </a:lnTo>
                <a:lnTo>
                  <a:pt x="7041" y="9840"/>
                </a:lnTo>
                <a:lnTo>
                  <a:pt x="7019" y="9840"/>
                </a:lnTo>
                <a:lnTo>
                  <a:pt x="6964" y="9737"/>
                </a:lnTo>
                <a:lnTo>
                  <a:pt x="6902" y="9635"/>
                </a:lnTo>
                <a:lnTo>
                  <a:pt x="6835" y="9533"/>
                </a:lnTo>
                <a:lnTo>
                  <a:pt x="6761" y="9431"/>
                </a:lnTo>
                <a:lnTo>
                  <a:pt x="6682" y="9328"/>
                </a:lnTo>
                <a:lnTo>
                  <a:pt x="6598" y="9227"/>
                </a:lnTo>
                <a:lnTo>
                  <a:pt x="6508" y="9125"/>
                </a:lnTo>
                <a:lnTo>
                  <a:pt x="6415" y="9024"/>
                </a:lnTo>
                <a:lnTo>
                  <a:pt x="6317" y="8924"/>
                </a:lnTo>
                <a:lnTo>
                  <a:pt x="6216" y="8824"/>
                </a:lnTo>
                <a:lnTo>
                  <a:pt x="6111" y="8724"/>
                </a:lnTo>
                <a:lnTo>
                  <a:pt x="6002" y="8625"/>
                </a:lnTo>
                <a:lnTo>
                  <a:pt x="5891" y="8528"/>
                </a:lnTo>
                <a:lnTo>
                  <a:pt x="5778" y="8431"/>
                </a:lnTo>
                <a:lnTo>
                  <a:pt x="5663" y="8335"/>
                </a:lnTo>
                <a:lnTo>
                  <a:pt x="5546" y="8241"/>
                </a:lnTo>
                <a:lnTo>
                  <a:pt x="5429" y="8146"/>
                </a:lnTo>
                <a:lnTo>
                  <a:pt x="5311" y="8054"/>
                </a:lnTo>
                <a:lnTo>
                  <a:pt x="5192" y="7963"/>
                </a:lnTo>
                <a:lnTo>
                  <a:pt x="5073" y="7875"/>
                </a:lnTo>
                <a:lnTo>
                  <a:pt x="4954" y="7786"/>
                </a:lnTo>
                <a:lnTo>
                  <a:pt x="4836" y="7700"/>
                </a:lnTo>
                <a:lnTo>
                  <a:pt x="4719" y="7616"/>
                </a:lnTo>
                <a:lnTo>
                  <a:pt x="4603" y="7533"/>
                </a:lnTo>
                <a:lnTo>
                  <a:pt x="4378" y="7374"/>
                </a:lnTo>
                <a:lnTo>
                  <a:pt x="4162" y="7222"/>
                </a:lnTo>
                <a:lnTo>
                  <a:pt x="3961" y="7080"/>
                </a:lnTo>
                <a:lnTo>
                  <a:pt x="3774" y="6947"/>
                </a:lnTo>
                <a:lnTo>
                  <a:pt x="3691" y="6905"/>
                </a:lnTo>
                <a:lnTo>
                  <a:pt x="3606" y="6862"/>
                </a:lnTo>
                <a:lnTo>
                  <a:pt x="3522" y="6818"/>
                </a:lnTo>
                <a:lnTo>
                  <a:pt x="3437" y="6772"/>
                </a:lnTo>
                <a:lnTo>
                  <a:pt x="3266" y="6679"/>
                </a:lnTo>
                <a:lnTo>
                  <a:pt x="3092" y="6584"/>
                </a:lnTo>
                <a:lnTo>
                  <a:pt x="2918" y="6490"/>
                </a:lnTo>
                <a:lnTo>
                  <a:pt x="2742" y="6394"/>
                </a:lnTo>
                <a:lnTo>
                  <a:pt x="2655" y="6348"/>
                </a:lnTo>
                <a:lnTo>
                  <a:pt x="2566" y="6301"/>
                </a:lnTo>
                <a:lnTo>
                  <a:pt x="2478" y="6256"/>
                </a:lnTo>
                <a:lnTo>
                  <a:pt x="2390" y="6210"/>
                </a:lnTo>
                <a:lnTo>
                  <a:pt x="2302" y="6167"/>
                </a:lnTo>
                <a:lnTo>
                  <a:pt x="2213" y="6124"/>
                </a:lnTo>
                <a:lnTo>
                  <a:pt x="2125" y="6082"/>
                </a:lnTo>
                <a:lnTo>
                  <a:pt x="2036" y="6042"/>
                </a:lnTo>
                <a:lnTo>
                  <a:pt x="1947" y="6003"/>
                </a:lnTo>
                <a:lnTo>
                  <a:pt x="1859" y="5966"/>
                </a:lnTo>
                <a:lnTo>
                  <a:pt x="1771" y="5931"/>
                </a:lnTo>
                <a:lnTo>
                  <a:pt x="1683" y="5897"/>
                </a:lnTo>
                <a:lnTo>
                  <a:pt x="1595" y="5866"/>
                </a:lnTo>
                <a:lnTo>
                  <a:pt x="1508" y="5836"/>
                </a:lnTo>
                <a:lnTo>
                  <a:pt x="1420" y="5809"/>
                </a:lnTo>
                <a:lnTo>
                  <a:pt x="1333" y="5786"/>
                </a:lnTo>
                <a:lnTo>
                  <a:pt x="1247" y="5764"/>
                </a:lnTo>
                <a:lnTo>
                  <a:pt x="1160" y="5745"/>
                </a:lnTo>
                <a:lnTo>
                  <a:pt x="1074" y="5729"/>
                </a:lnTo>
                <a:lnTo>
                  <a:pt x="989" y="5716"/>
                </a:lnTo>
                <a:lnTo>
                  <a:pt x="950" y="5791"/>
                </a:lnTo>
                <a:lnTo>
                  <a:pt x="912" y="5864"/>
                </a:lnTo>
                <a:lnTo>
                  <a:pt x="874" y="5938"/>
                </a:lnTo>
                <a:lnTo>
                  <a:pt x="836" y="6011"/>
                </a:lnTo>
                <a:lnTo>
                  <a:pt x="799" y="6083"/>
                </a:lnTo>
                <a:lnTo>
                  <a:pt x="763" y="6157"/>
                </a:lnTo>
                <a:lnTo>
                  <a:pt x="727" y="6229"/>
                </a:lnTo>
                <a:lnTo>
                  <a:pt x="692" y="6302"/>
                </a:lnTo>
                <a:lnTo>
                  <a:pt x="657" y="6377"/>
                </a:lnTo>
                <a:lnTo>
                  <a:pt x="623" y="6453"/>
                </a:lnTo>
                <a:lnTo>
                  <a:pt x="590" y="6529"/>
                </a:lnTo>
                <a:lnTo>
                  <a:pt x="558" y="6605"/>
                </a:lnTo>
                <a:lnTo>
                  <a:pt x="526" y="6685"/>
                </a:lnTo>
                <a:lnTo>
                  <a:pt x="496" y="6765"/>
                </a:lnTo>
                <a:lnTo>
                  <a:pt x="467" y="6848"/>
                </a:lnTo>
                <a:lnTo>
                  <a:pt x="437" y="6933"/>
                </a:lnTo>
                <a:lnTo>
                  <a:pt x="400" y="6943"/>
                </a:lnTo>
                <a:lnTo>
                  <a:pt x="363" y="6954"/>
                </a:lnTo>
                <a:lnTo>
                  <a:pt x="326" y="6966"/>
                </a:lnTo>
                <a:lnTo>
                  <a:pt x="288" y="6976"/>
                </a:lnTo>
                <a:lnTo>
                  <a:pt x="251" y="6987"/>
                </a:lnTo>
                <a:lnTo>
                  <a:pt x="215" y="6997"/>
                </a:lnTo>
                <a:lnTo>
                  <a:pt x="179" y="7008"/>
                </a:lnTo>
                <a:lnTo>
                  <a:pt x="144" y="7019"/>
                </a:lnTo>
                <a:lnTo>
                  <a:pt x="151" y="6936"/>
                </a:lnTo>
                <a:lnTo>
                  <a:pt x="155" y="6854"/>
                </a:lnTo>
                <a:lnTo>
                  <a:pt x="160" y="6772"/>
                </a:lnTo>
                <a:lnTo>
                  <a:pt x="165" y="6691"/>
                </a:lnTo>
                <a:lnTo>
                  <a:pt x="167" y="6609"/>
                </a:lnTo>
                <a:lnTo>
                  <a:pt x="169" y="6527"/>
                </a:lnTo>
                <a:lnTo>
                  <a:pt x="171" y="6447"/>
                </a:lnTo>
                <a:lnTo>
                  <a:pt x="172" y="6365"/>
                </a:lnTo>
                <a:lnTo>
                  <a:pt x="172" y="6204"/>
                </a:lnTo>
                <a:lnTo>
                  <a:pt x="169" y="6044"/>
                </a:lnTo>
                <a:lnTo>
                  <a:pt x="166" y="5884"/>
                </a:lnTo>
                <a:lnTo>
                  <a:pt x="159" y="5724"/>
                </a:lnTo>
                <a:lnTo>
                  <a:pt x="152" y="5566"/>
                </a:lnTo>
                <a:lnTo>
                  <a:pt x="143" y="5407"/>
                </a:lnTo>
                <a:lnTo>
                  <a:pt x="132" y="5250"/>
                </a:lnTo>
                <a:lnTo>
                  <a:pt x="120" y="5091"/>
                </a:lnTo>
                <a:lnTo>
                  <a:pt x="109" y="4934"/>
                </a:lnTo>
                <a:lnTo>
                  <a:pt x="97" y="4778"/>
                </a:lnTo>
                <a:lnTo>
                  <a:pt x="84" y="4620"/>
                </a:lnTo>
                <a:lnTo>
                  <a:pt x="73" y="4463"/>
                </a:lnTo>
                <a:lnTo>
                  <a:pt x="67" y="4319"/>
                </a:lnTo>
                <a:lnTo>
                  <a:pt x="62" y="4173"/>
                </a:lnTo>
                <a:lnTo>
                  <a:pt x="57" y="4028"/>
                </a:lnTo>
                <a:lnTo>
                  <a:pt x="52" y="3884"/>
                </a:lnTo>
                <a:lnTo>
                  <a:pt x="47" y="3738"/>
                </a:lnTo>
                <a:lnTo>
                  <a:pt x="42" y="3594"/>
                </a:lnTo>
                <a:lnTo>
                  <a:pt x="39" y="3449"/>
                </a:lnTo>
                <a:lnTo>
                  <a:pt x="34" y="3304"/>
                </a:lnTo>
                <a:lnTo>
                  <a:pt x="29" y="3160"/>
                </a:lnTo>
                <a:lnTo>
                  <a:pt x="25" y="3015"/>
                </a:lnTo>
                <a:lnTo>
                  <a:pt x="21" y="2871"/>
                </a:lnTo>
                <a:lnTo>
                  <a:pt x="17" y="2726"/>
                </a:lnTo>
                <a:lnTo>
                  <a:pt x="13" y="2582"/>
                </a:lnTo>
                <a:lnTo>
                  <a:pt x="8" y="2438"/>
                </a:lnTo>
                <a:lnTo>
                  <a:pt x="5" y="2294"/>
                </a:lnTo>
                <a:lnTo>
                  <a:pt x="0" y="2151"/>
                </a:lnTo>
                <a:lnTo>
                  <a:pt x="103" y="2137"/>
                </a:lnTo>
                <a:lnTo>
                  <a:pt x="203" y="2117"/>
                </a:lnTo>
                <a:lnTo>
                  <a:pt x="302" y="2091"/>
                </a:lnTo>
                <a:lnTo>
                  <a:pt x="399" y="2061"/>
                </a:lnTo>
                <a:lnTo>
                  <a:pt x="496" y="2026"/>
                </a:lnTo>
                <a:lnTo>
                  <a:pt x="590" y="1986"/>
                </a:lnTo>
                <a:lnTo>
                  <a:pt x="685" y="1943"/>
                </a:lnTo>
                <a:lnTo>
                  <a:pt x="777" y="1895"/>
                </a:lnTo>
                <a:lnTo>
                  <a:pt x="869" y="1845"/>
                </a:lnTo>
                <a:lnTo>
                  <a:pt x="960" y="1792"/>
                </a:lnTo>
                <a:lnTo>
                  <a:pt x="1051" y="1736"/>
                </a:lnTo>
                <a:lnTo>
                  <a:pt x="1141" y="1677"/>
                </a:lnTo>
                <a:lnTo>
                  <a:pt x="1230" y="1617"/>
                </a:lnTo>
                <a:lnTo>
                  <a:pt x="1319" y="1555"/>
                </a:lnTo>
                <a:lnTo>
                  <a:pt x="1408" y="1492"/>
                </a:lnTo>
                <a:lnTo>
                  <a:pt x="1496" y="1428"/>
                </a:lnTo>
                <a:lnTo>
                  <a:pt x="1673" y="1297"/>
                </a:lnTo>
                <a:lnTo>
                  <a:pt x="1851" y="1167"/>
                </a:lnTo>
                <a:lnTo>
                  <a:pt x="1939" y="1103"/>
                </a:lnTo>
                <a:lnTo>
                  <a:pt x="2029" y="1039"/>
                </a:lnTo>
                <a:lnTo>
                  <a:pt x="2119" y="977"/>
                </a:lnTo>
                <a:lnTo>
                  <a:pt x="2210" y="916"/>
                </a:lnTo>
                <a:lnTo>
                  <a:pt x="2301" y="858"/>
                </a:lnTo>
                <a:lnTo>
                  <a:pt x="2392" y="802"/>
                </a:lnTo>
                <a:lnTo>
                  <a:pt x="2485" y="748"/>
                </a:lnTo>
                <a:lnTo>
                  <a:pt x="2578" y="698"/>
                </a:lnTo>
                <a:lnTo>
                  <a:pt x="2674" y="650"/>
                </a:lnTo>
                <a:lnTo>
                  <a:pt x="2769" y="607"/>
                </a:lnTo>
                <a:lnTo>
                  <a:pt x="2867" y="568"/>
                </a:lnTo>
                <a:lnTo>
                  <a:pt x="2965" y="533"/>
                </a:lnTo>
                <a:lnTo>
                  <a:pt x="2965" y="506"/>
                </a:lnTo>
                <a:lnTo>
                  <a:pt x="2965" y="480"/>
                </a:lnTo>
                <a:lnTo>
                  <a:pt x="2965" y="455"/>
                </a:lnTo>
                <a:lnTo>
                  <a:pt x="2965" y="432"/>
                </a:lnTo>
                <a:lnTo>
                  <a:pt x="2999" y="417"/>
                </a:lnTo>
                <a:lnTo>
                  <a:pt x="3032" y="402"/>
                </a:lnTo>
                <a:lnTo>
                  <a:pt x="3065" y="386"/>
                </a:lnTo>
                <a:lnTo>
                  <a:pt x="3098" y="369"/>
                </a:lnTo>
                <a:lnTo>
                  <a:pt x="3163" y="333"/>
                </a:lnTo>
                <a:lnTo>
                  <a:pt x="3227" y="297"/>
                </a:lnTo>
                <a:lnTo>
                  <a:pt x="3292" y="259"/>
                </a:lnTo>
                <a:lnTo>
                  <a:pt x="3357" y="220"/>
                </a:lnTo>
                <a:lnTo>
                  <a:pt x="3421" y="183"/>
                </a:lnTo>
                <a:lnTo>
                  <a:pt x="3485" y="148"/>
                </a:lnTo>
                <a:lnTo>
                  <a:pt x="3518" y="131"/>
                </a:lnTo>
                <a:lnTo>
                  <a:pt x="3550" y="114"/>
                </a:lnTo>
                <a:lnTo>
                  <a:pt x="3583" y="98"/>
                </a:lnTo>
                <a:lnTo>
                  <a:pt x="3616" y="83"/>
                </a:lnTo>
                <a:lnTo>
                  <a:pt x="3649" y="69"/>
                </a:lnTo>
                <a:lnTo>
                  <a:pt x="3682" y="56"/>
                </a:lnTo>
                <a:lnTo>
                  <a:pt x="3716" y="44"/>
                </a:lnTo>
                <a:lnTo>
                  <a:pt x="3750" y="34"/>
                </a:lnTo>
                <a:lnTo>
                  <a:pt x="3784" y="24"/>
                </a:lnTo>
                <a:lnTo>
                  <a:pt x="3819" y="16"/>
                </a:lnTo>
                <a:lnTo>
                  <a:pt x="3854" y="9"/>
                </a:lnTo>
                <a:lnTo>
                  <a:pt x="3888" y="5"/>
                </a:lnTo>
                <a:lnTo>
                  <a:pt x="3923" y="1"/>
                </a:lnTo>
                <a:lnTo>
                  <a:pt x="3960" y="0"/>
                </a:lnTo>
                <a:lnTo>
                  <a:pt x="3996" y="0"/>
                </a:lnTo>
                <a:lnTo>
                  <a:pt x="4032" y="2"/>
                </a:lnTo>
                <a:lnTo>
                  <a:pt x="4024" y="38"/>
                </a:lnTo>
                <a:lnTo>
                  <a:pt x="4017" y="73"/>
                </a:lnTo>
                <a:lnTo>
                  <a:pt x="4009" y="110"/>
                </a:lnTo>
                <a:lnTo>
                  <a:pt x="4000" y="147"/>
                </a:lnTo>
                <a:lnTo>
                  <a:pt x="3993" y="184"/>
                </a:lnTo>
                <a:lnTo>
                  <a:pt x="3986" y="221"/>
                </a:lnTo>
                <a:lnTo>
                  <a:pt x="3981" y="259"/>
                </a:lnTo>
                <a:lnTo>
                  <a:pt x="3975" y="296"/>
                </a:lnTo>
                <a:lnTo>
                  <a:pt x="3954" y="307"/>
                </a:lnTo>
                <a:lnTo>
                  <a:pt x="3930" y="319"/>
                </a:lnTo>
                <a:lnTo>
                  <a:pt x="3908" y="337"/>
                </a:lnTo>
                <a:lnTo>
                  <a:pt x="3885" y="358"/>
                </a:lnTo>
                <a:lnTo>
                  <a:pt x="3862" y="381"/>
                </a:lnTo>
                <a:lnTo>
                  <a:pt x="3838" y="408"/>
                </a:lnTo>
                <a:lnTo>
                  <a:pt x="3814" y="437"/>
                </a:lnTo>
                <a:lnTo>
                  <a:pt x="3791" y="469"/>
                </a:lnTo>
                <a:lnTo>
                  <a:pt x="3767" y="502"/>
                </a:lnTo>
                <a:lnTo>
                  <a:pt x="3743" y="539"/>
                </a:lnTo>
                <a:lnTo>
                  <a:pt x="3719" y="577"/>
                </a:lnTo>
                <a:lnTo>
                  <a:pt x="3697" y="617"/>
                </a:lnTo>
                <a:lnTo>
                  <a:pt x="3674" y="657"/>
                </a:lnTo>
                <a:lnTo>
                  <a:pt x="3652" y="699"/>
                </a:lnTo>
                <a:lnTo>
                  <a:pt x="3631" y="744"/>
                </a:lnTo>
                <a:lnTo>
                  <a:pt x="3610" y="788"/>
                </a:lnTo>
                <a:lnTo>
                  <a:pt x="3590" y="832"/>
                </a:lnTo>
                <a:lnTo>
                  <a:pt x="3570" y="879"/>
                </a:lnTo>
                <a:lnTo>
                  <a:pt x="3553" y="924"/>
                </a:lnTo>
                <a:lnTo>
                  <a:pt x="3535" y="970"/>
                </a:lnTo>
                <a:lnTo>
                  <a:pt x="3519" y="1016"/>
                </a:lnTo>
                <a:lnTo>
                  <a:pt x="3504" y="1062"/>
                </a:lnTo>
                <a:lnTo>
                  <a:pt x="3490" y="1106"/>
                </a:lnTo>
                <a:lnTo>
                  <a:pt x="3478" y="1152"/>
                </a:lnTo>
                <a:lnTo>
                  <a:pt x="3466" y="1195"/>
                </a:lnTo>
                <a:lnTo>
                  <a:pt x="3457" y="1237"/>
                </a:lnTo>
                <a:lnTo>
                  <a:pt x="3449" y="1277"/>
                </a:lnTo>
                <a:lnTo>
                  <a:pt x="3443" y="1317"/>
                </a:lnTo>
                <a:lnTo>
                  <a:pt x="3440" y="1356"/>
                </a:lnTo>
                <a:lnTo>
                  <a:pt x="3437" y="1391"/>
                </a:lnTo>
                <a:lnTo>
                  <a:pt x="3436" y="1424"/>
                </a:lnTo>
                <a:lnTo>
                  <a:pt x="3438" y="1456"/>
                </a:lnTo>
                <a:lnTo>
                  <a:pt x="3521" y="1513"/>
                </a:lnTo>
                <a:lnTo>
                  <a:pt x="3604" y="1569"/>
                </a:lnTo>
                <a:lnTo>
                  <a:pt x="3688" y="1625"/>
                </a:lnTo>
                <a:lnTo>
                  <a:pt x="3771" y="1682"/>
                </a:lnTo>
                <a:lnTo>
                  <a:pt x="3855" y="1738"/>
                </a:lnTo>
                <a:lnTo>
                  <a:pt x="3937" y="1795"/>
                </a:lnTo>
                <a:lnTo>
                  <a:pt x="4021" y="1851"/>
                </a:lnTo>
                <a:lnTo>
                  <a:pt x="4105" y="1908"/>
                </a:lnTo>
                <a:lnTo>
                  <a:pt x="4188" y="1965"/>
                </a:lnTo>
                <a:lnTo>
                  <a:pt x="4272" y="2021"/>
                </a:lnTo>
                <a:lnTo>
                  <a:pt x="4356" y="2078"/>
                </a:lnTo>
                <a:lnTo>
                  <a:pt x="4440" y="2135"/>
                </a:lnTo>
                <a:lnTo>
                  <a:pt x="4524" y="2192"/>
                </a:lnTo>
                <a:lnTo>
                  <a:pt x="4608" y="2251"/>
                </a:lnTo>
                <a:lnTo>
                  <a:pt x="4693" y="2308"/>
                </a:lnTo>
                <a:lnTo>
                  <a:pt x="4777" y="2365"/>
                </a:lnTo>
                <a:lnTo>
                  <a:pt x="4945" y="2521"/>
                </a:lnTo>
                <a:lnTo>
                  <a:pt x="5108" y="2676"/>
                </a:lnTo>
                <a:lnTo>
                  <a:pt x="5268" y="2830"/>
                </a:lnTo>
                <a:lnTo>
                  <a:pt x="5424" y="2983"/>
                </a:lnTo>
                <a:lnTo>
                  <a:pt x="5578" y="3135"/>
                </a:lnTo>
                <a:lnTo>
                  <a:pt x="5727" y="3288"/>
                </a:lnTo>
                <a:lnTo>
                  <a:pt x="5874" y="3441"/>
                </a:lnTo>
                <a:lnTo>
                  <a:pt x="6019" y="3592"/>
                </a:lnTo>
                <a:lnTo>
                  <a:pt x="6158" y="3745"/>
                </a:lnTo>
                <a:lnTo>
                  <a:pt x="6297" y="3899"/>
                </a:lnTo>
                <a:lnTo>
                  <a:pt x="6432" y="4053"/>
                </a:lnTo>
                <a:lnTo>
                  <a:pt x="6565" y="4208"/>
                </a:lnTo>
                <a:lnTo>
                  <a:pt x="6696" y="4363"/>
                </a:lnTo>
                <a:lnTo>
                  <a:pt x="6823" y="4520"/>
                </a:lnTo>
                <a:lnTo>
                  <a:pt x="6949" y="4679"/>
                </a:lnTo>
                <a:lnTo>
                  <a:pt x="7072" y="4838"/>
                </a:lnTo>
                <a:lnTo>
                  <a:pt x="7195" y="5000"/>
                </a:lnTo>
                <a:lnTo>
                  <a:pt x="7315" y="5165"/>
                </a:lnTo>
                <a:lnTo>
                  <a:pt x="7433" y="5331"/>
                </a:lnTo>
                <a:lnTo>
                  <a:pt x="7549" y="5500"/>
                </a:lnTo>
                <a:lnTo>
                  <a:pt x="7664" y="5672"/>
                </a:lnTo>
                <a:lnTo>
                  <a:pt x="7778" y="5845"/>
                </a:lnTo>
                <a:lnTo>
                  <a:pt x="7890" y="6023"/>
                </a:lnTo>
                <a:lnTo>
                  <a:pt x="8001" y="6203"/>
                </a:lnTo>
                <a:lnTo>
                  <a:pt x="8110" y="6387"/>
                </a:lnTo>
                <a:lnTo>
                  <a:pt x="8220" y="6574"/>
                </a:lnTo>
                <a:lnTo>
                  <a:pt x="8327" y="6765"/>
                </a:lnTo>
                <a:lnTo>
                  <a:pt x="8434" y="6961"/>
                </a:lnTo>
                <a:lnTo>
                  <a:pt x="8541" y="7160"/>
                </a:lnTo>
                <a:lnTo>
                  <a:pt x="8648" y="7364"/>
                </a:lnTo>
                <a:lnTo>
                  <a:pt x="8754" y="7572"/>
                </a:lnTo>
                <a:lnTo>
                  <a:pt x="8859" y="7785"/>
                </a:lnTo>
                <a:lnTo>
                  <a:pt x="8885" y="7865"/>
                </a:lnTo>
                <a:lnTo>
                  <a:pt x="8920" y="7961"/>
                </a:lnTo>
                <a:lnTo>
                  <a:pt x="8960" y="8068"/>
                </a:lnTo>
                <a:lnTo>
                  <a:pt x="9006" y="8186"/>
                </a:lnTo>
                <a:lnTo>
                  <a:pt x="9053" y="8313"/>
                </a:lnTo>
                <a:lnTo>
                  <a:pt x="9105" y="8447"/>
                </a:lnTo>
                <a:lnTo>
                  <a:pt x="9155" y="8585"/>
                </a:lnTo>
                <a:lnTo>
                  <a:pt x="9205" y="8726"/>
                </a:lnTo>
                <a:lnTo>
                  <a:pt x="9229" y="8796"/>
                </a:lnTo>
                <a:lnTo>
                  <a:pt x="9253" y="8867"/>
                </a:lnTo>
                <a:lnTo>
                  <a:pt x="9276" y="8937"/>
                </a:lnTo>
                <a:lnTo>
                  <a:pt x="9298" y="9007"/>
                </a:lnTo>
                <a:lnTo>
                  <a:pt x="9318" y="9075"/>
                </a:lnTo>
                <a:lnTo>
                  <a:pt x="9338" y="9143"/>
                </a:lnTo>
                <a:lnTo>
                  <a:pt x="9355" y="9209"/>
                </a:lnTo>
                <a:lnTo>
                  <a:pt x="9372" y="9273"/>
                </a:lnTo>
                <a:lnTo>
                  <a:pt x="9386" y="9336"/>
                </a:lnTo>
                <a:lnTo>
                  <a:pt x="9397" y="9397"/>
                </a:lnTo>
                <a:lnTo>
                  <a:pt x="9408" y="9456"/>
                </a:lnTo>
                <a:lnTo>
                  <a:pt x="9415" y="9511"/>
                </a:lnTo>
                <a:lnTo>
                  <a:pt x="9419" y="9565"/>
                </a:lnTo>
                <a:lnTo>
                  <a:pt x="9422" y="9614"/>
                </a:lnTo>
                <a:lnTo>
                  <a:pt x="9421" y="9660"/>
                </a:lnTo>
                <a:lnTo>
                  <a:pt x="9417" y="9704"/>
                </a:lnTo>
                <a:lnTo>
                  <a:pt x="9439" y="9711"/>
                </a:lnTo>
                <a:lnTo>
                  <a:pt x="9460" y="9719"/>
                </a:lnTo>
                <a:lnTo>
                  <a:pt x="9481" y="9729"/>
                </a:lnTo>
                <a:lnTo>
                  <a:pt x="9503" y="9740"/>
                </a:lnTo>
                <a:lnTo>
                  <a:pt x="9503" y="9788"/>
                </a:lnTo>
                <a:lnTo>
                  <a:pt x="9503" y="9836"/>
                </a:lnTo>
                <a:lnTo>
                  <a:pt x="9503" y="9884"/>
                </a:lnTo>
                <a:lnTo>
                  <a:pt x="9505" y="9933"/>
                </a:lnTo>
                <a:lnTo>
                  <a:pt x="9505" y="9983"/>
                </a:lnTo>
                <a:lnTo>
                  <a:pt x="9506" y="10032"/>
                </a:lnTo>
                <a:lnTo>
                  <a:pt x="9508" y="10082"/>
                </a:lnTo>
                <a:lnTo>
                  <a:pt x="9510" y="10134"/>
                </a:lnTo>
                <a:lnTo>
                  <a:pt x="9531" y="10140"/>
                </a:lnTo>
                <a:lnTo>
                  <a:pt x="9553" y="10149"/>
                </a:lnTo>
                <a:lnTo>
                  <a:pt x="9574" y="10158"/>
                </a:lnTo>
                <a:lnTo>
                  <a:pt x="9597" y="10169"/>
                </a:lnTo>
                <a:lnTo>
                  <a:pt x="9594" y="10246"/>
                </a:lnTo>
                <a:lnTo>
                  <a:pt x="9593" y="10323"/>
                </a:lnTo>
                <a:lnTo>
                  <a:pt x="9593" y="10398"/>
                </a:lnTo>
                <a:lnTo>
                  <a:pt x="9593" y="10475"/>
                </a:lnTo>
                <a:lnTo>
                  <a:pt x="9597" y="10629"/>
                </a:lnTo>
                <a:lnTo>
                  <a:pt x="9601" y="10783"/>
                </a:lnTo>
                <a:lnTo>
                  <a:pt x="9607" y="10937"/>
                </a:lnTo>
                <a:lnTo>
                  <a:pt x="9616" y="11092"/>
                </a:lnTo>
                <a:lnTo>
                  <a:pt x="9627" y="11247"/>
                </a:lnTo>
                <a:lnTo>
                  <a:pt x="9639" y="11403"/>
                </a:lnTo>
                <a:lnTo>
                  <a:pt x="9651" y="11559"/>
                </a:lnTo>
                <a:lnTo>
                  <a:pt x="9665" y="11717"/>
                </a:lnTo>
                <a:lnTo>
                  <a:pt x="9681" y="11874"/>
                </a:lnTo>
                <a:lnTo>
                  <a:pt x="9696" y="12032"/>
                </a:lnTo>
                <a:lnTo>
                  <a:pt x="9712" y="12192"/>
                </a:lnTo>
                <a:lnTo>
                  <a:pt x="9728" y="12352"/>
                </a:lnTo>
                <a:lnTo>
                  <a:pt x="9745" y="12513"/>
                </a:lnTo>
                <a:lnTo>
                  <a:pt x="9761" y="12675"/>
                </a:lnTo>
                <a:lnTo>
                  <a:pt x="9753" y="12787"/>
                </a:lnTo>
                <a:lnTo>
                  <a:pt x="9745" y="12897"/>
                </a:lnTo>
                <a:lnTo>
                  <a:pt x="9738" y="13009"/>
                </a:lnTo>
                <a:lnTo>
                  <a:pt x="9730" y="13120"/>
                </a:lnTo>
                <a:lnTo>
                  <a:pt x="9723" y="13232"/>
                </a:lnTo>
                <a:lnTo>
                  <a:pt x="9716" y="13344"/>
                </a:lnTo>
                <a:lnTo>
                  <a:pt x="9709" y="13456"/>
                </a:lnTo>
                <a:lnTo>
                  <a:pt x="9702" y="13568"/>
                </a:lnTo>
                <a:lnTo>
                  <a:pt x="9695" y="13678"/>
                </a:lnTo>
                <a:lnTo>
                  <a:pt x="9688" y="13790"/>
                </a:lnTo>
                <a:lnTo>
                  <a:pt x="9681" y="13903"/>
                </a:lnTo>
                <a:lnTo>
                  <a:pt x="9674" y="14015"/>
                </a:lnTo>
                <a:lnTo>
                  <a:pt x="9667" y="14127"/>
                </a:lnTo>
                <a:lnTo>
                  <a:pt x="9660" y="14239"/>
                </a:lnTo>
                <a:lnTo>
                  <a:pt x="9653" y="14352"/>
                </a:lnTo>
                <a:lnTo>
                  <a:pt x="9647" y="14465"/>
                </a:lnTo>
                <a:lnTo>
                  <a:pt x="9668" y="14465"/>
                </a:lnTo>
                <a:lnTo>
                  <a:pt x="9690" y="14465"/>
                </a:lnTo>
                <a:lnTo>
                  <a:pt x="9714" y="14465"/>
                </a:lnTo>
                <a:lnTo>
                  <a:pt x="9740" y="14465"/>
                </a:lnTo>
                <a:lnTo>
                  <a:pt x="9728" y="14492"/>
                </a:lnTo>
                <a:lnTo>
                  <a:pt x="9719" y="14519"/>
                </a:lnTo>
                <a:lnTo>
                  <a:pt x="9711" y="14545"/>
                </a:lnTo>
                <a:lnTo>
                  <a:pt x="9704" y="14572"/>
                </a:lnTo>
                <a:lnTo>
                  <a:pt x="9677" y="14578"/>
                </a:lnTo>
                <a:lnTo>
                  <a:pt x="9650" y="14587"/>
                </a:lnTo>
                <a:lnTo>
                  <a:pt x="9623" y="14597"/>
                </a:lnTo>
                <a:lnTo>
                  <a:pt x="9597" y="14607"/>
                </a:lnTo>
                <a:close/>
              </a:path>
            </a:pathLst>
          </a:custGeom>
          <a:solidFill>
            <a:srgbClr val="24262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56" name="Freeform 20">
            <a:extLst>
              <a:ext uri="{FF2B5EF4-FFF2-40B4-BE49-F238E27FC236}">
                <a16:creationId xmlns:a16="http://schemas.microsoft.com/office/drawing/2014/main" id="{F94D8880-2DB0-4042-84F6-E7A67BFC713C}"/>
              </a:ext>
            </a:extLst>
          </p:cNvPr>
          <p:cNvSpPr>
            <a:spLocks/>
          </p:cNvSpPr>
          <p:nvPr/>
        </p:nvSpPr>
        <p:spPr bwMode="auto">
          <a:xfrm>
            <a:off x="5126038" y="1409700"/>
            <a:ext cx="1609725" cy="2332038"/>
          </a:xfrm>
          <a:custGeom>
            <a:avLst/>
            <a:gdLst>
              <a:gd name="T0" fmla="*/ 2147483647 w 9375"/>
              <a:gd name="T1" fmla="*/ 2147483647 h 13567"/>
              <a:gd name="T2" fmla="*/ 2147483647 w 9375"/>
              <a:gd name="T3" fmla="*/ 2147483647 h 13567"/>
              <a:gd name="T4" fmla="*/ 2147483647 w 9375"/>
              <a:gd name="T5" fmla="*/ 2147483647 h 13567"/>
              <a:gd name="T6" fmla="*/ 2147483647 w 9375"/>
              <a:gd name="T7" fmla="*/ 2147483647 h 13567"/>
              <a:gd name="T8" fmla="*/ 2147483647 w 9375"/>
              <a:gd name="T9" fmla="*/ 2147483647 h 13567"/>
              <a:gd name="T10" fmla="*/ 2147483647 w 9375"/>
              <a:gd name="T11" fmla="*/ 2147483647 h 13567"/>
              <a:gd name="T12" fmla="*/ 2147483647 w 9375"/>
              <a:gd name="T13" fmla="*/ 2147483647 h 13567"/>
              <a:gd name="T14" fmla="*/ 2147483647 w 9375"/>
              <a:gd name="T15" fmla="*/ 2147483647 h 13567"/>
              <a:gd name="T16" fmla="*/ 2147483647 w 9375"/>
              <a:gd name="T17" fmla="*/ 2147483647 h 13567"/>
              <a:gd name="T18" fmla="*/ 2147483647 w 9375"/>
              <a:gd name="T19" fmla="*/ 2147483647 h 13567"/>
              <a:gd name="T20" fmla="*/ 2147483647 w 9375"/>
              <a:gd name="T21" fmla="*/ 2147483647 h 13567"/>
              <a:gd name="T22" fmla="*/ 2147483647 w 9375"/>
              <a:gd name="T23" fmla="*/ 2147483647 h 13567"/>
              <a:gd name="T24" fmla="*/ 2147483647 w 9375"/>
              <a:gd name="T25" fmla="*/ 2147483647 h 13567"/>
              <a:gd name="T26" fmla="*/ 2147483647 w 9375"/>
              <a:gd name="T27" fmla="*/ 2147483647 h 13567"/>
              <a:gd name="T28" fmla="*/ 2147483647 w 9375"/>
              <a:gd name="T29" fmla="*/ 2147483647 h 13567"/>
              <a:gd name="T30" fmla="*/ 2147483647 w 9375"/>
              <a:gd name="T31" fmla="*/ 2147483647 h 13567"/>
              <a:gd name="T32" fmla="*/ 2147483647 w 9375"/>
              <a:gd name="T33" fmla="*/ 2147483647 h 13567"/>
              <a:gd name="T34" fmla="*/ 2147483647 w 9375"/>
              <a:gd name="T35" fmla="*/ 2147483647 h 13567"/>
              <a:gd name="T36" fmla="*/ 2147483647 w 9375"/>
              <a:gd name="T37" fmla="*/ 2147483647 h 13567"/>
              <a:gd name="T38" fmla="*/ 2147483647 w 9375"/>
              <a:gd name="T39" fmla="*/ 2147483647 h 13567"/>
              <a:gd name="T40" fmla="*/ 2147483647 w 9375"/>
              <a:gd name="T41" fmla="*/ 2147483647 h 13567"/>
              <a:gd name="T42" fmla="*/ 2147483647 w 9375"/>
              <a:gd name="T43" fmla="*/ 2147483647 h 13567"/>
              <a:gd name="T44" fmla="*/ 2147483647 w 9375"/>
              <a:gd name="T45" fmla="*/ 2147483647 h 13567"/>
              <a:gd name="T46" fmla="*/ 2147483647 w 9375"/>
              <a:gd name="T47" fmla="*/ 2147483647 h 13567"/>
              <a:gd name="T48" fmla="*/ 2147483647 w 9375"/>
              <a:gd name="T49" fmla="*/ 2147483647 h 13567"/>
              <a:gd name="T50" fmla="*/ 2147483647 w 9375"/>
              <a:gd name="T51" fmla="*/ 2147483647 h 13567"/>
              <a:gd name="T52" fmla="*/ 2147483647 w 9375"/>
              <a:gd name="T53" fmla="*/ 2147483647 h 13567"/>
              <a:gd name="T54" fmla="*/ 2147483647 w 9375"/>
              <a:gd name="T55" fmla="*/ 2147483647 h 13567"/>
              <a:gd name="T56" fmla="*/ 2147483647 w 9375"/>
              <a:gd name="T57" fmla="*/ 2147483647 h 13567"/>
              <a:gd name="T58" fmla="*/ 2147483647 w 9375"/>
              <a:gd name="T59" fmla="*/ 2147483647 h 13567"/>
              <a:gd name="T60" fmla="*/ 2147483647 w 9375"/>
              <a:gd name="T61" fmla="*/ 2147483647 h 13567"/>
              <a:gd name="T62" fmla="*/ 2147483647 w 9375"/>
              <a:gd name="T63" fmla="*/ 2147483647 h 13567"/>
              <a:gd name="T64" fmla="*/ 2147483647 w 9375"/>
              <a:gd name="T65" fmla="*/ 0 h 13567"/>
              <a:gd name="T66" fmla="*/ 2147483647 w 9375"/>
              <a:gd name="T67" fmla="*/ 2147483647 h 13567"/>
              <a:gd name="T68" fmla="*/ 2147483647 w 9375"/>
              <a:gd name="T69" fmla="*/ 2147483647 h 13567"/>
              <a:gd name="T70" fmla="*/ 2147483647 w 9375"/>
              <a:gd name="T71" fmla="*/ 2147483647 h 13567"/>
              <a:gd name="T72" fmla="*/ 2147483647 w 9375"/>
              <a:gd name="T73" fmla="*/ 2147483647 h 13567"/>
              <a:gd name="T74" fmla="*/ 2147483647 w 9375"/>
              <a:gd name="T75" fmla="*/ 2147483647 h 13567"/>
              <a:gd name="T76" fmla="*/ 2147483647 w 9375"/>
              <a:gd name="T77" fmla="*/ 2147483647 h 13567"/>
              <a:gd name="T78" fmla="*/ 2147483647 w 9375"/>
              <a:gd name="T79" fmla="*/ 2147483647 h 13567"/>
              <a:gd name="T80" fmla="*/ 2147483647 w 9375"/>
              <a:gd name="T81" fmla="*/ 2147483647 h 13567"/>
              <a:gd name="T82" fmla="*/ 2147483647 w 9375"/>
              <a:gd name="T83" fmla="*/ 2147483647 h 13567"/>
              <a:gd name="T84" fmla="*/ 2147483647 w 9375"/>
              <a:gd name="T85" fmla="*/ 2147483647 h 13567"/>
              <a:gd name="T86" fmla="*/ 2147483647 w 9375"/>
              <a:gd name="T87" fmla="*/ 2147483647 h 13567"/>
              <a:gd name="T88" fmla="*/ 2147483647 w 9375"/>
              <a:gd name="T89" fmla="*/ 2147483647 h 13567"/>
              <a:gd name="T90" fmla="*/ 2147483647 w 9375"/>
              <a:gd name="T91" fmla="*/ 2147483647 h 13567"/>
              <a:gd name="T92" fmla="*/ 2147483647 w 9375"/>
              <a:gd name="T93" fmla="*/ 2147483647 h 13567"/>
              <a:gd name="T94" fmla="*/ 2147483647 w 9375"/>
              <a:gd name="T95" fmla="*/ 2147483647 h 13567"/>
              <a:gd name="T96" fmla="*/ 2147483647 w 9375"/>
              <a:gd name="T97" fmla="*/ 2147483647 h 13567"/>
              <a:gd name="T98" fmla="*/ 2147483647 w 9375"/>
              <a:gd name="T99" fmla="*/ 2147483647 h 13567"/>
              <a:gd name="T100" fmla="*/ 2147483647 w 9375"/>
              <a:gd name="T101" fmla="*/ 2147483647 h 13567"/>
              <a:gd name="T102" fmla="*/ 2147483647 w 9375"/>
              <a:gd name="T103" fmla="*/ 2147483647 h 13567"/>
              <a:gd name="T104" fmla="*/ 2147483647 w 9375"/>
              <a:gd name="T105" fmla="*/ 2147483647 h 13567"/>
              <a:gd name="T106" fmla="*/ 2147483647 w 9375"/>
              <a:gd name="T107" fmla="*/ 2147483647 h 13567"/>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9375"/>
              <a:gd name="T163" fmla="*/ 0 h 13567"/>
              <a:gd name="T164" fmla="*/ 9375 w 9375"/>
              <a:gd name="T165" fmla="*/ 13567 h 13567"/>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9375" h="13567">
                <a:moveTo>
                  <a:pt x="9279" y="13567"/>
                </a:moveTo>
                <a:lnTo>
                  <a:pt x="9256" y="13488"/>
                </a:lnTo>
                <a:lnTo>
                  <a:pt x="9231" y="13409"/>
                </a:lnTo>
                <a:lnTo>
                  <a:pt x="9206" y="13331"/>
                </a:lnTo>
                <a:lnTo>
                  <a:pt x="9179" y="13254"/>
                </a:lnTo>
                <a:lnTo>
                  <a:pt x="9152" y="13177"/>
                </a:lnTo>
                <a:lnTo>
                  <a:pt x="9124" y="13102"/>
                </a:lnTo>
                <a:lnTo>
                  <a:pt x="9095" y="13025"/>
                </a:lnTo>
                <a:lnTo>
                  <a:pt x="9065" y="12950"/>
                </a:lnTo>
                <a:lnTo>
                  <a:pt x="9034" y="12874"/>
                </a:lnTo>
                <a:lnTo>
                  <a:pt x="9003" y="12800"/>
                </a:lnTo>
                <a:lnTo>
                  <a:pt x="8971" y="12725"/>
                </a:lnTo>
                <a:lnTo>
                  <a:pt x="8939" y="12652"/>
                </a:lnTo>
                <a:lnTo>
                  <a:pt x="8872" y="12505"/>
                </a:lnTo>
                <a:lnTo>
                  <a:pt x="8805" y="12359"/>
                </a:lnTo>
                <a:lnTo>
                  <a:pt x="8736" y="12216"/>
                </a:lnTo>
                <a:lnTo>
                  <a:pt x="8666" y="12072"/>
                </a:lnTo>
                <a:lnTo>
                  <a:pt x="8596" y="11931"/>
                </a:lnTo>
                <a:lnTo>
                  <a:pt x="8526" y="11790"/>
                </a:lnTo>
                <a:lnTo>
                  <a:pt x="8456" y="11649"/>
                </a:lnTo>
                <a:lnTo>
                  <a:pt x="8387" y="11510"/>
                </a:lnTo>
                <a:lnTo>
                  <a:pt x="8321" y="11372"/>
                </a:lnTo>
                <a:lnTo>
                  <a:pt x="8256" y="11233"/>
                </a:lnTo>
                <a:lnTo>
                  <a:pt x="8173" y="11098"/>
                </a:lnTo>
                <a:lnTo>
                  <a:pt x="8088" y="10960"/>
                </a:lnTo>
                <a:lnTo>
                  <a:pt x="8000" y="10823"/>
                </a:lnTo>
                <a:lnTo>
                  <a:pt x="7912" y="10686"/>
                </a:lnTo>
                <a:lnTo>
                  <a:pt x="7824" y="10551"/>
                </a:lnTo>
                <a:lnTo>
                  <a:pt x="7738" y="10421"/>
                </a:lnTo>
                <a:lnTo>
                  <a:pt x="7654" y="10294"/>
                </a:lnTo>
                <a:lnTo>
                  <a:pt x="7574" y="10172"/>
                </a:lnTo>
                <a:lnTo>
                  <a:pt x="7497" y="10058"/>
                </a:lnTo>
                <a:lnTo>
                  <a:pt x="7427" y="9952"/>
                </a:lnTo>
                <a:lnTo>
                  <a:pt x="7363" y="9856"/>
                </a:lnTo>
                <a:lnTo>
                  <a:pt x="7307" y="9770"/>
                </a:lnTo>
                <a:lnTo>
                  <a:pt x="7259" y="9696"/>
                </a:lnTo>
                <a:lnTo>
                  <a:pt x="7221" y="9635"/>
                </a:lnTo>
                <a:lnTo>
                  <a:pt x="7207" y="9611"/>
                </a:lnTo>
                <a:lnTo>
                  <a:pt x="7196" y="9588"/>
                </a:lnTo>
                <a:lnTo>
                  <a:pt x="7186" y="9571"/>
                </a:lnTo>
                <a:lnTo>
                  <a:pt x="7181" y="9558"/>
                </a:lnTo>
                <a:lnTo>
                  <a:pt x="7155" y="9558"/>
                </a:lnTo>
                <a:lnTo>
                  <a:pt x="7132" y="9558"/>
                </a:lnTo>
                <a:lnTo>
                  <a:pt x="7110" y="9558"/>
                </a:lnTo>
                <a:lnTo>
                  <a:pt x="7087" y="9558"/>
                </a:lnTo>
                <a:lnTo>
                  <a:pt x="7037" y="9493"/>
                </a:lnTo>
                <a:lnTo>
                  <a:pt x="6986" y="9429"/>
                </a:lnTo>
                <a:lnTo>
                  <a:pt x="6935" y="9365"/>
                </a:lnTo>
                <a:lnTo>
                  <a:pt x="6883" y="9302"/>
                </a:lnTo>
                <a:lnTo>
                  <a:pt x="6833" y="9238"/>
                </a:lnTo>
                <a:lnTo>
                  <a:pt x="6782" y="9173"/>
                </a:lnTo>
                <a:lnTo>
                  <a:pt x="6732" y="9111"/>
                </a:lnTo>
                <a:lnTo>
                  <a:pt x="6680" y="9046"/>
                </a:lnTo>
                <a:lnTo>
                  <a:pt x="6630" y="8983"/>
                </a:lnTo>
                <a:lnTo>
                  <a:pt x="6579" y="8919"/>
                </a:lnTo>
                <a:lnTo>
                  <a:pt x="6529" y="8856"/>
                </a:lnTo>
                <a:lnTo>
                  <a:pt x="6479" y="8793"/>
                </a:lnTo>
                <a:lnTo>
                  <a:pt x="6429" y="8731"/>
                </a:lnTo>
                <a:lnTo>
                  <a:pt x="6379" y="8668"/>
                </a:lnTo>
                <a:lnTo>
                  <a:pt x="6328" y="8605"/>
                </a:lnTo>
                <a:lnTo>
                  <a:pt x="6278" y="8541"/>
                </a:lnTo>
                <a:lnTo>
                  <a:pt x="6113" y="8387"/>
                </a:lnTo>
                <a:lnTo>
                  <a:pt x="5951" y="8237"/>
                </a:lnTo>
                <a:lnTo>
                  <a:pt x="5792" y="8096"/>
                </a:lnTo>
                <a:lnTo>
                  <a:pt x="5636" y="7959"/>
                </a:lnTo>
                <a:lnTo>
                  <a:pt x="5482" y="7827"/>
                </a:lnTo>
                <a:lnTo>
                  <a:pt x="5328" y="7699"/>
                </a:lnTo>
                <a:lnTo>
                  <a:pt x="5174" y="7573"/>
                </a:lnTo>
                <a:lnTo>
                  <a:pt x="5021" y="7451"/>
                </a:lnTo>
                <a:lnTo>
                  <a:pt x="4866" y="7331"/>
                </a:lnTo>
                <a:lnTo>
                  <a:pt x="4710" y="7211"/>
                </a:lnTo>
                <a:lnTo>
                  <a:pt x="4550" y="7092"/>
                </a:lnTo>
                <a:lnTo>
                  <a:pt x="4388" y="6973"/>
                </a:lnTo>
                <a:lnTo>
                  <a:pt x="4223" y="6853"/>
                </a:lnTo>
                <a:lnTo>
                  <a:pt x="4051" y="6730"/>
                </a:lnTo>
                <a:lnTo>
                  <a:pt x="3875" y="6607"/>
                </a:lnTo>
                <a:lnTo>
                  <a:pt x="3694" y="6479"/>
                </a:lnTo>
                <a:lnTo>
                  <a:pt x="3554" y="6404"/>
                </a:lnTo>
                <a:lnTo>
                  <a:pt x="3395" y="6317"/>
                </a:lnTo>
                <a:lnTo>
                  <a:pt x="3222" y="6220"/>
                </a:lnTo>
                <a:lnTo>
                  <a:pt x="3036" y="6116"/>
                </a:lnTo>
                <a:lnTo>
                  <a:pt x="2840" y="6007"/>
                </a:lnTo>
                <a:lnTo>
                  <a:pt x="2636" y="5895"/>
                </a:lnTo>
                <a:lnTo>
                  <a:pt x="2531" y="5839"/>
                </a:lnTo>
                <a:lnTo>
                  <a:pt x="2426" y="5783"/>
                </a:lnTo>
                <a:lnTo>
                  <a:pt x="2321" y="5728"/>
                </a:lnTo>
                <a:lnTo>
                  <a:pt x="2215" y="5673"/>
                </a:lnTo>
                <a:lnTo>
                  <a:pt x="2109" y="5620"/>
                </a:lnTo>
                <a:lnTo>
                  <a:pt x="2003" y="5567"/>
                </a:lnTo>
                <a:lnTo>
                  <a:pt x="1898" y="5516"/>
                </a:lnTo>
                <a:lnTo>
                  <a:pt x="1794" y="5468"/>
                </a:lnTo>
                <a:lnTo>
                  <a:pt x="1692" y="5421"/>
                </a:lnTo>
                <a:lnTo>
                  <a:pt x="1590" y="5377"/>
                </a:lnTo>
                <a:lnTo>
                  <a:pt x="1491" y="5336"/>
                </a:lnTo>
                <a:lnTo>
                  <a:pt x="1393" y="5298"/>
                </a:lnTo>
                <a:lnTo>
                  <a:pt x="1299" y="5264"/>
                </a:lnTo>
                <a:lnTo>
                  <a:pt x="1208" y="5233"/>
                </a:lnTo>
                <a:lnTo>
                  <a:pt x="1119" y="5206"/>
                </a:lnTo>
                <a:lnTo>
                  <a:pt x="1034" y="5182"/>
                </a:lnTo>
                <a:lnTo>
                  <a:pt x="954" y="5165"/>
                </a:lnTo>
                <a:lnTo>
                  <a:pt x="877" y="5151"/>
                </a:lnTo>
                <a:lnTo>
                  <a:pt x="803" y="5143"/>
                </a:lnTo>
                <a:lnTo>
                  <a:pt x="736" y="5140"/>
                </a:lnTo>
                <a:lnTo>
                  <a:pt x="718" y="5159"/>
                </a:lnTo>
                <a:lnTo>
                  <a:pt x="701" y="5180"/>
                </a:lnTo>
                <a:lnTo>
                  <a:pt x="683" y="5201"/>
                </a:lnTo>
                <a:lnTo>
                  <a:pt x="666" y="5224"/>
                </a:lnTo>
                <a:lnTo>
                  <a:pt x="648" y="5250"/>
                </a:lnTo>
                <a:lnTo>
                  <a:pt x="632" y="5276"/>
                </a:lnTo>
                <a:lnTo>
                  <a:pt x="614" y="5303"/>
                </a:lnTo>
                <a:lnTo>
                  <a:pt x="598" y="5330"/>
                </a:lnTo>
                <a:lnTo>
                  <a:pt x="565" y="5389"/>
                </a:lnTo>
                <a:lnTo>
                  <a:pt x="534" y="5451"/>
                </a:lnTo>
                <a:lnTo>
                  <a:pt x="503" y="5515"/>
                </a:lnTo>
                <a:lnTo>
                  <a:pt x="472" y="5580"/>
                </a:lnTo>
                <a:lnTo>
                  <a:pt x="442" y="5646"/>
                </a:lnTo>
                <a:lnTo>
                  <a:pt x="412" y="5713"/>
                </a:lnTo>
                <a:lnTo>
                  <a:pt x="382" y="5779"/>
                </a:lnTo>
                <a:lnTo>
                  <a:pt x="352" y="5845"/>
                </a:lnTo>
                <a:lnTo>
                  <a:pt x="323" y="5907"/>
                </a:lnTo>
                <a:lnTo>
                  <a:pt x="294" y="5968"/>
                </a:lnTo>
                <a:lnTo>
                  <a:pt x="265" y="6025"/>
                </a:lnTo>
                <a:lnTo>
                  <a:pt x="234" y="6078"/>
                </a:lnTo>
                <a:lnTo>
                  <a:pt x="217" y="5824"/>
                </a:lnTo>
                <a:lnTo>
                  <a:pt x="197" y="5567"/>
                </a:lnTo>
                <a:lnTo>
                  <a:pt x="176" y="5309"/>
                </a:lnTo>
                <a:lnTo>
                  <a:pt x="153" y="5052"/>
                </a:lnTo>
                <a:lnTo>
                  <a:pt x="129" y="4792"/>
                </a:lnTo>
                <a:lnTo>
                  <a:pt x="106" y="4532"/>
                </a:lnTo>
                <a:lnTo>
                  <a:pt x="84" y="4272"/>
                </a:lnTo>
                <a:lnTo>
                  <a:pt x="63" y="4012"/>
                </a:lnTo>
                <a:lnTo>
                  <a:pt x="54" y="3883"/>
                </a:lnTo>
                <a:lnTo>
                  <a:pt x="44" y="3753"/>
                </a:lnTo>
                <a:lnTo>
                  <a:pt x="35" y="3624"/>
                </a:lnTo>
                <a:lnTo>
                  <a:pt x="28" y="3495"/>
                </a:lnTo>
                <a:lnTo>
                  <a:pt x="21" y="3365"/>
                </a:lnTo>
                <a:lnTo>
                  <a:pt x="14" y="3236"/>
                </a:lnTo>
                <a:lnTo>
                  <a:pt x="9" y="3108"/>
                </a:lnTo>
                <a:lnTo>
                  <a:pt x="6" y="2979"/>
                </a:lnTo>
                <a:lnTo>
                  <a:pt x="2" y="2851"/>
                </a:lnTo>
                <a:lnTo>
                  <a:pt x="1" y="2724"/>
                </a:lnTo>
                <a:lnTo>
                  <a:pt x="0" y="2597"/>
                </a:lnTo>
                <a:lnTo>
                  <a:pt x="1" y="2470"/>
                </a:lnTo>
                <a:lnTo>
                  <a:pt x="4" y="2344"/>
                </a:lnTo>
                <a:lnTo>
                  <a:pt x="7" y="2218"/>
                </a:lnTo>
                <a:lnTo>
                  <a:pt x="13" y="2094"/>
                </a:lnTo>
                <a:lnTo>
                  <a:pt x="20" y="1969"/>
                </a:lnTo>
                <a:lnTo>
                  <a:pt x="66" y="1946"/>
                </a:lnTo>
                <a:lnTo>
                  <a:pt x="111" y="1922"/>
                </a:lnTo>
                <a:lnTo>
                  <a:pt x="153" y="1900"/>
                </a:lnTo>
                <a:lnTo>
                  <a:pt x="195" y="1877"/>
                </a:lnTo>
                <a:lnTo>
                  <a:pt x="236" y="1855"/>
                </a:lnTo>
                <a:lnTo>
                  <a:pt x="275" y="1833"/>
                </a:lnTo>
                <a:lnTo>
                  <a:pt x="316" y="1812"/>
                </a:lnTo>
                <a:lnTo>
                  <a:pt x="357" y="1791"/>
                </a:lnTo>
                <a:lnTo>
                  <a:pt x="398" y="1772"/>
                </a:lnTo>
                <a:lnTo>
                  <a:pt x="441" y="1753"/>
                </a:lnTo>
                <a:lnTo>
                  <a:pt x="484" y="1737"/>
                </a:lnTo>
                <a:lnTo>
                  <a:pt x="529" y="1722"/>
                </a:lnTo>
                <a:lnTo>
                  <a:pt x="553" y="1715"/>
                </a:lnTo>
                <a:lnTo>
                  <a:pt x="577" y="1709"/>
                </a:lnTo>
                <a:lnTo>
                  <a:pt x="602" y="1703"/>
                </a:lnTo>
                <a:lnTo>
                  <a:pt x="627" y="1697"/>
                </a:lnTo>
                <a:lnTo>
                  <a:pt x="653" y="1693"/>
                </a:lnTo>
                <a:lnTo>
                  <a:pt x="680" y="1689"/>
                </a:lnTo>
                <a:lnTo>
                  <a:pt x="708" y="1686"/>
                </a:lnTo>
                <a:lnTo>
                  <a:pt x="736" y="1682"/>
                </a:lnTo>
                <a:lnTo>
                  <a:pt x="752" y="1657"/>
                </a:lnTo>
                <a:lnTo>
                  <a:pt x="782" y="1623"/>
                </a:lnTo>
                <a:lnTo>
                  <a:pt x="824" y="1583"/>
                </a:lnTo>
                <a:lnTo>
                  <a:pt x="878" y="1539"/>
                </a:lnTo>
                <a:lnTo>
                  <a:pt x="942" y="1489"/>
                </a:lnTo>
                <a:lnTo>
                  <a:pt x="1017" y="1433"/>
                </a:lnTo>
                <a:lnTo>
                  <a:pt x="1099" y="1373"/>
                </a:lnTo>
                <a:lnTo>
                  <a:pt x="1190" y="1310"/>
                </a:lnTo>
                <a:lnTo>
                  <a:pt x="1289" y="1245"/>
                </a:lnTo>
                <a:lnTo>
                  <a:pt x="1394" y="1175"/>
                </a:lnTo>
                <a:lnTo>
                  <a:pt x="1504" y="1104"/>
                </a:lnTo>
                <a:lnTo>
                  <a:pt x="1619" y="1032"/>
                </a:lnTo>
                <a:lnTo>
                  <a:pt x="1737" y="958"/>
                </a:lnTo>
                <a:lnTo>
                  <a:pt x="1858" y="883"/>
                </a:lnTo>
                <a:lnTo>
                  <a:pt x="1982" y="808"/>
                </a:lnTo>
                <a:lnTo>
                  <a:pt x="2107" y="733"/>
                </a:lnTo>
                <a:lnTo>
                  <a:pt x="2231" y="660"/>
                </a:lnTo>
                <a:lnTo>
                  <a:pt x="2355" y="588"/>
                </a:lnTo>
                <a:lnTo>
                  <a:pt x="2477" y="518"/>
                </a:lnTo>
                <a:lnTo>
                  <a:pt x="2598" y="449"/>
                </a:lnTo>
                <a:lnTo>
                  <a:pt x="2715" y="384"/>
                </a:lnTo>
                <a:lnTo>
                  <a:pt x="2827" y="322"/>
                </a:lnTo>
                <a:lnTo>
                  <a:pt x="2936" y="264"/>
                </a:lnTo>
                <a:lnTo>
                  <a:pt x="3037" y="210"/>
                </a:lnTo>
                <a:lnTo>
                  <a:pt x="3133" y="162"/>
                </a:lnTo>
                <a:lnTo>
                  <a:pt x="3220" y="118"/>
                </a:lnTo>
                <a:lnTo>
                  <a:pt x="3298" y="81"/>
                </a:lnTo>
                <a:lnTo>
                  <a:pt x="3368" y="50"/>
                </a:lnTo>
                <a:lnTo>
                  <a:pt x="3428" y="26"/>
                </a:lnTo>
                <a:lnTo>
                  <a:pt x="3477" y="10"/>
                </a:lnTo>
                <a:lnTo>
                  <a:pt x="3513" y="0"/>
                </a:lnTo>
                <a:lnTo>
                  <a:pt x="3536" y="0"/>
                </a:lnTo>
                <a:lnTo>
                  <a:pt x="3494" y="72"/>
                </a:lnTo>
                <a:lnTo>
                  <a:pt x="3450" y="145"/>
                </a:lnTo>
                <a:lnTo>
                  <a:pt x="3404" y="218"/>
                </a:lnTo>
                <a:lnTo>
                  <a:pt x="3358" y="292"/>
                </a:lnTo>
                <a:lnTo>
                  <a:pt x="3311" y="366"/>
                </a:lnTo>
                <a:lnTo>
                  <a:pt x="3264" y="441"/>
                </a:lnTo>
                <a:lnTo>
                  <a:pt x="3220" y="515"/>
                </a:lnTo>
                <a:lnTo>
                  <a:pt x="3176" y="591"/>
                </a:lnTo>
                <a:lnTo>
                  <a:pt x="3155" y="630"/>
                </a:lnTo>
                <a:lnTo>
                  <a:pt x="3135" y="668"/>
                </a:lnTo>
                <a:lnTo>
                  <a:pt x="3116" y="707"/>
                </a:lnTo>
                <a:lnTo>
                  <a:pt x="3098" y="745"/>
                </a:lnTo>
                <a:lnTo>
                  <a:pt x="3080" y="785"/>
                </a:lnTo>
                <a:lnTo>
                  <a:pt x="3064" y="824"/>
                </a:lnTo>
                <a:lnTo>
                  <a:pt x="3049" y="863"/>
                </a:lnTo>
                <a:lnTo>
                  <a:pt x="3035" y="904"/>
                </a:lnTo>
                <a:lnTo>
                  <a:pt x="3022" y="943"/>
                </a:lnTo>
                <a:lnTo>
                  <a:pt x="3010" y="983"/>
                </a:lnTo>
                <a:lnTo>
                  <a:pt x="3001" y="1024"/>
                </a:lnTo>
                <a:lnTo>
                  <a:pt x="2993" y="1064"/>
                </a:lnTo>
                <a:lnTo>
                  <a:pt x="2986" y="1106"/>
                </a:lnTo>
                <a:lnTo>
                  <a:pt x="2981" y="1147"/>
                </a:lnTo>
                <a:lnTo>
                  <a:pt x="2979" y="1189"/>
                </a:lnTo>
                <a:lnTo>
                  <a:pt x="2978" y="1231"/>
                </a:lnTo>
                <a:lnTo>
                  <a:pt x="3016" y="1235"/>
                </a:lnTo>
                <a:lnTo>
                  <a:pt x="3063" y="1246"/>
                </a:lnTo>
                <a:lnTo>
                  <a:pt x="3115" y="1265"/>
                </a:lnTo>
                <a:lnTo>
                  <a:pt x="3176" y="1289"/>
                </a:lnTo>
                <a:lnTo>
                  <a:pt x="3242" y="1320"/>
                </a:lnTo>
                <a:lnTo>
                  <a:pt x="3315" y="1357"/>
                </a:lnTo>
                <a:lnTo>
                  <a:pt x="3393" y="1399"/>
                </a:lnTo>
                <a:lnTo>
                  <a:pt x="3474" y="1446"/>
                </a:lnTo>
                <a:lnTo>
                  <a:pt x="3559" y="1497"/>
                </a:lnTo>
                <a:lnTo>
                  <a:pt x="3649" y="1552"/>
                </a:lnTo>
                <a:lnTo>
                  <a:pt x="3740" y="1610"/>
                </a:lnTo>
                <a:lnTo>
                  <a:pt x="3835" y="1673"/>
                </a:lnTo>
                <a:lnTo>
                  <a:pt x="3930" y="1737"/>
                </a:lnTo>
                <a:lnTo>
                  <a:pt x="4027" y="1805"/>
                </a:lnTo>
                <a:lnTo>
                  <a:pt x="4125" y="1873"/>
                </a:lnTo>
                <a:lnTo>
                  <a:pt x="4222" y="1943"/>
                </a:lnTo>
                <a:lnTo>
                  <a:pt x="4318" y="2016"/>
                </a:lnTo>
                <a:lnTo>
                  <a:pt x="4414" y="2088"/>
                </a:lnTo>
                <a:lnTo>
                  <a:pt x="4507" y="2160"/>
                </a:lnTo>
                <a:lnTo>
                  <a:pt x="4598" y="2232"/>
                </a:lnTo>
                <a:lnTo>
                  <a:pt x="4687" y="2305"/>
                </a:lnTo>
                <a:lnTo>
                  <a:pt x="4772" y="2375"/>
                </a:lnTo>
                <a:lnTo>
                  <a:pt x="4852" y="2444"/>
                </a:lnTo>
                <a:lnTo>
                  <a:pt x="4929" y="2512"/>
                </a:lnTo>
                <a:lnTo>
                  <a:pt x="5000" y="2577"/>
                </a:lnTo>
                <a:lnTo>
                  <a:pt x="5066" y="2640"/>
                </a:lnTo>
                <a:lnTo>
                  <a:pt x="5124" y="2700"/>
                </a:lnTo>
                <a:lnTo>
                  <a:pt x="5176" y="2756"/>
                </a:lnTo>
                <a:lnTo>
                  <a:pt x="5221" y="2807"/>
                </a:lnTo>
                <a:lnTo>
                  <a:pt x="5258" y="2855"/>
                </a:lnTo>
                <a:lnTo>
                  <a:pt x="5286" y="2898"/>
                </a:lnTo>
                <a:lnTo>
                  <a:pt x="5305" y="2935"/>
                </a:lnTo>
                <a:lnTo>
                  <a:pt x="5402" y="3024"/>
                </a:lnTo>
                <a:lnTo>
                  <a:pt x="5497" y="3115"/>
                </a:lnTo>
                <a:lnTo>
                  <a:pt x="5593" y="3206"/>
                </a:lnTo>
                <a:lnTo>
                  <a:pt x="5686" y="3299"/>
                </a:lnTo>
                <a:lnTo>
                  <a:pt x="5779" y="3394"/>
                </a:lnTo>
                <a:lnTo>
                  <a:pt x="5871" y="3490"/>
                </a:lnTo>
                <a:lnTo>
                  <a:pt x="5963" y="3588"/>
                </a:lnTo>
                <a:lnTo>
                  <a:pt x="6053" y="3687"/>
                </a:lnTo>
                <a:lnTo>
                  <a:pt x="6143" y="3787"/>
                </a:lnTo>
                <a:lnTo>
                  <a:pt x="6232" y="3889"/>
                </a:lnTo>
                <a:lnTo>
                  <a:pt x="6319" y="3991"/>
                </a:lnTo>
                <a:lnTo>
                  <a:pt x="6405" y="4095"/>
                </a:lnTo>
                <a:lnTo>
                  <a:pt x="6492" y="4200"/>
                </a:lnTo>
                <a:lnTo>
                  <a:pt x="6577" y="4306"/>
                </a:lnTo>
                <a:lnTo>
                  <a:pt x="6661" y="4413"/>
                </a:lnTo>
                <a:lnTo>
                  <a:pt x="6745" y="4522"/>
                </a:lnTo>
                <a:lnTo>
                  <a:pt x="6826" y="4630"/>
                </a:lnTo>
                <a:lnTo>
                  <a:pt x="6908" y="4741"/>
                </a:lnTo>
                <a:lnTo>
                  <a:pt x="6989" y="4851"/>
                </a:lnTo>
                <a:lnTo>
                  <a:pt x="7069" y="4963"/>
                </a:lnTo>
                <a:lnTo>
                  <a:pt x="7148" y="5076"/>
                </a:lnTo>
                <a:lnTo>
                  <a:pt x="7227" y="5191"/>
                </a:lnTo>
                <a:lnTo>
                  <a:pt x="7304" y="5305"/>
                </a:lnTo>
                <a:lnTo>
                  <a:pt x="7381" y="5420"/>
                </a:lnTo>
                <a:lnTo>
                  <a:pt x="7457" y="5536"/>
                </a:lnTo>
                <a:lnTo>
                  <a:pt x="7533" y="5652"/>
                </a:lnTo>
                <a:lnTo>
                  <a:pt x="7607" y="5770"/>
                </a:lnTo>
                <a:lnTo>
                  <a:pt x="7681" y="5888"/>
                </a:lnTo>
                <a:lnTo>
                  <a:pt x="7754" y="6007"/>
                </a:lnTo>
                <a:lnTo>
                  <a:pt x="7827" y="6125"/>
                </a:lnTo>
                <a:lnTo>
                  <a:pt x="7898" y="6244"/>
                </a:lnTo>
                <a:lnTo>
                  <a:pt x="7969" y="6364"/>
                </a:lnTo>
                <a:lnTo>
                  <a:pt x="8066" y="6567"/>
                </a:lnTo>
                <a:lnTo>
                  <a:pt x="8158" y="6771"/>
                </a:lnTo>
                <a:lnTo>
                  <a:pt x="8247" y="6976"/>
                </a:lnTo>
                <a:lnTo>
                  <a:pt x="8334" y="7181"/>
                </a:lnTo>
                <a:lnTo>
                  <a:pt x="8416" y="7388"/>
                </a:lnTo>
                <a:lnTo>
                  <a:pt x="8497" y="7594"/>
                </a:lnTo>
                <a:lnTo>
                  <a:pt x="8573" y="7802"/>
                </a:lnTo>
                <a:lnTo>
                  <a:pt x="8646" y="8010"/>
                </a:lnTo>
                <a:lnTo>
                  <a:pt x="8715" y="8219"/>
                </a:lnTo>
                <a:lnTo>
                  <a:pt x="8781" y="8429"/>
                </a:lnTo>
                <a:lnTo>
                  <a:pt x="8844" y="8640"/>
                </a:lnTo>
                <a:lnTo>
                  <a:pt x="8903" y="8852"/>
                </a:lnTo>
                <a:lnTo>
                  <a:pt x="8959" y="9064"/>
                </a:lnTo>
                <a:lnTo>
                  <a:pt x="9011" y="9277"/>
                </a:lnTo>
                <a:lnTo>
                  <a:pt x="9060" y="9492"/>
                </a:lnTo>
                <a:lnTo>
                  <a:pt x="9105" y="9707"/>
                </a:lnTo>
                <a:lnTo>
                  <a:pt x="9147" y="9923"/>
                </a:lnTo>
                <a:lnTo>
                  <a:pt x="9186" y="10140"/>
                </a:lnTo>
                <a:lnTo>
                  <a:pt x="9221" y="10358"/>
                </a:lnTo>
                <a:lnTo>
                  <a:pt x="9252" y="10577"/>
                </a:lnTo>
                <a:lnTo>
                  <a:pt x="9280" y="10797"/>
                </a:lnTo>
                <a:lnTo>
                  <a:pt x="9304" y="11017"/>
                </a:lnTo>
                <a:lnTo>
                  <a:pt x="9325" y="11239"/>
                </a:lnTo>
                <a:lnTo>
                  <a:pt x="9342" y="11462"/>
                </a:lnTo>
                <a:lnTo>
                  <a:pt x="9356" y="11685"/>
                </a:lnTo>
                <a:lnTo>
                  <a:pt x="9365" y="11910"/>
                </a:lnTo>
                <a:lnTo>
                  <a:pt x="9372" y="12136"/>
                </a:lnTo>
                <a:lnTo>
                  <a:pt x="9375" y="12363"/>
                </a:lnTo>
                <a:lnTo>
                  <a:pt x="9375" y="12591"/>
                </a:lnTo>
                <a:lnTo>
                  <a:pt x="9370" y="12819"/>
                </a:lnTo>
                <a:lnTo>
                  <a:pt x="9362" y="13049"/>
                </a:lnTo>
                <a:lnTo>
                  <a:pt x="9350" y="13281"/>
                </a:lnTo>
                <a:lnTo>
                  <a:pt x="9340" y="13315"/>
                </a:lnTo>
                <a:lnTo>
                  <a:pt x="9331" y="13351"/>
                </a:lnTo>
                <a:lnTo>
                  <a:pt x="9321" y="13386"/>
                </a:lnTo>
                <a:lnTo>
                  <a:pt x="9312" y="13421"/>
                </a:lnTo>
                <a:lnTo>
                  <a:pt x="9304" y="13457"/>
                </a:lnTo>
                <a:lnTo>
                  <a:pt x="9296" y="13493"/>
                </a:lnTo>
                <a:lnTo>
                  <a:pt x="9287" y="13529"/>
                </a:lnTo>
                <a:lnTo>
                  <a:pt x="9279" y="13567"/>
                </a:ln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7657" name="Text Box 24">
            <a:extLst>
              <a:ext uri="{FF2B5EF4-FFF2-40B4-BE49-F238E27FC236}">
                <a16:creationId xmlns:a16="http://schemas.microsoft.com/office/drawing/2014/main" id="{BAFBD05D-481A-4329-8422-106096886749}"/>
              </a:ext>
            </a:extLst>
          </p:cNvPr>
          <p:cNvSpPr txBox="1">
            <a:spLocks noChangeArrowheads="1"/>
          </p:cNvSpPr>
          <p:nvPr/>
        </p:nvSpPr>
        <p:spPr bwMode="auto">
          <a:xfrm>
            <a:off x="3606800" y="1295400"/>
            <a:ext cx="1663700" cy="155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3200" dirty="0">
                <a:solidFill>
                  <a:schemeClr val="bg1"/>
                </a:solidFill>
              </a:rPr>
              <a:t>How</a:t>
            </a:r>
          </a:p>
          <a:p>
            <a:r>
              <a:rPr lang="en-US" altLang="en-US" sz="3200" dirty="0">
                <a:solidFill>
                  <a:schemeClr val="bg1"/>
                </a:solidFill>
              </a:rPr>
              <a:t>You</a:t>
            </a:r>
          </a:p>
          <a:p>
            <a:r>
              <a:rPr lang="en-US" altLang="en-US" sz="3200" dirty="0">
                <a:solidFill>
                  <a:schemeClr val="bg1"/>
                </a:solidFill>
              </a:rPr>
              <a:t>Are</a:t>
            </a:r>
          </a:p>
        </p:txBody>
      </p:sp>
      <p:sp>
        <p:nvSpPr>
          <p:cNvPr id="27658" name="Text Box 25">
            <a:extLst>
              <a:ext uri="{FF2B5EF4-FFF2-40B4-BE49-F238E27FC236}">
                <a16:creationId xmlns:a16="http://schemas.microsoft.com/office/drawing/2014/main" id="{13D7EE9C-80A8-4EA4-A65F-DE7BEABD8878}"/>
              </a:ext>
            </a:extLst>
          </p:cNvPr>
          <p:cNvSpPr txBox="1">
            <a:spLocks noChangeArrowheads="1"/>
          </p:cNvSpPr>
          <p:nvPr/>
        </p:nvSpPr>
        <p:spPr bwMode="auto">
          <a:xfrm>
            <a:off x="1876425" y="4343400"/>
            <a:ext cx="1654175"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3200" dirty="0">
                <a:solidFill>
                  <a:schemeClr val="bg1"/>
                </a:solidFill>
              </a:rPr>
              <a:t>Your</a:t>
            </a:r>
          </a:p>
          <a:p>
            <a:r>
              <a:rPr lang="en-US" altLang="en-US" sz="3200" dirty="0">
                <a:solidFill>
                  <a:schemeClr val="bg1"/>
                </a:solidFill>
              </a:rPr>
              <a:t>Actions</a:t>
            </a:r>
          </a:p>
        </p:txBody>
      </p:sp>
      <p:sp>
        <p:nvSpPr>
          <p:cNvPr id="27659" name="Text Box 26">
            <a:extLst>
              <a:ext uri="{FF2B5EF4-FFF2-40B4-BE49-F238E27FC236}">
                <a16:creationId xmlns:a16="http://schemas.microsoft.com/office/drawing/2014/main" id="{1B551C94-D75E-45D4-9071-AE99B752AE67}"/>
              </a:ext>
            </a:extLst>
          </p:cNvPr>
          <p:cNvSpPr txBox="1">
            <a:spLocks noChangeArrowheads="1"/>
          </p:cNvSpPr>
          <p:nvPr/>
        </p:nvSpPr>
        <p:spPr bwMode="auto">
          <a:xfrm>
            <a:off x="5495925" y="3733800"/>
            <a:ext cx="2657475"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3200" dirty="0">
                <a:solidFill>
                  <a:schemeClr val="bg1"/>
                </a:solidFill>
              </a:rPr>
              <a:t>People</a:t>
            </a:r>
            <a:r>
              <a:rPr lang="ja-JP" altLang="en-US" sz="3200" dirty="0">
                <a:solidFill>
                  <a:schemeClr val="bg1"/>
                </a:solidFill>
              </a:rPr>
              <a:t>’</a:t>
            </a:r>
            <a:r>
              <a:rPr lang="en-US" altLang="ja-JP" sz="3200" dirty="0">
                <a:solidFill>
                  <a:schemeClr val="bg1"/>
                </a:solidFill>
              </a:rPr>
              <a:t>s Perception</a:t>
            </a:r>
            <a:endParaRPr lang="en-US" altLang="en-US" sz="3200" dirty="0">
              <a:solidFill>
                <a:schemeClr val="bg1"/>
              </a:solidFill>
            </a:endParaRPr>
          </a:p>
        </p:txBody>
      </p:sp>
      <p:sp>
        <p:nvSpPr>
          <p:cNvPr id="27660" name="Rectangle 14">
            <a:extLst>
              <a:ext uri="{FF2B5EF4-FFF2-40B4-BE49-F238E27FC236}">
                <a16:creationId xmlns:a16="http://schemas.microsoft.com/office/drawing/2014/main" id="{C8769029-0CD8-4D02-B41B-3B5769C91F4B}"/>
              </a:ext>
            </a:extLst>
          </p:cNvPr>
          <p:cNvSpPr>
            <a:spLocks noChangeArrowheads="1"/>
          </p:cNvSpPr>
          <p:nvPr/>
        </p:nvSpPr>
        <p:spPr bwMode="auto">
          <a:xfrm>
            <a:off x="6858000" y="5715000"/>
            <a:ext cx="2133600" cy="10668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7651"/>
                                        </p:tgtEl>
                                        <p:attrNameLst>
                                          <p:attrName>style.visibility</p:attrName>
                                        </p:attrNameLst>
                                      </p:cBhvr>
                                      <p:to>
                                        <p:strVal val="visible"/>
                                      </p:to>
                                    </p:set>
                                    <p:animEffect transition="in" filter="fade">
                                      <p:cBhvr>
                                        <p:cTn id="7" dur="1000"/>
                                        <p:tgtEl>
                                          <p:spTgt spid="27651"/>
                                        </p:tgtEl>
                                      </p:cBhvr>
                                    </p:animEffect>
                                    <p:anim calcmode="lin" valueType="num">
                                      <p:cBhvr>
                                        <p:cTn id="8" dur="1000" fill="hold"/>
                                        <p:tgtEl>
                                          <p:spTgt spid="27651"/>
                                        </p:tgtEl>
                                        <p:attrNameLst>
                                          <p:attrName>ppt_x</p:attrName>
                                        </p:attrNameLst>
                                      </p:cBhvr>
                                      <p:tavLst>
                                        <p:tav tm="0">
                                          <p:val>
                                            <p:strVal val="#ppt_x"/>
                                          </p:val>
                                        </p:tav>
                                        <p:tav tm="100000">
                                          <p:val>
                                            <p:strVal val="#ppt_x"/>
                                          </p:val>
                                        </p:tav>
                                      </p:tavLst>
                                    </p:anim>
                                    <p:anim calcmode="lin" valueType="num">
                                      <p:cBhvr>
                                        <p:cTn id="9" dur="1000" fill="hold"/>
                                        <p:tgtEl>
                                          <p:spTgt spid="2765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7657"/>
                                        </p:tgtEl>
                                        <p:attrNameLst>
                                          <p:attrName>style.visibility</p:attrName>
                                        </p:attrNameLst>
                                      </p:cBhvr>
                                      <p:to>
                                        <p:strVal val="visible"/>
                                      </p:to>
                                    </p:set>
                                    <p:animEffect transition="in" filter="barn(inVertical)">
                                      <p:cBhvr>
                                        <p:cTn id="14" dur="500"/>
                                        <p:tgtEl>
                                          <p:spTgt spid="27657"/>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nodeType="clickEffect">
                                  <p:stCondLst>
                                    <p:cond delay="0"/>
                                  </p:stCondLst>
                                  <p:childTnLst>
                                    <p:set>
                                      <p:cBhvr>
                                        <p:cTn id="18" dur="1" fill="hold">
                                          <p:stCondLst>
                                            <p:cond delay="0"/>
                                          </p:stCondLst>
                                        </p:cTn>
                                        <p:tgtEl>
                                          <p:spTgt spid="27654"/>
                                        </p:tgtEl>
                                        <p:attrNameLst>
                                          <p:attrName>style.visibility</p:attrName>
                                        </p:attrNameLst>
                                      </p:cBhvr>
                                      <p:to>
                                        <p:strVal val="visible"/>
                                      </p:to>
                                    </p:set>
                                    <p:animEffect transition="in" filter="wipe(down)">
                                      <p:cBhvr>
                                        <p:cTn id="19" dur="500"/>
                                        <p:tgtEl>
                                          <p:spTgt spid="27654"/>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7658"/>
                                        </p:tgtEl>
                                        <p:attrNameLst>
                                          <p:attrName>style.visibility</p:attrName>
                                        </p:attrNameLst>
                                      </p:cBhvr>
                                      <p:to>
                                        <p:strVal val="visible"/>
                                      </p:to>
                                    </p:set>
                                    <p:animEffect transition="in" filter="barn(inVertical)">
                                      <p:cBhvr>
                                        <p:cTn id="24" dur="500"/>
                                        <p:tgtEl>
                                          <p:spTgt spid="27658"/>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27653"/>
                                        </p:tgtEl>
                                        <p:attrNameLst>
                                          <p:attrName>style.visibility</p:attrName>
                                        </p:attrNameLst>
                                      </p:cBhvr>
                                      <p:to>
                                        <p:strVal val="visible"/>
                                      </p:to>
                                    </p:set>
                                    <p:animEffect transition="in" filter="wipe(down)">
                                      <p:cBhvr>
                                        <p:cTn id="29" dur="500"/>
                                        <p:tgtEl>
                                          <p:spTgt spid="27653"/>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27659"/>
                                        </p:tgtEl>
                                        <p:attrNameLst>
                                          <p:attrName>style.visibility</p:attrName>
                                        </p:attrNameLst>
                                      </p:cBhvr>
                                      <p:to>
                                        <p:strVal val="visible"/>
                                      </p:to>
                                    </p:set>
                                    <p:animEffect transition="in" filter="barn(inVertical)">
                                      <p:cBhvr>
                                        <p:cTn id="34" dur="500"/>
                                        <p:tgtEl>
                                          <p:spTgt spid="2765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4" fill="hold" grpId="0" nodeType="clickEffect">
                                  <p:stCondLst>
                                    <p:cond delay="0"/>
                                  </p:stCondLst>
                                  <p:childTnLst>
                                    <p:set>
                                      <p:cBhvr>
                                        <p:cTn id="38" dur="1" fill="hold">
                                          <p:stCondLst>
                                            <p:cond delay="0"/>
                                          </p:stCondLst>
                                        </p:cTn>
                                        <p:tgtEl>
                                          <p:spTgt spid="27656"/>
                                        </p:tgtEl>
                                        <p:attrNameLst>
                                          <p:attrName>style.visibility</p:attrName>
                                        </p:attrNameLst>
                                      </p:cBhvr>
                                      <p:to>
                                        <p:strVal val="visible"/>
                                      </p:to>
                                    </p:set>
                                    <p:animEffect transition="in" filter="wipe(down)">
                                      <p:cBhvr>
                                        <p:cTn id="39" dur="500"/>
                                        <p:tgtEl>
                                          <p:spTgt spid="276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p:bldP spid="27653" grpId="0" animBg="1"/>
      <p:bldP spid="27656" grpId="0" animBg="1"/>
      <p:bldP spid="27657" grpId="0"/>
      <p:bldP spid="27658" grpId="0"/>
      <p:bldP spid="27659"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0722" name="Slide Number Placeholder 2">
            <a:extLst>
              <a:ext uri="{FF2B5EF4-FFF2-40B4-BE49-F238E27FC236}">
                <a16:creationId xmlns:a16="http://schemas.microsoft.com/office/drawing/2014/main" id="{6B19E814-D126-46CB-BDC0-40CEDCE9E78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FC201EB4-BF54-4BAA-BADF-6FF7045EFC59}" type="slidenum">
              <a:rPr lang="en-US" altLang="en-US" sz="1000">
                <a:solidFill>
                  <a:srgbClr val="66CCFF"/>
                </a:solidFill>
              </a:rPr>
              <a:pPr/>
              <a:t>22</a:t>
            </a:fld>
            <a:endParaRPr lang="en-US" altLang="en-US" sz="1000">
              <a:solidFill>
                <a:srgbClr val="66CCFF"/>
              </a:solidFill>
            </a:endParaRPr>
          </a:p>
        </p:txBody>
      </p:sp>
      <p:sp>
        <p:nvSpPr>
          <p:cNvPr id="30723" name="Oval 35">
            <a:extLst>
              <a:ext uri="{FF2B5EF4-FFF2-40B4-BE49-F238E27FC236}">
                <a16:creationId xmlns:a16="http://schemas.microsoft.com/office/drawing/2014/main" id="{4AF3A2DF-8B7A-4D6C-94F0-252A016C625A}"/>
              </a:ext>
            </a:extLst>
          </p:cNvPr>
          <p:cNvSpPr>
            <a:spLocks noChangeArrowheads="1"/>
          </p:cNvSpPr>
          <p:nvPr/>
        </p:nvSpPr>
        <p:spPr bwMode="auto">
          <a:xfrm>
            <a:off x="3886200" y="2933700"/>
            <a:ext cx="1371600" cy="1371600"/>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30724" name="Rectangle 2">
            <a:extLst>
              <a:ext uri="{FF2B5EF4-FFF2-40B4-BE49-F238E27FC236}">
                <a16:creationId xmlns:a16="http://schemas.microsoft.com/office/drawing/2014/main" id="{0DF1AA89-7EDD-41B5-A75F-35CF870E1FAD}"/>
              </a:ext>
            </a:extLst>
          </p:cNvPr>
          <p:cNvSpPr>
            <a:spLocks noGrp="1" noChangeArrowheads="1"/>
          </p:cNvSpPr>
          <p:nvPr>
            <p:ph type="title"/>
          </p:nvPr>
        </p:nvSpPr>
        <p:spPr/>
        <p:txBody>
          <a:bodyPr/>
          <a:lstStyle/>
          <a:p>
            <a:pPr eaLnBrk="1" hangingPunct="1"/>
            <a:r>
              <a:rPr lang="en-US" altLang="en-US" dirty="0"/>
              <a:t>Brand is Defined By</a:t>
            </a:r>
          </a:p>
        </p:txBody>
      </p:sp>
      <p:sp>
        <p:nvSpPr>
          <p:cNvPr id="30725" name="Rectangle 9">
            <a:extLst>
              <a:ext uri="{FF2B5EF4-FFF2-40B4-BE49-F238E27FC236}">
                <a16:creationId xmlns:a16="http://schemas.microsoft.com/office/drawing/2014/main" id="{CC6F30F6-F85E-4636-A130-4456DB74AAB6}"/>
              </a:ext>
            </a:extLst>
          </p:cNvPr>
          <p:cNvSpPr>
            <a:spLocks noChangeArrowheads="1"/>
          </p:cNvSpPr>
          <p:nvPr/>
        </p:nvSpPr>
        <p:spPr bwMode="auto">
          <a:xfrm>
            <a:off x="447675" y="2590800"/>
            <a:ext cx="2192338"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3200" b="1" dirty="0">
                <a:solidFill>
                  <a:srgbClr val="FFFFFF"/>
                </a:solidFill>
              </a:rPr>
              <a:t>Distinction</a:t>
            </a:r>
          </a:p>
        </p:txBody>
      </p:sp>
      <p:sp>
        <p:nvSpPr>
          <p:cNvPr id="30726" name="Rectangle 10">
            <a:extLst>
              <a:ext uri="{FF2B5EF4-FFF2-40B4-BE49-F238E27FC236}">
                <a16:creationId xmlns:a16="http://schemas.microsoft.com/office/drawing/2014/main" id="{F892A024-FD1F-4DA9-971E-F55F9CC24EBA}"/>
              </a:ext>
            </a:extLst>
          </p:cNvPr>
          <p:cNvSpPr>
            <a:spLocks noChangeArrowheads="1"/>
          </p:cNvSpPr>
          <p:nvPr/>
        </p:nvSpPr>
        <p:spPr bwMode="auto">
          <a:xfrm>
            <a:off x="6553200" y="4114800"/>
            <a:ext cx="2362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a:r>
              <a:rPr lang="en-US" altLang="en-US" sz="3200" b="1" dirty="0">
                <a:solidFill>
                  <a:srgbClr val="FFFFFF"/>
                </a:solidFill>
              </a:rPr>
              <a:t>Excellence</a:t>
            </a:r>
          </a:p>
        </p:txBody>
      </p:sp>
      <p:sp>
        <p:nvSpPr>
          <p:cNvPr id="30727" name="Rectangle 11">
            <a:extLst>
              <a:ext uri="{FF2B5EF4-FFF2-40B4-BE49-F238E27FC236}">
                <a16:creationId xmlns:a16="http://schemas.microsoft.com/office/drawing/2014/main" id="{BEBEC836-E21A-4140-93CA-54E08FD47B01}"/>
              </a:ext>
            </a:extLst>
          </p:cNvPr>
          <p:cNvSpPr>
            <a:spLocks noChangeArrowheads="1"/>
          </p:cNvSpPr>
          <p:nvPr/>
        </p:nvSpPr>
        <p:spPr bwMode="auto">
          <a:xfrm>
            <a:off x="2259013" y="5592763"/>
            <a:ext cx="307498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3200" b="1" dirty="0">
                <a:solidFill>
                  <a:srgbClr val="FFFFFF"/>
                </a:solidFill>
              </a:rPr>
              <a:t>Trustworthiness</a:t>
            </a:r>
          </a:p>
        </p:txBody>
      </p:sp>
      <p:sp>
        <p:nvSpPr>
          <p:cNvPr id="30728" name="Rectangle 12">
            <a:extLst>
              <a:ext uri="{FF2B5EF4-FFF2-40B4-BE49-F238E27FC236}">
                <a16:creationId xmlns:a16="http://schemas.microsoft.com/office/drawing/2014/main" id="{82CC192F-F04B-4D6A-B785-50D4C3F078F5}"/>
              </a:ext>
            </a:extLst>
          </p:cNvPr>
          <p:cNvSpPr>
            <a:spLocks noChangeArrowheads="1"/>
          </p:cNvSpPr>
          <p:nvPr/>
        </p:nvSpPr>
        <p:spPr bwMode="auto">
          <a:xfrm>
            <a:off x="4043363" y="1173163"/>
            <a:ext cx="2586037"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a:r>
              <a:rPr lang="en-US" altLang="en-US" sz="3200" b="1" dirty="0">
                <a:solidFill>
                  <a:srgbClr val="FFFFFF"/>
                </a:solidFill>
              </a:rPr>
              <a:t>Consistency</a:t>
            </a:r>
          </a:p>
        </p:txBody>
      </p:sp>
      <p:grpSp>
        <p:nvGrpSpPr>
          <p:cNvPr id="30729" name="Group 34">
            <a:extLst>
              <a:ext uri="{FF2B5EF4-FFF2-40B4-BE49-F238E27FC236}">
                <a16:creationId xmlns:a16="http://schemas.microsoft.com/office/drawing/2014/main" id="{D1F3B46E-2D26-4A41-A4B3-A8A372E4AECC}"/>
              </a:ext>
            </a:extLst>
          </p:cNvPr>
          <p:cNvGrpSpPr>
            <a:grpSpLocks/>
          </p:cNvGrpSpPr>
          <p:nvPr/>
        </p:nvGrpSpPr>
        <p:grpSpPr bwMode="auto">
          <a:xfrm>
            <a:off x="2667000" y="1752600"/>
            <a:ext cx="3800475" cy="3800475"/>
            <a:chOff x="1320" y="576"/>
            <a:chExt cx="3120" cy="3120"/>
          </a:xfrm>
        </p:grpSpPr>
        <p:grpSp>
          <p:nvGrpSpPr>
            <p:cNvPr id="30732" name="Group 21">
              <a:extLst>
                <a:ext uri="{FF2B5EF4-FFF2-40B4-BE49-F238E27FC236}">
                  <a16:creationId xmlns:a16="http://schemas.microsoft.com/office/drawing/2014/main" id="{364298F4-EEA2-4759-A23A-3D23887957FA}"/>
                </a:ext>
              </a:extLst>
            </p:cNvPr>
            <p:cNvGrpSpPr>
              <a:grpSpLocks/>
            </p:cNvGrpSpPr>
            <p:nvPr/>
          </p:nvGrpSpPr>
          <p:grpSpPr bwMode="auto">
            <a:xfrm>
              <a:off x="1851" y="2140"/>
              <a:ext cx="1029" cy="1556"/>
              <a:chOff x="1321" y="1223"/>
              <a:chExt cx="1029" cy="1556"/>
            </a:xfrm>
          </p:grpSpPr>
          <p:sp>
            <p:nvSpPr>
              <p:cNvPr id="30743" name="Freeform 22">
                <a:extLst>
                  <a:ext uri="{FF2B5EF4-FFF2-40B4-BE49-F238E27FC236}">
                    <a16:creationId xmlns:a16="http://schemas.microsoft.com/office/drawing/2014/main" id="{8BACE245-8CC7-4993-93FE-2025B9934086}"/>
                  </a:ext>
                </a:extLst>
              </p:cNvPr>
              <p:cNvSpPr>
                <a:spLocks/>
              </p:cNvSpPr>
              <p:nvPr/>
            </p:nvSpPr>
            <p:spPr bwMode="auto">
              <a:xfrm>
                <a:off x="1321" y="1223"/>
                <a:ext cx="1029" cy="1556"/>
              </a:xfrm>
              <a:custGeom>
                <a:avLst/>
                <a:gdLst>
                  <a:gd name="T0" fmla="*/ 0 w 9617"/>
                  <a:gd name="T1" fmla="*/ 0 h 14541"/>
                  <a:gd name="T2" fmla="*/ 0 w 9617"/>
                  <a:gd name="T3" fmla="*/ 0 h 14541"/>
                  <a:gd name="T4" fmla="*/ 0 w 9617"/>
                  <a:gd name="T5" fmla="*/ 0 h 14541"/>
                  <a:gd name="T6" fmla="*/ 0 w 9617"/>
                  <a:gd name="T7" fmla="*/ 0 h 14541"/>
                  <a:gd name="T8" fmla="*/ 0 w 9617"/>
                  <a:gd name="T9" fmla="*/ 0 h 14541"/>
                  <a:gd name="T10" fmla="*/ 0 w 9617"/>
                  <a:gd name="T11" fmla="*/ 0 h 14541"/>
                  <a:gd name="T12" fmla="*/ 0 w 9617"/>
                  <a:gd name="T13" fmla="*/ 0 h 14541"/>
                  <a:gd name="T14" fmla="*/ 0 w 9617"/>
                  <a:gd name="T15" fmla="*/ 0 h 14541"/>
                  <a:gd name="T16" fmla="*/ 0 w 9617"/>
                  <a:gd name="T17" fmla="*/ 0 h 14541"/>
                  <a:gd name="T18" fmla="*/ 0 w 9617"/>
                  <a:gd name="T19" fmla="*/ 0 h 14541"/>
                  <a:gd name="T20" fmla="*/ 0 w 9617"/>
                  <a:gd name="T21" fmla="*/ 0 h 14541"/>
                  <a:gd name="T22" fmla="*/ 0 w 9617"/>
                  <a:gd name="T23" fmla="*/ 0 h 14541"/>
                  <a:gd name="T24" fmla="*/ 0 w 9617"/>
                  <a:gd name="T25" fmla="*/ 0 h 14541"/>
                  <a:gd name="T26" fmla="*/ 0 w 9617"/>
                  <a:gd name="T27" fmla="*/ 0 h 14541"/>
                  <a:gd name="T28" fmla="*/ 0 w 9617"/>
                  <a:gd name="T29" fmla="*/ 0 h 14541"/>
                  <a:gd name="T30" fmla="*/ 0 w 9617"/>
                  <a:gd name="T31" fmla="*/ 0 h 14541"/>
                  <a:gd name="T32" fmla="*/ 0 w 9617"/>
                  <a:gd name="T33" fmla="*/ 0 h 14541"/>
                  <a:gd name="T34" fmla="*/ 0 w 9617"/>
                  <a:gd name="T35" fmla="*/ 0 h 14541"/>
                  <a:gd name="T36" fmla="*/ 0 w 9617"/>
                  <a:gd name="T37" fmla="*/ 0 h 14541"/>
                  <a:gd name="T38" fmla="*/ 0 w 9617"/>
                  <a:gd name="T39" fmla="*/ 0 h 14541"/>
                  <a:gd name="T40" fmla="*/ 0 w 9617"/>
                  <a:gd name="T41" fmla="*/ 0 h 14541"/>
                  <a:gd name="T42" fmla="*/ 0 w 9617"/>
                  <a:gd name="T43" fmla="*/ 0 h 14541"/>
                  <a:gd name="T44" fmla="*/ 0 w 9617"/>
                  <a:gd name="T45" fmla="*/ 0 h 14541"/>
                  <a:gd name="T46" fmla="*/ 0 w 9617"/>
                  <a:gd name="T47" fmla="*/ 0 h 14541"/>
                  <a:gd name="T48" fmla="*/ 0 w 9617"/>
                  <a:gd name="T49" fmla="*/ 0 h 14541"/>
                  <a:gd name="T50" fmla="*/ 0 w 9617"/>
                  <a:gd name="T51" fmla="*/ 0 h 14541"/>
                  <a:gd name="T52" fmla="*/ 0 w 9617"/>
                  <a:gd name="T53" fmla="*/ 0 h 14541"/>
                  <a:gd name="T54" fmla="*/ 0 w 9617"/>
                  <a:gd name="T55" fmla="*/ 0 h 14541"/>
                  <a:gd name="T56" fmla="*/ 0 w 9617"/>
                  <a:gd name="T57" fmla="*/ 0 h 14541"/>
                  <a:gd name="T58" fmla="*/ 0 w 9617"/>
                  <a:gd name="T59" fmla="*/ 0 h 14541"/>
                  <a:gd name="T60" fmla="*/ 0 w 9617"/>
                  <a:gd name="T61" fmla="*/ 0 h 14541"/>
                  <a:gd name="T62" fmla="*/ 0 w 9617"/>
                  <a:gd name="T63" fmla="*/ 0 h 14541"/>
                  <a:gd name="T64" fmla="*/ 0 w 9617"/>
                  <a:gd name="T65" fmla="*/ 0 h 14541"/>
                  <a:gd name="T66" fmla="*/ 0 w 9617"/>
                  <a:gd name="T67" fmla="*/ 0 h 14541"/>
                  <a:gd name="T68" fmla="*/ 0 w 9617"/>
                  <a:gd name="T69" fmla="*/ 0 h 14541"/>
                  <a:gd name="T70" fmla="*/ 0 w 9617"/>
                  <a:gd name="T71" fmla="*/ 0 h 14541"/>
                  <a:gd name="T72" fmla="*/ 0 w 9617"/>
                  <a:gd name="T73" fmla="*/ 0 h 14541"/>
                  <a:gd name="T74" fmla="*/ 0 w 9617"/>
                  <a:gd name="T75" fmla="*/ 0 h 14541"/>
                  <a:gd name="T76" fmla="*/ 0 w 9617"/>
                  <a:gd name="T77" fmla="*/ 0 h 14541"/>
                  <a:gd name="T78" fmla="*/ 0 w 9617"/>
                  <a:gd name="T79" fmla="*/ 0 h 14541"/>
                  <a:gd name="T80" fmla="*/ 0 w 9617"/>
                  <a:gd name="T81" fmla="*/ 0 h 14541"/>
                  <a:gd name="T82" fmla="*/ 0 w 9617"/>
                  <a:gd name="T83" fmla="*/ 0 h 14541"/>
                  <a:gd name="T84" fmla="*/ 0 w 9617"/>
                  <a:gd name="T85" fmla="*/ 0 h 14541"/>
                  <a:gd name="T86" fmla="*/ 0 w 9617"/>
                  <a:gd name="T87" fmla="*/ 0 h 14541"/>
                  <a:gd name="T88" fmla="*/ 0 w 9617"/>
                  <a:gd name="T89" fmla="*/ 0 h 14541"/>
                  <a:gd name="T90" fmla="*/ 0 w 9617"/>
                  <a:gd name="T91" fmla="*/ 0 h 14541"/>
                  <a:gd name="T92" fmla="*/ 0 w 9617"/>
                  <a:gd name="T93" fmla="*/ 0 h 14541"/>
                  <a:gd name="T94" fmla="*/ 0 w 9617"/>
                  <a:gd name="T95" fmla="*/ 0 h 14541"/>
                  <a:gd name="T96" fmla="*/ 0 w 9617"/>
                  <a:gd name="T97" fmla="*/ 0 h 14541"/>
                  <a:gd name="T98" fmla="*/ 0 w 9617"/>
                  <a:gd name="T99" fmla="*/ 0 h 14541"/>
                  <a:gd name="T100" fmla="*/ 0 w 9617"/>
                  <a:gd name="T101" fmla="*/ 0 h 14541"/>
                  <a:gd name="T102" fmla="*/ 0 w 9617"/>
                  <a:gd name="T103" fmla="*/ 0 h 14541"/>
                  <a:gd name="T104" fmla="*/ 0 w 9617"/>
                  <a:gd name="T105" fmla="*/ 0 h 14541"/>
                  <a:gd name="T106" fmla="*/ 0 w 9617"/>
                  <a:gd name="T107" fmla="*/ 0 h 14541"/>
                  <a:gd name="T108" fmla="*/ 0 w 9617"/>
                  <a:gd name="T109" fmla="*/ 0 h 14541"/>
                  <a:gd name="T110" fmla="*/ 0 w 9617"/>
                  <a:gd name="T111" fmla="*/ 0 h 14541"/>
                  <a:gd name="T112" fmla="*/ 0 w 9617"/>
                  <a:gd name="T113" fmla="*/ 0 h 14541"/>
                  <a:gd name="T114" fmla="*/ 0 w 9617"/>
                  <a:gd name="T115" fmla="*/ 0 h 14541"/>
                  <a:gd name="T116" fmla="*/ 0 w 9617"/>
                  <a:gd name="T117" fmla="*/ 0 h 14541"/>
                  <a:gd name="T118" fmla="*/ 0 w 9617"/>
                  <a:gd name="T119" fmla="*/ 0 h 14541"/>
                  <a:gd name="T120" fmla="*/ 0 w 9617"/>
                  <a:gd name="T121" fmla="*/ 0 h 145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617"/>
                  <a:gd name="T184" fmla="*/ 0 h 14541"/>
                  <a:gd name="T185" fmla="*/ 9617 w 9617"/>
                  <a:gd name="T186" fmla="*/ 14541 h 145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617" h="14541">
                    <a:moveTo>
                      <a:pt x="3551" y="14541"/>
                    </a:moveTo>
                    <a:lnTo>
                      <a:pt x="3538" y="14506"/>
                    </a:lnTo>
                    <a:lnTo>
                      <a:pt x="3526" y="14472"/>
                    </a:lnTo>
                    <a:lnTo>
                      <a:pt x="3512" y="14440"/>
                    </a:lnTo>
                    <a:lnTo>
                      <a:pt x="3499" y="14406"/>
                    </a:lnTo>
                    <a:lnTo>
                      <a:pt x="3486" y="14373"/>
                    </a:lnTo>
                    <a:lnTo>
                      <a:pt x="3474" y="14341"/>
                    </a:lnTo>
                    <a:lnTo>
                      <a:pt x="3463" y="14309"/>
                    </a:lnTo>
                    <a:lnTo>
                      <a:pt x="3451" y="14277"/>
                    </a:lnTo>
                    <a:lnTo>
                      <a:pt x="3297" y="14175"/>
                    </a:lnTo>
                    <a:lnTo>
                      <a:pt x="3143" y="14075"/>
                    </a:lnTo>
                    <a:lnTo>
                      <a:pt x="2989" y="13974"/>
                    </a:lnTo>
                    <a:lnTo>
                      <a:pt x="2837" y="13873"/>
                    </a:lnTo>
                    <a:lnTo>
                      <a:pt x="2684" y="13773"/>
                    </a:lnTo>
                    <a:lnTo>
                      <a:pt x="2531" y="13674"/>
                    </a:lnTo>
                    <a:lnTo>
                      <a:pt x="2378" y="13576"/>
                    </a:lnTo>
                    <a:lnTo>
                      <a:pt x="2226" y="13479"/>
                    </a:lnTo>
                    <a:lnTo>
                      <a:pt x="2074" y="13384"/>
                    </a:lnTo>
                    <a:lnTo>
                      <a:pt x="1923" y="13289"/>
                    </a:lnTo>
                    <a:lnTo>
                      <a:pt x="1771" y="13197"/>
                    </a:lnTo>
                    <a:lnTo>
                      <a:pt x="1619" y="13108"/>
                    </a:lnTo>
                    <a:lnTo>
                      <a:pt x="1469" y="13020"/>
                    </a:lnTo>
                    <a:lnTo>
                      <a:pt x="1317" y="12935"/>
                    </a:lnTo>
                    <a:lnTo>
                      <a:pt x="1243" y="12893"/>
                    </a:lnTo>
                    <a:lnTo>
                      <a:pt x="1167" y="12852"/>
                    </a:lnTo>
                    <a:lnTo>
                      <a:pt x="1092" y="12813"/>
                    </a:lnTo>
                    <a:lnTo>
                      <a:pt x="1017" y="12773"/>
                    </a:lnTo>
                    <a:lnTo>
                      <a:pt x="1017" y="12747"/>
                    </a:lnTo>
                    <a:lnTo>
                      <a:pt x="1017" y="12724"/>
                    </a:lnTo>
                    <a:lnTo>
                      <a:pt x="1017" y="12702"/>
                    </a:lnTo>
                    <a:lnTo>
                      <a:pt x="1017" y="12680"/>
                    </a:lnTo>
                    <a:lnTo>
                      <a:pt x="953" y="12644"/>
                    </a:lnTo>
                    <a:lnTo>
                      <a:pt x="888" y="12608"/>
                    </a:lnTo>
                    <a:lnTo>
                      <a:pt x="824" y="12571"/>
                    </a:lnTo>
                    <a:lnTo>
                      <a:pt x="760" y="12536"/>
                    </a:lnTo>
                    <a:lnTo>
                      <a:pt x="696" y="12500"/>
                    </a:lnTo>
                    <a:lnTo>
                      <a:pt x="633" y="12465"/>
                    </a:lnTo>
                    <a:lnTo>
                      <a:pt x="569" y="12430"/>
                    </a:lnTo>
                    <a:lnTo>
                      <a:pt x="506" y="12394"/>
                    </a:lnTo>
                    <a:lnTo>
                      <a:pt x="442" y="12359"/>
                    </a:lnTo>
                    <a:lnTo>
                      <a:pt x="379" y="12324"/>
                    </a:lnTo>
                    <a:lnTo>
                      <a:pt x="316" y="12289"/>
                    </a:lnTo>
                    <a:lnTo>
                      <a:pt x="253" y="12254"/>
                    </a:lnTo>
                    <a:lnTo>
                      <a:pt x="189" y="12219"/>
                    </a:lnTo>
                    <a:lnTo>
                      <a:pt x="126" y="12184"/>
                    </a:lnTo>
                    <a:lnTo>
                      <a:pt x="63" y="12149"/>
                    </a:lnTo>
                    <a:lnTo>
                      <a:pt x="0" y="12114"/>
                    </a:lnTo>
                    <a:lnTo>
                      <a:pt x="0" y="12088"/>
                    </a:lnTo>
                    <a:lnTo>
                      <a:pt x="0" y="12061"/>
                    </a:lnTo>
                    <a:lnTo>
                      <a:pt x="0" y="12034"/>
                    </a:lnTo>
                    <a:lnTo>
                      <a:pt x="0" y="12007"/>
                    </a:lnTo>
                    <a:lnTo>
                      <a:pt x="0" y="11980"/>
                    </a:lnTo>
                    <a:lnTo>
                      <a:pt x="0" y="11954"/>
                    </a:lnTo>
                    <a:lnTo>
                      <a:pt x="0" y="11927"/>
                    </a:lnTo>
                    <a:lnTo>
                      <a:pt x="0" y="11900"/>
                    </a:lnTo>
                    <a:lnTo>
                      <a:pt x="58" y="11899"/>
                    </a:lnTo>
                    <a:lnTo>
                      <a:pt x="124" y="11899"/>
                    </a:lnTo>
                    <a:lnTo>
                      <a:pt x="197" y="11900"/>
                    </a:lnTo>
                    <a:lnTo>
                      <a:pt x="275" y="11900"/>
                    </a:lnTo>
                    <a:lnTo>
                      <a:pt x="357" y="11900"/>
                    </a:lnTo>
                    <a:lnTo>
                      <a:pt x="443" y="11899"/>
                    </a:lnTo>
                    <a:lnTo>
                      <a:pt x="530" y="11897"/>
                    </a:lnTo>
                    <a:lnTo>
                      <a:pt x="619" y="11892"/>
                    </a:lnTo>
                    <a:lnTo>
                      <a:pt x="663" y="11888"/>
                    </a:lnTo>
                    <a:lnTo>
                      <a:pt x="708" y="11885"/>
                    </a:lnTo>
                    <a:lnTo>
                      <a:pt x="751" y="11880"/>
                    </a:lnTo>
                    <a:lnTo>
                      <a:pt x="794" y="11874"/>
                    </a:lnTo>
                    <a:lnTo>
                      <a:pt x="837" y="11869"/>
                    </a:lnTo>
                    <a:lnTo>
                      <a:pt x="878" y="11862"/>
                    </a:lnTo>
                    <a:lnTo>
                      <a:pt x="919" y="11853"/>
                    </a:lnTo>
                    <a:lnTo>
                      <a:pt x="958" y="11844"/>
                    </a:lnTo>
                    <a:lnTo>
                      <a:pt x="997" y="11834"/>
                    </a:lnTo>
                    <a:lnTo>
                      <a:pt x="1034" y="11823"/>
                    </a:lnTo>
                    <a:lnTo>
                      <a:pt x="1069" y="11810"/>
                    </a:lnTo>
                    <a:lnTo>
                      <a:pt x="1103" y="11796"/>
                    </a:lnTo>
                    <a:lnTo>
                      <a:pt x="1134" y="11781"/>
                    </a:lnTo>
                    <a:lnTo>
                      <a:pt x="1165" y="11765"/>
                    </a:lnTo>
                    <a:lnTo>
                      <a:pt x="1192" y="11747"/>
                    </a:lnTo>
                    <a:lnTo>
                      <a:pt x="1217" y="11727"/>
                    </a:lnTo>
                    <a:lnTo>
                      <a:pt x="1228" y="11750"/>
                    </a:lnTo>
                    <a:lnTo>
                      <a:pt x="1239" y="11772"/>
                    </a:lnTo>
                    <a:lnTo>
                      <a:pt x="1250" y="11795"/>
                    </a:lnTo>
                    <a:lnTo>
                      <a:pt x="1260" y="11821"/>
                    </a:lnTo>
                    <a:lnTo>
                      <a:pt x="1282" y="11810"/>
                    </a:lnTo>
                    <a:lnTo>
                      <a:pt x="1308" y="11800"/>
                    </a:lnTo>
                    <a:lnTo>
                      <a:pt x="1334" y="11788"/>
                    </a:lnTo>
                    <a:lnTo>
                      <a:pt x="1361" y="11778"/>
                    </a:lnTo>
                    <a:lnTo>
                      <a:pt x="1372" y="11751"/>
                    </a:lnTo>
                    <a:lnTo>
                      <a:pt x="1383" y="11725"/>
                    </a:lnTo>
                    <a:lnTo>
                      <a:pt x="1392" y="11696"/>
                    </a:lnTo>
                    <a:lnTo>
                      <a:pt x="1400" y="11662"/>
                    </a:lnTo>
                    <a:lnTo>
                      <a:pt x="1410" y="11621"/>
                    </a:lnTo>
                    <a:lnTo>
                      <a:pt x="1419" y="11569"/>
                    </a:lnTo>
                    <a:lnTo>
                      <a:pt x="1429" y="11503"/>
                    </a:lnTo>
                    <a:lnTo>
                      <a:pt x="1440" y="11420"/>
                    </a:lnTo>
                    <a:lnTo>
                      <a:pt x="1453" y="11317"/>
                    </a:lnTo>
                    <a:lnTo>
                      <a:pt x="1467" y="11194"/>
                    </a:lnTo>
                    <a:lnTo>
                      <a:pt x="1483" y="11043"/>
                    </a:lnTo>
                    <a:lnTo>
                      <a:pt x="1503" y="10866"/>
                    </a:lnTo>
                    <a:lnTo>
                      <a:pt x="1525" y="10657"/>
                    </a:lnTo>
                    <a:lnTo>
                      <a:pt x="1549" y="10414"/>
                    </a:lnTo>
                    <a:lnTo>
                      <a:pt x="1579" y="10135"/>
                    </a:lnTo>
                    <a:lnTo>
                      <a:pt x="1611" y="9816"/>
                    </a:lnTo>
                    <a:lnTo>
                      <a:pt x="1646" y="9655"/>
                    </a:lnTo>
                    <a:lnTo>
                      <a:pt x="1684" y="9491"/>
                    </a:lnTo>
                    <a:lnTo>
                      <a:pt x="1722" y="9322"/>
                    </a:lnTo>
                    <a:lnTo>
                      <a:pt x="1764" y="9149"/>
                    </a:lnTo>
                    <a:lnTo>
                      <a:pt x="1808" y="8974"/>
                    </a:lnTo>
                    <a:lnTo>
                      <a:pt x="1855" y="8796"/>
                    </a:lnTo>
                    <a:lnTo>
                      <a:pt x="1904" y="8615"/>
                    </a:lnTo>
                    <a:lnTo>
                      <a:pt x="1955" y="8434"/>
                    </a:lnTo>
                    <a:lnTo>
                      <a:pt x="2009" y="8249"/>
                    </a:lnTo>
                    <a:lnTo>
                      <a:pt x="2065" y="8064"/>
                    </a:lnTo>
                    <a:lnTo>
                      <a:pt x="2123" y="7878"/>
                    </a:lnTo>
                    <a:lnTo>
                      <a:pt x="2185" y="7690"/>
                    </a:lnTo>
                    <a:lnTo>
                      <a:pt x="2248" y="7503"/>
                    </a:lnTo>
                    <a:lnTo>
                      <a:pt x="2314" y="7317"/>
                    </a:lnTo>
                    <a:lnTo>
                      <a:pt x="2383" y="7130"/>
                    </a:lnTo>
                    <a:lnTo>
                      <a:pt x="2454" y="6945"/>
                    </a:lnTo>
                    <a:lnTo>
                      <a:pt x="2528" y="6762"/>
                    </a:lnTo>
                    <a:lnTo>
                      <a:pt x="2605" y="6579"/>
                    </a:lnTo>
                    <a:lnTo>
                      <a:pt x="2684" y="6400"/>
                    </a:lnTo>
                    <a:lnTo>
                      <a:pt x="2765" y="6221"/>
                    </a:lnTo>
                    <a:lnTo>
                      <a:pt x="2849" y="6048"/>
                    </a:lnTo>
                    <a:lnTo>
                      <a:pt x="2936" y="5875"/>
                    </a:lnTo>
                    <a:lnTo>
                      <a:pt x="3025" y="5707"/>
                    </a:lnTo>
                    <a:lnTo>
                      <a:pt x="3118" y="5544"/>
                    </a:lnTo>
                    <a:lnTo>
                      <a:pt x="3212" y="5384"/>
                    </a:lnTo>
                    <a:lnTo>
                      <a:pt x="3310" y="5229"/>
                    </a:lnTo>
                    <a:lnTo>
                      <a:pt x="3410" y="5079"/>
                    </a:lnTo>
                    <a:lnTo>
                      <a:pt x="3513" y="4934"/>
                    </a:lnTo>
                    <a:lnTo>
                      <a:pt x="3619" y="4796"/>
                    </a:lnTo>
                    <a:lnTo>
                      <a:pt x="3727" y="4663"/>
                    </a:lnTo>
                    <a:lnTo>
                      <a:pt x="3839" y="4537"/>
                    </a:lnTo>
                    <a:lnTo>
                      <a:pt x="3952" y="4418"/>
                    </a:lnTo>
                    <a:lnTo>
                      <a:pt x="3983" y="4371"/>
                    </a:lnTo>
                    <a:lnTo>
                      <a:pt x="4015" y="4324"/>
                    </a:lnTo>
                    <a:lnTo>
                      <a:pt x="4051" y="4276"/>
                    </a:lnTo>
                    <a:lnTo>
                      <a:pt x="4089" y="4227"/>
                    </a:lnTo>
                    <a:lnTo>
                      <a:pt x="4167" y="4130"/>
                    </a:lnTo>
                    <a:lnTo>
                      <a:pt x="4247" y="4033"/>
                    </a:lnTo>
                    <a:lnTo>
                      <a:pt x="4287" y="3986"/>
                    </a:lnTo>
                    <a:lnTo>
                      <a:pt x="4325" y="3937"/>
                    </a:lnTo>
                    <a:lnTo>
                      <a:pt x="4363" y="3889"/>
                    </a:lnTo>
                    <a:lnTo>
                      <a:pt x="4397" y="3842"/>
                    </a:lnTo>
                    <a:lnTo>
                      <a:pt x="4429" y="3796"/>
                    </a:lnTo>
                    <a:lnTo>
                      <a:pt x="4458" y="3749"/>
                    </a:lnTo>
                    <a:lnTo>
                      <a:pt x="4471" y="3727"/>
                    </a:lnTo>
                    <a:lnTo>
                      <a:pt x="4483" y="3704"/>
                    </a:lnTo>
                    <a:lnTo>
                      <a:pt x="4494" y="3681"/>
                    </a:lnTo>
                    <a:lnTo>
                      <a:pt x="4504" y="3659"/>
                    </a:lnTo>
                    <a:lnTo>
                      <a:pt x="4526" y="3659"/>
                    </a:lnTo>
                    <a:lnTo>
                      <a:pt x="4548" y="3659"/>
                    </a:lnTo>
                    <a:lnTo>
                      <a:pt x="4571" y="3659"/>
                    </a:lnTo>
                    <a:lnTo>
                      <a:pt x="4597" y="3659"/>
                    </a:lnTo>
                    <a:lnTo>
                      <a:pt x="4615" y="3620"/>
                    </a:lnTo>
                    <a:lnTo>
                      <a:pt x="4634" y="3580"/>
                    </a:lnTo>
                    <a:lnTo>
                      <a:pt x="4658" y="3539"/>
                    </a:lnTo>
                    <a:lnTo>
                      <a:pt x="4683" y="3497"/>
                    </a:lnTo>
                    <a:lnTo>
                      <a:pt x="4711" y="3454"/>
                    </a:lnTo>
                    <a:lnTo>
                      <a:pt x="4742" y="3411"/>
                    </a:lnTo>
                    <a:lnTo>
                      <a:pt x="4774" y="3368"/>
                    </a:lnTo>
                    <a:lnTo>
                      <a:pt x="4809" y="3325"/>
                    </a:lnTo>
                    <a:lnTo>
                      <a:pt x="4847" y="3280"/>
                    </a:lnTo>
                    <a:lnTo>
                      <a:pt x="4885" y="3235"/>
                    </a:lnTo>
                    <a:lnTo>
                      <a:pt x="4925" y="3191"/>
                    </a:lnTo>
                    <a:lnTo>
                      <a:pt x="4965" y="3145"/>
                    </a:lnTo>
                    <a:lnTo>
                      <a:pt x="5009" y="3101"/>
                    </a:lnTo>
                    <a:lnTo>
                      <a:pt x="5052" y="3055"/>
                    </a:lnTo>
                    <a:lnTo>
                      <a:pt x="5096" y="3010"/>
                    </a:lnTo>
                    <a:lnTo>
                      <a:pt x="5142" y="2966"/>
                    </a:lnTo>
                    <a:lnTo>
                      <a:pt x="5232" y="2876"/>
                    </a:lnTo>
                    <a:lnTo>
                      <a:pt x="5325" y="2789"/>
                    </a:lnTo>
                    <a:lnTo>
                      <a:pt x="5417" y="2702"/>
                    </a:lnTo>
                    <a:lnTo>
                      <a:pt x="5505" y="2620"/>
                    </a:lnTo>
                    <a:lnTo>
                      <a:pt x="5592" y="2539"/>
                    </a:lnTo>
                    <a:lnTo>
                      <a:pt x="5672" y="2462"/>
                    </a:lnTo>
                    <a:lnTo>
                      <a:pt x="5748" y="2389"/>
                    </a:lnTo>
                    <a:lnTo>
                      <a:pt x="5814" y="2320"/>
                    </a:lnTo>
                    <a:lnTo>
                      <a:pt x="5921" y="2231"/>
                    </a:lnTo>
                    <a:lnTo>
                      <a:pt x="6028" y="2143"/>
                    </a:lnTo>
                    <a:lnTo>
                      <a:pt x="6136" y="2057"/>
                    </a:lnTo>
                    <a:lnTo>
                      <a:pt x="6243" y="1971"/>
                    </a:lnTo>
                    <a:lnTo>
                      <a:pt x="6353" y="1888"/>
                    </a:lnTo>
                    <a:lnTo>
                      <a:pt x="6461" y="1804"/>
                    </a:lnTo>
                    <a:lnTo>
                      <a:pt x="6572" y="1722"/>
                    </a:lnTo>
                    <a:lnTo>
                      <a:pt x="6683" y="1642"/>
                    </a:lnTo>
                    <a:lnTo>
                      <a:pt x="6794" y="1562"/>
                    </a:lnTo>
                    <a:lnTo>
                      <a:pt x="6905" y="1484"/>
                    </a:lnTo>
                    <a:lnTo>
                      <a:pt x="7019" y="1407"/>
                    </a:lnTo>
                    <a:lnTo>
                      <a:pt x="7132" y="1332"/>
                    </a:lnTo>
                    <a:lnTo>
                      <a:pt x="7245" y="1256"/>
                    </a:lnTo>
                    <a:lnTo>
                      <a:pt x="7359" y="1182"/>
                    </a:lnTo>
                    <a:lnTo>
                      <a:pt x="7474" y="1109"/>
                    </a:lnTo>
                    <a:lnTo>
                      <a:pt x="7591" y="1037"/>
                    </a:lnTo>
                    <a:lnTo>
                      <a:pt x="7706" y="966"/>
                    </a:lnTo>
                    <a:lnTo>
                      <a:pt x="7824" y="896"/>
                    </a:lnTo>
                    <a:lnTo>
                      <a:pt x="7942" y="827"/>
                    </a:lnTo>
                    <a:lnTo>
                      <a:pt x="8061" y="758"/>
                    </a:lnTo>
                    <a:lnTo>
                      <a:pt x="8180" y="692"/>
                    </a:lnTo>
                    <a:lnTo>
                      <a:pt x="8300" y="625"/>
                    </a:lnTo>
                    <a:lnTo>
                      <a:pt x="8420" y="559"/>
                    </a:lnTo>
                    <a:lnTo>
                      <a:pt x="8541" y="495"/>
                    </a:lnTo>
                    <a:lnTo>
                      <a:pt x="8664" y="431"/>
                    </a:lnTo>
                    <a:lnTo>
                      <a:pt x="8786" y="366"/>
                    </a:lnTo>
                    <a:lnTo>
                      <a:pt x="8910" y="303"/>
                    </a:lnTo>
                    <a:lnTo>
                      <a:pt x="9034" y="242"/>
                    </a:lnTo>
                    <a:lnTo>
                      <a:pt x="9159" y="181"/>
                    </a:lnTo>
                    <a:lnTo>
                      <a:pt x="9285" y="120"/>
                    </a:lnTo>
                    <a:lnTo>
                      <a:pt x="9411" y="60"/>
                    </a:lnTo>
                    <a:lnTo>
                      <a:pt x="9538" y="0"/>
                    </a:lnTo>
                    <a:lnTo>
                      <a:pt x="9556" y="17"/>
                    </a:lnTo>
                    <a:lnTo>
                      <a:pt x="9575" y="33"/>
                    </a:lnTo>
                    <a:lnTo>
                      <a:pt x="9595" y="49"/>
                    </a:lnTo>
                    <a:lnTo>
                      <a:pt x="9617" y="66"/>
                    </a:lnTo>
                    <a:lnTo>
                      <a:pt x="9617" y="104"/>
                    </a:lnTo>
                    <a:lnTo>
                      <a:pt x="9617" y="145"/>
                    </a:lnTo>
                    <a:lnTo>
                      <a:pt x="9617" y="187"/>
                    </a:lnTo>
                    <a:lnTo>
                      <a:pt x="9617" y="230"/>
                    </a:lnTo>
                    <a:lnTo>
                      <a:pt x="9590" y="237"/>
                    </a:lnTo>
                    <a:lnTo>
                      <a:pt x="9564" y="245"/>
                    </a:lnTo>
                    <a:lnTo>
                      <a:pt x="9539" y="255"/>
                    </a:lnTo>
                    <a:lnTo>
                      <a:pt x="9517" y="266"/>
                    </a:lnTo>
                    <a:lnTo>
                      <a:pt x="9517" y="288"/>
                    </a:lnTo>
                    <a:lnTo>
                      <a:pt x="9517" y="313"/>
                    </a:lnTo>
                    <a:lnTo>
                      <a:pt x="9517" y="340"/>
                    </a:lnTo>
                    <a:lnTo>
                      <a:pt x="9517" y="366"/>
                    </a:lnTo>
                    <a:lnTo>
                      <a:pt x="9484" y="377"/>
                    </a:lnTo>
                    <a:lnTo>
                      <a:pt x="9453" y="387"/>
                    </a:lnTo>
                    <a:lnTo>
                      <a:pt x="9423" y="398"/>
                    </a:lnTo>
                    <a:lnTo>
                      <a:pt x="9395" y="408"/>
                    </a:lnTo>
                    <a:lnTo>
                      <a:pt x="9269" y="548"/>
                    </a:lnTo>
                    <a:lnTo>
                      <a:pt x="9144" y="687"/>
                    </a:lnTo>
                    <a:lnTo>
                      <a:pt x="9023" y="826"/>
                    </a:lnTo>
                    <a:lnTo>
                      <a:pt x="8905" y="966"/>
                    </a:lnTo>
                    <a:lnTo>
                      <a:pt x="8788" y="1105"/>
                    </a:lnTo>
                    <a:lnTo>
                      <a:pt x="8675" y="1245"/>
                    </a:lnTo>
                    <a:lnTo>
                      <a:pt x="8565" y="1386"/>
                    </a:lnTo>
                    <a:lnTo>
                      <a:pt x="8456" y="1527"/>
                    </a:lnTo>
                    <a:lnTo>
                      <a:pt x="8351" y="1668"/>
                    </a:lnTo>
                    <a:lnTo>
                      <a:pt x="8247" y="1811"/>
                    </a:lnTo>
                    <a:lnTo>
                      <a:pt x="8146" y="1954"/>
                    </a:lnTo>
                    <a:lnTo>
                      <a:pt x="8047" y="2098"/>
                    </a:lnTo>
                    <a:lnTo>
                      <a:pt x="7950" y="2243"/>
                    </a:lnTo>
                    <a:lnTo>
                      <a:pt x="7856" y="2390"/>
                    </a:lnTo>
                    <a:lnTo>
                      <a:pt x="7762" y="2537"/>
                    </a:lnTo>
                    <a:lnTo>
                      <a:pt x="7671" y="2685"/>
                    </a:lnTo>
                    <a:lnTo>
                      <a:pt x="7583" y="2834"/>
                    </a:lnTo>
                    <a:lnTo>
                      <a:pt x="7497" y="2984"/>
                    </a:lnTo>
                    <a:lnTo>
                      <a:pt x="7410" y="3137"/>
                    </a:lnTo>
                    <a:lnTo>
                      <a:pt x="7328" y="3291"/>
                    </a:lnTo>
                    <a:lnTo>
                      <a:pt x="7246" y="3446"/>
                    </a:lnTo>
                    <a:lnTo>
                      <a:pt x="7165" y="3603"/>
                    </a:lnTo>
                    <a:lnTo>
                      <a:pt x="7086" y="3762"/>
                    </a:lnTo>
                    <a:lnTo>
                      <a:pt x="7009" y="3921"/>
                    </a:lnTo>
                    <a:lnTo>
                      <a:pt x="6933" y="4084"/>
                    </a:lnTo>
                    <a:lnTo>
                      <a:pt x="6859" y="4248"/>
                    </a:lnTo>
                    <a:lnTo>
                      <a:pt x="6787" y="4413"/>
                    </a:lnTo>
                    <a:lnTo>
                      <a:pt x="6714" y="4582"/>
                    </a:lnTo>
                    <a:lnTo>
                      <a:pt x="6643" y="4753"/>
                    </a:lnTo>
                    <a:lnTo>
                      <a:pt x="6573" y="4925"/>
                    </a:lnTo>
                    <a:lnTo>
                      <a:pt x="6506" y="5100"/>
                    </a:lnTo>
                    <a:lnTo>
                      <a:pt x="6438" y="5277"/>
                    </a:lnTo>
                    <a:lnTo>
                      <a:pt x="6390" y="5445"/>
                    </a:lnTo>
                    <a:lnTo>
                      <a:pt x="6345" y="5613"/>
                    </a:lnTo>
                    <a:lnTo>
                      <a:pt x="6302" y="5779"/>
                    </a:lnTo>
                    <a:lnTo>
                      <a:pt x="6261" y="5946"/>
                    </a:lnTo>
                    <a:lnTo>
                      <a:pt x="6221" y="6113"/>
                    </a:lnTo>
                    <a:lnTo>
                      <a:pt x="6184" y="6278"/>
                    </a:lnTo>
                    <a:lnTo>
                      <a:pt x="6149" y="6444"/>
                    </a:lnTo>
                    <a:lnTo>
                      <a:pt x="6115" y="6609"/>
                    </a:lnTo>
                    <a:lnTo>
                      <a:pt x="6084" y="6774"/>
                    </a:lnTo>
                    <a:lnTo>
                      <a:pt x="6054" y="6939"/>
                    </a:lnTo>
                    <a:lnTo>
                      <a:pt x="6028" y="7104"/>
                    </a:lnTo>
                    <a:lnTo>
                      <a:pt x="6002" y="7269"/>
                    </a:lnTo>
                    <a:lnTo>
                      <a:pt x="5979" y="7435"/>
                    </a:lnTo>
                    <a:lnTo>
                      <a:pt x="5958" y="7599"/>
                    </a:lnTo>
                    <a:lnTo>
                      <a:pt x="5938" y="7764"/>
                    </a:lnTo>
                    <a:lnTo>
                      <a:pt x="5920" y="7931"/>
                    </a:lnTo>
                    <a:lnTo>
                      <a:pt x="5905" y="8097"/>
                    </a:lnTo>
                    <a:lnTo>
                      <a:pt x="5891" y="8263"/>
                    </a:lnTo>
                    <a:lnTo>
                      <a:pt x="5880" y="8430"/>
                    </a:lnTo>
                    <a:lnTo>
                      <a:pt x="5870" y="8598"/>
                    </a:lnTo>
                    <a:lnTo>
                      <a:pt x="5862" y="8766"/>
                    </a:lnTo>
                    <a:lnTo>
                      <a:pt x="5857" y="8935"/>
                    </a:lnTo>
                    <a:lnTo>
                      <a:pt x="5853" y="9105"/>
                    </a:lnTo>
                    <a:lnTo>
                      <a:pt x="5852" y="9275"/>
                    </a:lnTo>
                    <a:lnTo>
                      <a:pt x="5852" y="9446"/>
                    </a:lnTo>
                    <a:lnTo>
                      <a:pt x="5854" y="9619"/>
                    </a:lnTo>
                    <a:lnTo>
                      <a:pt x="5859" y="9791"/>
                    </a:lnTo>
                    <a:lnTo>
                      <a:pt x="5864" y="9966"/>
                    </a:lnTo>
                    <a:lnTo>
                      <a:pt x="5873" y="10141"/>
                    </a:lnTo>
                    <a:lnTo>
                      <a:pt x="5882" y="10318"/>
                    </a:lnTo>
                    <a:lnTo>
                      <a:pt x="5893" y="10497"/>
                    </a:lnTo>
                    <a:lnTo>
                      <a:pt x="5907" y="10675"/>
                    </a:lnTo>
                    <a:lnTo>
                      <a:pt x="5941" y="10843"/>
                    </a:lnTo>
                    <a:lnTo>
                      <a:pt x="5972" y="10990"/>
                    </a:lnTo>
                    <a:lnTo>
                      <a:pt x="5997" y="11117"/>
                    </a:lnTo>
                    <a:lnTo>
                      <a:pt x="6021" y="11226"/>
                    </a:lnTo>
                    <a:lnTo>
                      <a:pt x="6040" y="11320"/>
                    </a:lnTo>
                    <a:lnTo>
                      <a:pt x="6057" y="11398"/>
                    </a:lnTo>
                    <a:lnTo>
                      <a:pt x="6072" y="11463"/>
                    </a:lnTo>
                    <a:lnTo>
                      <a:pt x="6084" y="11515"/>
                    </a:lnTo>
                    <a:lnTo>
                      <a:pt x="6095" y="11558"/>
                    </a:lnTo>
                    <a:lnTo>
                      <a:pt x="6105" y="11591"/>
                    </a:lnTo>
                    <a:lnTo>
                      <a:pt x="6114" y="11617"/>
                    </a:lnTo>
                    <a:lnTo>
                      <a:pt x="6122" y="11637"/>
                    </a:lnTo>
                    <a:lnTo>
                      <a:pt x="6130" y="11652"/>
                    </a:lnTo>
                    <a:lnTo>
                      <a:pt x="6139" y="11665"/>
                    </a:lnTo>
                    <a:lnTo>
                      <a:pt x="6148" y="11675"/>
                    </a:lnTo>
                    <a:lnTo>
                      <a:pt x="6158" y="11684"/>
                    </a:lnTo>
                    <a:lnTo>
                      <a:pt x="6235" y="11684"/>
                    </a:lnTo>
                    <a:lnTo>
                      <a:pt x="6311" y="11686"/>
                    </a:lnTo>
                    <a:lnTo>
                      <a:pt x="6385" y="11686"/>
                    </a:lnTo>
                    <a:lnTo>
                      <a:pt x="6461" y="11684"/>
                    </a:lnTo>
                    <a:lnTo>
                      <a:pt x="6536" y="11684"/>
                    </a:lnTo>
                    <a:lnTo>
                      <a:pt x="6611" y="11683"/>
                    </a:lnTo>
                    <a:lnTo>
                      <a:pt x="6686" y="11682"/>
                    </a:lnTo>
                    <a:lnTo>
                      <a:pt x="6761" y="11681"/>
                    </a:lnTo>
                    <a:lnTo>
                      <a:pt x="6836" y="11677"/>
                    </a:lnTo>
                    <a:lnTo>
                      <a:pt x="6910" y="11674"/>
                    </a:lnTo>
                    <a:lnTo>
                      <a:pt x="6986" y="11669"/>
                    </a:lnTo>
                    <a:lnTo>
                      <a:pt x="7062" y="11663"/>
                    </a:lnTo>
                    <a:lnTo>
                      <a:pt x="7137" y="11656"/>
                    </a:lnTo>
                    <a:lnTo>
                      <a:pt x="7214" y="11648"/>
                    </a:lnTo>
                    <a:lnTo>
                      <a:pt x="7291" y="11639"/>
                    </a:lnTo>
                    <a:lnTo>
                      <a:pt x="7368" y="11627"/>
                    </a:lnTo>
                    <a:lnTo>
                      <a:pt x="7368" y="11649"/>
                    </a:lnTo>
                    <a:lnTo>
                      <a:pt x="7368" y="11672"/>
                    </a:lnTo>
                    <a:lnTo>
                      <a:pt x="7368" y="11695"/>
                    </a:lnTo>
                    <a:lnTo>
                      <a:pt x="7368" y="11721"/>
                    </a:lnTo>
                    <a:lnTo>
                      <a:pt x="7386" y="11727"/>
                    </a:lnTo>
                    <a:lnTo>
                      <a:pt x="7406" y="11736"/>
                    </a:lnTo>
                    <a:lnTo>
                      <a:pt x="7425" y="11746"/>
                    </a:lnTo>
                    <a:lnTo>
                      <a:pt x="7448" y="11757"/>
                    </a:lnTo>
                    <a:lnTo>
                      <a:pt x="7442" y="11768"/>
                    </a:lnTo>
                    <a:lnTo>
                      <a:pt x="7430" y="11783"/>
                    </a:lnTo>
                    <a:lnTo>
                      <a:pt x="7410" y="11802"/>
                    </a:lnTo>
                    <a:lnTo>
                      <a:pt x="7385" y="11824"/>
                    </a:lnTo>
                    <a:lnTo>
                      <a:pt x="7353" y="11850"/>
                    </a:lnTo>
                    <a:lnTo>
                      <a:pt x="7317" y="11879"/>
                    </a:lnTo>
                    <a:lnTo>
                      <a:pt x="7275" y="11910"/>
                    </a:lnTo>
                    <a:lnTo>
                      <a:pt x="7228" y="11943"/>
                    </a:lnTo>
                    <a:lnTo>
                      <a:pt x="7123" y="12017"/>
                    </a:lnTo>
                    <a:lnTo>
                      <a:pt x="7006" y="12096"/>
                    </a:lnTo>
                    <a:lnTo>
                      <a:pt x="6880" y="12180"/>
                    </a:lnTo>
                    <a:lnTo>
                      <a:pt x="6748" y="12265"/>
                    </a:lnTo>
                    <a:lnTo>
                      <a:pt x="6615" y="12350"/>
                    </a:lnTo>
                    <a:lnTo>
                      <a:pt x="6483" y="12434"/>
                    </a:lnTo>
                    <a:lnTo>
                      <a:pt x="6356" y="12513"/>
                    </a:lnTo>
                    <a:lnTo>
                      <a:pt x="6240" y="12587"/>
                    </a:lnTo>
                    <a:lnTo>
                      <a:pt x="6136" y="12651"/>
                    </a:lnTo>
                    <a:lnTo>
                      <a:pt x="6047" y="12704"/>
                    </a:lnTo>
                    <a:lnTo>
                      <a:pt x="5980" y="12746"/>
                    </a:lnTo>
                    <a:lnTo>
                      <a:pt x="5937" y="12773"/>
                    </a:lnTo>
                    <a:lnTo>
                      <a:pt x="5937" y="12795"/>
                    </a:lnTo>
                    <a:lnTo>
                      <a:pt x="5937" y="12817"/>
                    </a:lnTo>
                    <a:lnTo>
                      <a:pt x="5937" y="12841"/>
                    </a:lnTo>
                    <a:lnTo>
                      <a:pt x="5937" y="12866"/>
                    </a:lnTo>
                    <a:lnTo>
                      <a:pt x="5870" y="12908"/>
                    </a:lnTo>
                    <a:lnTo>
                      <a:pt x="5805" y="12949"/>
                    </a:lnTo>
                    <a:lnTo>
                      <a:pt x="5738" y="12991"/>
                    </a:lnTo>
                    <a:lnTo>
                      <a:pt x="5673" y="13033"/>
                    </a:lnTo>
                    <a:lnTo>
                      <a:pt x="5608" y="13075"/>
                    </a:lnTo>
                    <a:lnTo>
                      <a:pt x="5541" y="13116"/>
                    </a:lnTo>
                    <a:lnTo>
                      <a:pt x="5476" y="13158"/>
                    </a:lnTo>
                    <a:lnTo>
                      <a:pt x="5410" y="13200"/>
                    </a:lnTo>
                    <a:lnTo>
                      <a:pt x="5344" y="13242"/>
                    </a:lnTo>
                    <a:lnTo>
                      <a:pt x="5278" y="13284"/>
                    </a:lnTo>
                    <a:lnTo>
                      <a:pt x="5213" y="13327"/>
                    </a:lnTo>
                    <a:lnTo>
                      <a:pt x="5147" y="13369"/>
                    </a:lnTo>
                    <a:lnTo>
                      <a:pt x="5081" y="13411"/>
                    </a:lnTo>
                    <a:lnTo>
                      <a:pt x="5016" y="13454"/>
                    </a:lnTo>
                    <a:lnTo>
                      <a:pt x="4949" y="13496"/>
                    </a:lnTo>
                    <a:lnTo>
                      <a:pt x="4884" y="13539"/>
                    </a:lnTo>
                    <a:lnTo>
                      <a:pt x="4884" y="13561"/>
                    </a:lnTo>
                    <a:lnTo>
                      <a:pt x="4884" y="13583"/>
                    </a:lnTo>
                    <a:lnTo>
                      <a:pt x="4884" y="13606"/>
                    </a:lnTo>
                    <a:lnTo>
                      <a:pt x="4884" y="13632"/>
                    </a:lnTo>
                    <a:lnTo>
                      <a:pt x="4865" y="13638"/>
                    </a:lnTo>
                    <a:lnTo>
                      <a:pt x="4847" y="13646"/>
                    </a:lnTo>
                    <a:lnTo>
                      <a:pt x="4826" y="13655"/>
                    </a:lnTo>
                    <a:lnTo>
                      <a:pt x="4805" y="13668"/>
                    </a:lnTo>
                    <a:lnTo>
                      <a:pt x="4758" y="13697"/>
                    </a:lnTo>
                    <a:lnTo>
                      <a:pt x="4707" y="13731"/>
                    </a:lnTo>
                    <a:lnTo>
                      <a:pt x="4679" y="13750"/>
                    </a:lnTo>
                    <a:lnTo>
                      <a:pt x="4651" y="13767"/>
                    </a:lnTo>
                    <a:lnTo>
                      <a:pt x="4620" y="13786"/>
                    </a:lnTo>
                    <a:lnTo>
                      <a:pt x="4590" y="13805"/>
                    </a:lnTo>
                    <a:lnTo>
                      <a:pt x="4557" y="13822"/>
                    </a:lnTo>
                    <a:lnTo>
                      <a:pt x="4525" y="13838"/>
                    </a:lnTo>
                    <a:lnTo>
                      <a:pt x="4490" y="13855"/>
                    </a:lnTo>
                    <a:lnTo>
                      <a:pt x="4454" y="13869"/>
                    </a:lnTo>
                    <a:lnTo>
                      <a:pt x="4454" y="13891"/>
                    </a:lnTo>
                    <a:lnTo>
                      <a:pt x="4454" y="13915"/>
                    </a:lnTo>
                    <a:lnTo>
                      <a:pt x="4454" y="13942"/>
                    </a:lnTo>
                    <a:lnTo>
                      <a:pt x="4454" y="13969"/>
                    </a:lnTo>
                    <a:lnTo>
                      <a:pt x="4428" y="13976"/>
                    </a:lnTo>
                    <a:lnTo>
                      <a:pt x="4402" y="13984"/>
                    </a:lnTo>
                    <a:lnTo>
                      <a:pt x="4377" y="13993"/>
                    </a:lnTo>
                    <a:lnTo>
                      <a:pt x="4353" y="14003"/>
                    </a:lnTo>
                    <a:lnTo>
                      <a:pt x="4329" y="14012"/>
                    </a:lnTo>
                    <a:lnTo>
                      <a:pt x="4307" y="14023"/>
                    </a:lnTo>
                    <a:lnTo>
                      <a:pt x="4285" y="14033"/>
                    </a:lnTo>
                    <a:lnTo>
                      <a:pt x="4262" y="14044"/>
                    </a:lnTo>
                    <a:lnTo>
                      <a:pt x="4220" y="14067"/>
                    </a:lnTo>
                    <a:lnTo>
                      <a:pt x="4180" y="14092"/>
                    </a:lnTo>
                    <a:lnTo>
                      <a:pt x="4140" y="14118"/>
                    </a:lnTo>
                    <a:lnTo>
                      <a:pt x="4103" y="14146"/>
                    </a:lnTo>
                    <a:lnTo>
                      <a:pt x="4064" y="14174"/>
                    </a:lnTo>
                    <a:lnTo>
                      <a:pt x="4027" y="14204"/>
                    </a:lnTo>
                    <a:lnTo>
                      <a:pt x="3990" y="14235"/>
                    </a:lnTo>
                    <a:lnTo>
                      <a:pt x="3951" y="14266"/>
                    </a:lnTo>
                    <a:lnTo>
                      <a:pt x="3913" y="14299"/>
                    </a:lnTo>
                    <a:lnTo>
                      <a:pt x="3873" y="14331"/>
                    </a:lnTo>
                    <a:lnTo>
                      <a:pt x="3831" y="14365"/>
                    </a:lnTo>
                    <a:lnTo>
                      <a:pt x="3788" y="14398"/>
                    </a:lnTo>
                    <a:lnTo>
                      <a:pt x="3788" y="14432"/>
                    </a:lnTo>
                    <a:lnTo>
                      <a:pt x="3788" y="14467"/>
                    </a:lnTo>
                    <a:lnTo>
                      <a:pt x="3788" y="14504"/>
                    </a:lnTo>
                    <a:lnTo>
                      <a:pt x="3788" y="14541"/>
                    </a:lnTo>
                    <a:lnTo>
                      <a:pt x="3759" y="14541"/>
                    </a:lnTo>
                    <a:lnTo>
                      <a:pt x="3728" y="14541"/>
                    </a:lnTo>
                    <a:lnTo>
                      <a:pt x="3699" y="14541"/>
                    </a:lnTo>
                    <a:lnTo>
                      <a:pt x="3670" y="14541"/>
                    </a:lnTo>
                    <a:lnTo>
                      <a:pt x="3640" y="14541"/>
                    </a:lnTo>
                    <a:lnTo>
                      <a:pt x="3611" y="14541"/>
                    </a:lnTo>
                    <a:lnTo>
                      <a:pt x="3582" y="14541"/>
                    </a:lnTo>
                    <a:lnTo>
                      <a:pt x="3551" y="14541"/>
                    </a:lnTo>
                    <a:close/>
                  </a:path>
                </a:pathLst>
              </a:custGeom>
              <a:solidFill>
                <a:srgbClr val="24262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44" name="Freeform 23">
                <a:extLst>
                  <a:ext uri="{FF2B5EF4-FFF2-40B4-BE49-F238E27FC236}">
                    <a16:creationId xmlns:a16="http://schemas.microsoft.com/office/drawing/2014/main" id="{00A31050-7847-4C07-816F-D9AAE7646A3C}"/>
                  </a:ext>
                </a:extLst>
              </p:cNvPr>
              <p:cNvSpPr>
                <a:spLocks/>
              </p:cNvSpPr>
              <p:nvPr/>
            </p:nvSpPr>
            <p:spPr bwMode="auto">
              <a:xfrm>
                <a:off x="1358" y="1280"/>
                <a:ext cx="924" cy="1458"/>
              </a:xfrm>
              <a:custGeom>
                <a:avLst/>
                <a:gdLst>
                  <a:gd name="T0" fmla="*/ 0 w 8629"/>
                  <a:gd name="T1" fmla="*/ 0 h 13616"/>
                  <a:gd name="T2" fmla="*/ 0 w 8629"/>
                  <a:gd name="T3" fmla="*/ 0 h 13616"/>
                  <a:gd name="T4" fmla="*/ 0 w 8629"/>
                  <a:gd name="T5" fmla="*/ 0 h 13616"/>
                  <a:gd name="T6" fmla="*/ 0 w 8629"/>
                  <a:gd name="T7" fmla="*/ 0 h 13616"/>
                  <a:gd name="T8" fmla="*/ 0 w 8629"/>
                  <a:gd name="T9" fmla="*/ 0 h 13616"/>
                  <a:gd name="T10" fmla="*/ 0 w 8629"/>
                  <a:gd name="T11" fmla="*/ 0 h 13616"/>
                  <a:gd name="T12" fmla="*/ 0 w 8629"/>
                  <a:gd name="T13" fmla="*/ 0 h 13616"/>
                  <a:gd name="T14" fmla="*/ 0 w 8629"/>
                  <a:gd name="T15" fmla="*/ 0 h 13616"/>
                  <a:gd name="T16" fmla="*/ 0 w 8629"/>
                  <a:gd name="T17" fmla="*/ 0 h 13616"/>
                  <a:gd name="T18" fmla="*/ 0 w 8629"/>
                  <a:gd name="T19" fmla="*/ 0 h 13616"/>
                  <a:gd name="T20" fmla="*/ 0 w 8629"/>
                  <a:gd name="T21" fmla="*/ 0 h 13616"/>
                  <a:gd name="T22" fmla="*/ 0 w 8629"/>
                  <a:gd name="T23" fmla="*/ 0 h 13616"/>
                  <a:gd name="T24" fmla="*/ 0 w 8629"/>
                  <a:gd name="T25" fmla="*/ 0 h 13616"/>
                  <a:gd name="T26" fmla="*/ 0 w 8629"/>
                  <a:gd name="T27" fmla="*/ 0 h 13616"/>
                  <a:gd name="T28" fmla="*/ 0 w 8629"/>
                  <a:gd name="T29" fmla="*/ 0 h 13616"/>
                  <a:gd name="T30" fmla="*/ 0 w 8629"/>
                  <a:gd name="T31" fmla="*/ 0 h 13616"/>
                  <a:gd name="T32" fmla="*/ 0 w 8629"/>
                  <a:gd name="T33" fmla="*/ 0 h 13616"/>
                  <a:gd name="T34" fmla="*/ 0 w 8629"/>
                  <a:gd name="T35" fmla="*/ 0 h 13616"/>
                  <a:gd name="T36" fmla="*/ 0 w 8629"/>
                  <a:gd name="T37" fmla="*/ 0 h 13616"/>
                  <a:gd name="T38" fmla="*/ 0 w 8629"/>
                  <a:gd name="T39" fmla="*/ 0 h 13616"/>
                  <a:gd name="T40" fmla="*/ 0 w 8629"/>
                  <a:gd name="T41" fmla="*/ 0 h 13616"/>
                  <a:gd name="T42" fmla="*/ 0 w 8629"/>
                  <a:gd name="T43" fmla="*/ 0 h 13616"/>
                  <a:gd name="T44" fmla="*/ 0 w 8629"/>
                  <a:gd name="T45" fmla="*/ 0 h 13616"/>
                  <a:gd name="T46" fmla="*/ 0 w 8629"/>
                  <a:gd name="T47" fmla="*/ 0 h 13616"/>
                  <a:gd name="T48" fmla="*/ 0 w 8629"/>
                  <a:gd name="T49" fmla="*/ 0 h 13616"/>
                  <a:gd name="T50" fmla="*/ 0 w 8629"/>
                  <a:gd name="T51" fmla="*/ 0 h 13616"/>
                  <a:gd name="T52" fmla="*/ 0 w 8629"/>
                  <a:gd name="T53" fmla="*/ 0 h 13616"/>
                  <a:gd name="T54" fmla="*/ 0 w 8629"/>
                  <a:gd name="T55" fmla="*/ 0 h 13616"/>
                  <a:gd name="T56" fmla="*/ 0 w 8629"/>
                  <a:gd name="T57" fmla="*/ 0 h 13616"/>
                  <a:gd name="T58" fmla="*/ 0 w 8629"/>
                  <a:gd name="T59" fmla="*/ 0 h 13616"/>
                  <a:gd name="T60" fmla="*/ 0 w 8629"/>
                  <a:gd name="T61" fmla="*/ 0 h 13616"/>
                  <a:gd name="T62" fmla="*/ 0 w 8629"/>
                  <a:gd name="T63" fmla="*/ 0 h 13616"/>
                  <a:gd name="T64" fmla="*/ 0 w 8629"/>
                  <a:gd name="T65" fmla="*/ 0 h 13616"/>
                  <a:gd name="T66" fmla="*/ 0 w 8629"/>
                  <a:gd name="T67" fmla="*/ 0 h 13616"/>
                  <a:gd name="T68" fmla="*/ 0 w 8629"/>
                  <a:gd name="T69" fmla="*/ 0 h 13616"/>
                  <a:gd name="T70" fmla="*/ 0 w 8629"/>
                  <a:gd name="T71" fmla="*/ 0 h 13616"/>
                  <a:gd name="T72" fmla="*/ 0 w 8629"/>
                  <a:gd name="T73" fmla="*/ 0 h 13616"/>
                  <a:gd name="T74" fmla="*/ 0 w 8629"/>
                  <a:gd name="T75" fmla="*/ 0 h 13616"/>
                  <a:gd name="T76" fmla="*/ 0 w 8629"/>
                  <a:gd name="T77" fmla="*/ 0 h 13616"/>
                  <a:gd name="T78" fmla="*/ 0 w 8629"/>
                  <a:gd name="T79" fmla="*/ 0 h 13616"/>
                  <a:gd name="T80" fmla="*/ 0 w 8629"/>
                  <a:gd name="T81" fmla="*/ 0 h 13616"/>
                  <a:gd name="T82" fmla="*/ 0 w 8629"/>
                  <a:gd name="T83" fmla="*/ 0 h 13616"/>
                  <a:gd name="T84" fmla="*/ 0 w 8629"/>
                  <a:gd name="T85" fmla="*/ 0 h 13616"/>
                  <a:gd name="T86" fmla="*/ 0 w 8629"/>
                  <a:gd name="T87" fmla="*/ 0 h 13616"/>
                  <a:gd name="T88" fmla="*/ 0 w 8629"/>
                  <a:gd name="T89" fmla="*/ 0 h 13616"/>
                  <a:gd name="T90" fmla="*/ 0 w 8629"/>
                  <a:gd name="T91" fmla="*/ 0 h 13616"/>
                  <a:gd name="T92" fmla="*/ 0 w 8629"/>
                  <a:gd name="T93" fmla="*/ 0 h 13616"/>
                  <a:gd name="T94" fmla="*/ 0 w 8629"/>
                  <a:gd name="T95" fmla="*/ 0 h 13616"/>
                  <a:gd name="T96" fmla="*/ 0 w 8629"/>
                  <a:gd name="T97" fmla="*/ 0 h 13616"/>
                  <a:gd name="T98" fmla="*/ 0 w 8629"/>
                  <a:gd name="T99" fmla="*/ 0 h 13616"/>
                  <a:gd name="T100" fmla="*/ 0 w 8629"/>
                  <a:gd name="T101" fmla="*/ 0 h 13616"/>
                  <a:gd name="T102" fmla="*/ 0 w 8629"/>
                  <a:gd name="T103" fmla="*/ 0 h 13616"/>
                  <a:gd name="T104" fmla="*/ 0 w 8629"/>
                  <a:gd name="T105" fmla="*/ 0 h 13616"/>
                  <a:gd name="T106" fmla="*/ 0 w 8629"/>
                  <a:gd name="T107" fmla="*/ 0 h 13616"/>
                  <a:gd name="T108" fmla="*/ 0 w 8629"/>
                  <a:gd name="T109" fmla="*/ 0 h 13616"/>
                  <a:gd name="T110" fmla="*/ 0 w 8629"/>
                  <a:gd name="T111" fmla="*/ 0 h 136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29"/>
                  <a:gd name="T169" fmla="*/ 0 h 13616"/>
                  <a:gd name="T170" fmla="*/ 8629 w 8629"/>
                  <a:gd name="T171" fmla="*/ 13616 h 136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29" h="13616">
                    <a:moveTo>
                      <a:pt x="3243" y="13616"/>
                    </a:moveTo>
                    <a:lnTo>
                      <a:pt x="3041" y="13487"/>
                    </a:lnTo>
                    <a:lnTo>
                      <a:pt x="2838" y="13356"/>
                    </a:lnTo>
                    <a:lnTo>
                      <a:pt x="2636" y="13226"/>
                    </a:lnTo>
                    <a:lnTo>
                      <a:pt x="2433" y="13096"/>
                    </a:lnTo>
                    <a:lnTo>
                      <a:pt x="2230" y="12966"/>
                    </a:lnTo>
                    <a:lnTo>
                      <a:pt x="2027" y="12836"/>
                    </a:lnTo>
                    <a:lnTo>
                      <a:pt x="1825" y="12706"/>
                    </a:lnTo>
                    <a:lnTo>
                      <a:pt x="1622" y="12577"/>
                    </a:lnTo>
                    <a:lnTo>
                      <a:pt x="1419" y="12446"/>
                    </a:lnTo>
                    <a:lnTo>
                      <a:pt x="1216" y="12317"/>
                    </a:lnTo>
                    <a:lnTo>
                      <a:pt x="1013" y="12187"/>
                    </a:lnTo>
                    <a:lnTo>
                      <a:pt x="811" y="12057"/>
                    </a:lnTo>
                    <a:lnTo>
                      <a:pt x="609" y="11927"/>
                    </a:lnTo>
                    <a:lnTo>
                      <a:pt x="406" y="11799"/>
                    </a:lnTo>
                    <a:lnTo>
                      <a:pt x="203" y="11670"/>
                    </a:lnTo>
                    <a:lnTo>
                      <a:pt x="0" y="11540"/>
                    </a:lnTo>
                    <a:lnTo>
                      <a:pt x="142" y="11535"/>
                    </a:lnTo>
                    <a:lnTo>
                      <a:pt x="274" y="11530"/>
                    </a:lnTo>
                    <a:lnTo>
                      <a:pt x="396" y="11526"/>
                    </a:lnTo>
                    <a:lnTo>
                      <a:pt x="507" y="11524"/>
                    </a:lnTo>
                    <a:lnTo>
                      <a:pt x="701" y="11521"/>
                    </a:lnTo>
                    <a:lnTo>
                      <a:pt x="860" y="11517"/>
                    </a:lnTo>
                    <a:lnTo>
                      <a:pt x="928" y="11515"/>
                    </a:lnTo>
                    <a:lnTo>
                      <a:pt x="987" y="11510"/>
                    </a:lnTo>
                    <a:lnTo>
                      <a:pt x="1041" y="11503"/>
                    </a:lnTo>
                    <a:lnTo>
                      <a:pt x="1088" y="11495"/>
                    </a:lnTo>
                    <a:lnTo>
                      <a:pt x="1127" y="11484"/>
                    </a:lnTo>
                    <a:lnTo>
                      <a:pt x="1162" y="11472"/>
                    </a:lnTo>
                    <a:lnTo>
                      <a:pt x="1191" y="11454"/>
                    </a:lnTo>
                    <a:lnTo>
                      <a:pt x="1216" y="11434"/>
                    </a:lnTo>
                    <a:lnTo>
                      <a:pt x="1237" y="11410"/>
                    </a:lnTo>
                    <a:lnTo>
                      <a:pt x="1253" y="11381"/>
                    </a:lnTo>
                    <a:lnTo>
                      <a:pt x="1266" y="11347"/>
                    </a:lnTo>
                    <a:lnTo>
                      <a:pt x="1275" y="11308"/>
                    </a:lnTo>
                    <a:lnTo>
                      <a:pt x="1282" y="11264"/>
                    </a:lnTo>
                    <a:lnTo>
                      <a:pt x="1287" y="11214"/>
                    </a:lnTo>
                    <a:lnTo>
                      <a:pt x="1291" y="11158"/>
                    </a:lnTo>
                    <a:lnTo>
                      <a:pt x="1292" y="11095"/>
                    </a:lnTo>
                    <a:lnTo>
                      <a:pt x="1293" y="10947"/>
                    </a:lnTo>
                    <a:lnTo>
                      <a:pt x="1294" y="10768"/>
                    </a:lnTo>
                    <a:lnTo>
                      <a:pt x="1296" y="10665"/>
                    </a:lnTo>
                    <a:lnTo>
                      <a:pt x="1299" y="10553"/>
                    </a:lnTo>
                    <a:lnTo>
                      <a:pt x="1303" y="10433"/>
                    </a:lnTo>
                    <a:lnTo>
                      <a:pt x="1310" y="10302"/>
                    </a:lnTo>
                    <a:lnTo>
                      <a:pt x="1333" y="10160"/>
                    </a:lnTo>
                    <a:lnTo>
                      <a:pt x="1356" y="10019"/>
                    </a:lnTo>
                    <a:lnTo>
                      <a:pt x="1379" y="9879"/>
                    </a:lnTo>
                    <a:lnTo>
                      <a:pt x="1404" y="9741"/>
                    </a:lnTo>
                    <a:lnTo>
                      <a:pt x="1428" y="9604"/>
                    </a:lnTo>
                    <a:lnTo>
                      <a:pt x="1454" y="9468"/>
                    </a:lnTo>
                    <a:lnTo>
                      <a:pt x="1479" y="9334"/>
                    </a:lnTo>
                    <a:lnTo>
                      <a:pt x="1506" y="9200"/>
                    </a:lnTo>
                    <a:lnTo>
                      <a:pt x="1534" y="9067"/>
                    </a:lnTo>
                    <a:lnTo>
                      <a:pt x="1562" y="8935"/>
                    </a:lnTo>
                    <a:lnTo>
                      <a:pt x="1591" y="8804"/>
                    </a:lnTo>
                    <a:lnTo>
                      <a:pt x="1622" y="8674"/>
                    </a:lnTo>
                    <a:lnTo>
                      <a:pt x="1653" y="8544"/>
                    </a:lnTo>
                    <a:lnTo>
                      <a:pt x="1685" y="8415"/>
                    </a:lnTo>
                    <a:lnTo>
                      <a:pt x="1717" y="8287"/>
                    </a:lnTo>
                    <a:lnTo>
                      <a:pt x="1751" y="8159"/>
                    </a:lnTo>
                    <a:lnTo>
                      <a:pt x="1786" y="8031"/>
                    </a:lnTo>
                    <a:lnTo>
                      <a:pt x="1822" y="7904"/>
                    </a:lnTo>
                    <a:lnTo>
                      <a:pt x="1859" y="7778"/>
                    </a:lnTo>
                    <a:lnTo>
                      <a:pt x="1898" y="7651"/>
                    </a:lnTo>
                    <a:lnTo>
                      <a:pt x="1938" y="7525"/>
                    </a:lnTo>
                    <a:lnTo>
                      <a:pt x="1977" y="7398"/>
                    </a:lnTo>
                    <a:lnTo>
                      <a:pt x="2019" y="7272"/>
                    </a:lnTo>
                    <a:lnTo>
                      <a:pt x="2062" y="7146"/>
                    </a:lnTo>
                    <a:lnTo>
                      <a:pt x="2107" y="7019"/>
                    </a:lnTo>
                    <a:lnTo>
                      <a:pt x="2152" y="6893"/>
                    </a:lnTo>
                    <a:lnTo>
                      <a:pt x="2200" y="6766"/>
                    </a:lnTo>
                    <a:lnTo>
                      <a:pt x="2248" y="6639"/>
                    </a:lnTo>
                    <a:lnTo>
                      <a:pt x="2298" y="6512"/>
                    </a:lnTo>
                    <a:lnTo>
                      <a:pt x="2349" y="6385"/>
                    </a:lnTo>
                    <a:lnTo>
                      <a:pt x="2402" y="6257"/>
                    </a:lnTo>
                    <a:lnTo>
                      <a:pt x="2456" y="6128"/>
                    </a:lnTo>
                    <a:lnTo>
                      <a:pt x="2500" y="6043"/>
                    </a:lnTo>
                    <a:lnTo>
                      <a:pt x="2542" y="5959"/>
                    </a:lnTo>
                    <a:lnTo>
                      <a:pt x="2585" y="5876"/>
                    </a:lnTo>
                    <a:lnTo>
                      <a:pt x="2628" y="5792"/>
                    </a:lnTo>
                    <a:lnTo>
                      <a:pt x="2671" y="5708"/>
                    </a:lnTo>
                    <a:lnTo>
                      <a:pt x="2714" y="5624"/>
                    </a:lnTo>
                    <a:lnTo>
                      <a:pt x="2757" y="5540"/>
                    </a:lnTo>
                    <a:lnTo>
                      <a:pt x="2800" y="5456"/>
                    </a:lnTo>
                    <a:lnTo>
                      <a:pt x="2843" y="5372"/>
                    </a:lnTo>
                    <a:lnTo>
                      <a:pt x="2888" y="5289"/>
                    </a:lnTo>
                    <a:lnTo>
                      <a:pt x="2931" y="5205"/>
                    </a:lnTo>
                    <a:lnTo>
                      <a:pt x="2974" y="5123"/>
                    </a:lnTo>
                    <a:lnTo>
                      <a:pt x="3018" y="5039"/>
                    </a:lnTo>
                    <a:lnTo>
                      <a:pt x="3063" y="4956"/>
                    </a:lnTo>
                    <a:lnTo>
                      <a:pt x="3107" y="4873"/>
                    </a:lnTo>
                    <a:lnTo>
                      <a:pt x="3150" y="4789"/>
                    </a:lnTo>
                    <a:lnTo>
                      <a:pt x="3172" y="4789"/>
                    </a:lnTo>
                    <a:lnTo>
                      <a:pt x="3194" y="4789"/>
                    </a:lnTo>
                    <a:lnTo>
                      <a:pt x="3218" y="4789"/>
                    </a:lnTo>
                    <a:lnTo>
                      <a:pt x="3243" y="4789"/>
                    </a:lnTo>
                    <a:lnTo>
                      <a:pt x="3252" y="4759"/>
                    </a:lnTo>
                    <a:lnTo>
                      <a:pt x="3268" y="4720"/>
                    </a:lnTo>
                    <a:lnTo>
                      <a:pt x="3290" y="4673"/>
                    </a:lnTo>
                    <a:lnTo>
                      <a:pt x="3319" y="4617"/>
                    </a:lnTo>
                    <a:lnTo>
                      <a:pt x="3355" y="4555"/>
                    </a:lnTo>
                    <a:lnTo>
                      <a:pt x="3397" y="4486"/>
                    </a:lnTo>
                    <a:lnTo>
                      <a:pt x="3444" y="4412"/>
                    </a:lnTo>
                    <a:lnTo>
                      <a:pt x="3496" y="4331"/>
                    </a:lnTo>
                    <a:lnTo>
                      <a:pt x="3554" y="4246"/>
                    </a:lnTo>
                    <a:lnTo>
                      <a:pt x="3614" y="4157"/>
                    </a:lnTo>
                    <a:lnTo>
                      <a:pt x="3678" y="4065"/>
                    </a:lnTo>
                    <a:lnTo>
                      <a:pt x="3746" y="3971"/>
                    </a:lnTo>
                    <a:lnTo>
                      <a:pt x="3817" y="3873"/>
                    </a:lnTo>
                    <a:lnTo>
                      <a:pt x="3889" y="3775"/>
                    </a:lnTo>
                    <a:lnTo>
                      <a:pt x="3964" y="3676"/>
                    </a:lnTo>
                    <a:lnTo>
                      <a:pt x="4041" y="3576"/>
                    </a:lnTo>
                    <a:lnTo>
                      <a:pt x="4118" y="3477"/>
                    </a:lnTo>
                    <a:lnTo>
                      <a:pt x="4196" y="3378"/>
                    </a:lnTo>
                    <a:lnTo>
                      <a:pt x="4274" y="3281"/>
                    </a:lnTo>
                    <a:lnTo>
                      <a:pt x="4351" y="3187"/>
                    </a:lnTo>
                    <a:lnTo>
                      <a:pt x="4429" y="3094"/>
                    </a:lnTo>
                    <a:lnTo>
                      <a:pt x="4505" y="3006"/>
                    </a:lnTo>
                    <a:lnTo>
                      <a:pt x="4579" y="2922"/>
                    </a:lnTo>
                    <a:lnTo>
                      <a:pt x="4652" y="2843"/>
                    </a:lnTo>
                    <a:lnTo>
                      <a:pt x="4722" y="2768"/>
                    </a:lnTo>
                    <a:lnTo>
                      <a:pt x="4788" y="2699"/>
                    </a:lnTo>
                    <a:lnTo>
                      <a:pt x="4852" y="2638"/>
                    </a:lnTo>
                    <a:lnTo>
                      <a:pt x="4912" y="2583"/>
                    </a:lnTo>
                    <a:lnTo>
                      <a:pt x="4968" y="2536"/>
                    </a:lnTo>
                    <a:lnTo>
                      <a:pt x="5019" y="2498"/>
                    </a:lnTo>
                    <a:lnTo>
                      <a:pt x="5064" y="2468"/>
                    </a:lnTo>
                    <a:lnTo>
                      <a:pt x="5105" y="2449"/>
                    </a:lnTo>
                    <a:lnTo>
                      <a:pt x="5111" y="2423"/>
                    </a:lnTo>
                    <a:lnTo>
                      <a:pt x="5116" y="2399"/>
                    </a:lnTo>
                    <a:lnTo>
                      <a:pt x="5122" y="2376"/>
                    </a:lnTo>
                    <a:lnTo>
                      <a:pt x="5127" y="2355"/>
                    </a:lnTo>
                    <a:lnTo>
                      <a:pt x="5326" y="2179"/>
                    </a:lnTo>
                    <a:lnTo>
                      <a:pt x="5525" y="2006"/>
                    </a:lnTo>
                    <a:lnTo>
                      <a:pt x="5625" y="1919"/>
                    </a:lnTo>
                    <a:lnTo>
                      <a:pt x="5727" y="1833"/>
                    </a:lnTo>
                    <a:lnTo>
                      <a:pt x="5828" y="1748"/>
                    </a:lnTo>
                    <a:lnTo>
                      <a:pt x="5931" y="1663"/>
                    </a:lnTo>
                    <a:lnTo>
                      <a:pt x="6033" y="1579"/>
                    </a:lnTo>
                    <a:lnTo>
                      <a:pt x="6137" y="1495"/>
                    </a:lnTo>
                    <a:lnTo>
                      <a:pt x="6242" y="1414"/>
                    </a:lnTo>
                    <a:lnTo>
                      <a:pt x="6347" y="1332"/>
                    </a:lnTo>
                    <a:lnTo>
                      <a:pt x="6452" y="1252"/>
                    </a:lnTo>
                    <a:lnTo>
                      <a:pt x="6558" y="1172"/>
                    </a:lnTo>
                    <a:lnTo>
                      <a:pt x="6665" y="1093"/>
                    </a:lnTo>
                    <a:lnTo>
                      <a:pt x="6774" y="1016"/>
                    </a:lnTo>
                    <a:lnTo>
                      <a:pt x="6882" y="940"/>
                    </a:lnTo>
                    <a:lnTo>
                      <a:pt x="6992" y="866"/>
                    </a:lnTo>
                    <a:lnTo>
                      <a:pt x="7101" y="792"/>
                    </a:lnTo>
                    <a:lnTo>
                      <a:pt x="7213" y="721"/>
                    </a:lnTo>
                    <a:lnTo>
                      <a:pt x="7325" y="651"/>
                    </a:lnTo>
                    <a:lnTo>
                      <a:pt x="7438" y="583"/>
                    </a:lnTo>
                    <a:lnTo>
                      <a:pt x="7552" y="515"/>
                    </a:lnTo>
                    <a:lnTo>
                      <a:pt x="7668" y="451"/>
                    </a:lnTo>
                    <a:lnTo>
                      <a:pt x="7783" y="387"/>
                    </a:lnTo>
                    <a:lnTo>
                      <a:pt x="7901" y="325"/>
                    </a:lnTo>
                    <a:lnTo>
                      <a:pt x="8020" y="266"/>
                    </a:lnTo>
                    <a:lnTo>
                      <a:pt x="8139" y="208"/>
                    </a:lnTo>
                    <a:lnTo>
                      <a:pt x="8260" y="152"/>
                    </a:lnTo>
                    <a:lnTo>
                      <a:pt x="8381" y="100"/>
                    </a:lnTo>
                    <a:lnTo>
                      <a:pt x="8505" y="49"/>
                    </a:lnTo>
                    <a:lnTo>
                      <a:pt x="8629" y="0"/>
                    </a:lnTo>
                    <a:lnTo>
                      <a:pt x="8540" y="110"/>
                    </a:lnTo>
                    <a:lnTo>
                      <a:pt x="8451" y="221"/>
                    </a:lnTo>
                    <a:lnTo>
                      <a:pt x="8364" y="332"/>
                    </a:lnTo>
                    <a:lnTo>
                      <a:pt x="8276" y="444"/>
                    </a:lnTo>
                    <a:lnTo>
                      <a:pt x="8189" y="557"/>
                    </a:lnTo>
                    <a:lnTo>
                      <a:pt x="8102" y="670"/>
                    </a:lnTo>
                    <a:lnTo>
                      <a:pt x="8015" y="784"/>
                    </a:lnTo>
                    <a:lnTo>
                      <a:pt x="7929" y="898"/>
                    </a:lnTo>
                    <a:lnTo>
                      <a:pt x="7843" y="1014"/>
                    </a:lnTo>
                    <a:lnTo>
                      <a:pt x="7758" y="1129"/>
                    </a:lnTo>
                    <a:lnTo>
                      <a:pt x="7674" y="1246"/>
                    </a:lnTo>
                    <a:lnTo>
                      <a:pt x="7590" y="1362"/>
                    </a:lnTo>
                    <a:lnTo>
                      <a:pt x="7506" y="1481"/>
                    </a:lnTo>
                    <a:lnTo>
                      <a:pt x="7424" y="1600"/>
                    </a:lnTo>
                    <a:lnTo>
                      <a:pt x="7341" y="1719"/>
                    </a:lnTo>
                    <a:lnTo>
                      <a:pt x="7261" y="1840"/>
                    </a:lnTo>
                    <a:lnTo>
                      <a:pt x="7232" y="1852"/>
                    </a:lnTo>
                    <a:lnTo>
                      <a:pt x="7199" y="1875"/>
                    </a:lnTo>
                    <a:lnTo>
                      <a:pt x="7164" y="1909"/>
                    </a:lnTo>
                    <a:lnTo>
                      <a:pt x="7128" y="1952"/>
                    </a:lnTo>
                    <a:lnTo>
                      <a:pt x="7088" y="2005"/>
                    </a:lnTo>
                    <a:lnTo>
                      <a:pt x="7048" y="2065"/>
                    </a:lnTo>
                    <a:lnTo>
                      <a:pt x="7006" y="2134"/>
                    </a:lnTo>
                    <a:lnTo>
                      <a:pt x="6963" y="2210"/>
                    </a:lnTo>
                    <a:lnTo>
                      <a:pt x="6917" y="2291"/>
                    </a:lnTo>
                    <a:lnTo>
                      <a:pt x="6870" y="2380"/>
                    </a:lnTo>
                    <a:lnTo>
                      <a:pt x="6824" y="2472"/>
                    </a:lnTo>
                    <a:lnTo>
                      <a:pt x="6776" y="2570"/>
                    </a:lnTo>
                    <a:lnTo>
                      <a:pt x="6728" y="2671"/>
                    </a:lnTo>
                    <a:lnTo>
                      <a:pt x="6680" y="2775"/>
                    </a:lnTo>
                    <a:lnTo>
                      <a:pt x="6631" y="2882"/>
                    </a:lnTo>
                    <a:lnTo>
                      <a:pt x="6584" y="2991"/>
                    </a:lnTo>
                    <a:lnTo>
                      <a:pt x="6536" y="3100"/>
                    </a:lnTo>
                    <a:lnTo>
                      <a:pt x="6488" y="3211"/>
                    </a:lnTo>
                    <a:lnTo>
                      <a:pt x="6441" y="3322"/>
                    </a:lnTo>
                    <a:lnTo>
                      <a:pt x="6395" y="3431"/>
                    </a:lnTo>
                    <a:lnTo>
                      <a:pt x="6307" y="3646"/>
                    </a:lnTo>
                    <a:lnTo>
                      <a:pt x="6225" y="3850"/>
                    </a:lnTo>
                    <a:lnTo>
                      <a:pt x="6150" y="4037"/>
                    </a:lnTo>
                    <a:lnTo>
                      <a:pt x="6085" y="4204"/>
                    </a:lnTo>
                    <a:lnTo>
                      <a:pt x="6029" y="4344"/>
                    </a:lnTo>
                    <a:lnTo>
                      <a:pt x="5987" y="4452"/>
                    </a:lnTo>
                    <a:lnTo>
                      <a:pt x="5918" y="4711"/>
                    </a:lnTo>
                    <a:lnTo>
                      <a:pt x="5857" y="4949"/>
                    </a:lnTo>
                    <a:lnTo>
                      <a:pt x="5801" y="5168"/>
                    </a:lnTo>
                    <a:lnTo>
                      <a:pt x="5751" y="5367"/>
                    </a:lnTo>
                    <a:lnTo>
                      <a:pt x="5706" y="5551"/>
                    </a:lnTo>
                    <a:lnTo>
                      <a:pt x="5665" y="5718"/>
                    </a:lnTo>
                    <a:lnTo>
                      <a:pt x="5628" y="5870"/>
                    </a:lnTo>
                    <a:lnTo>
                      <a:pt x="5595" y="6006"/>
                    </a:lnTo>
                    <a:lnTo>
                      <a:pt x="5566" y="6130"/>
                    </a:lnTo>
                    <a:lnTo>
                      <a:pt x="5539" y="6242"/>
                    </a:lnTo>
                    <a:lnTo>
                      <a:pt x="5515" y="6341"/>
                    </a:lnTo>
                    <a:lnTo>
                      <a:pt x="5492" y="6430"/>
                    </a:lnTo>
                    <a:lnTo>
                      <a:pt x="5471" y="6510"/>
                    </a:lnTo>
                    <a:lnTo>
                      <a:pt x="5452" y="6581"/>
                    </a:lnTo>
                    <a:lnTo>
                      <a:pt x="5432" y="6644"/>
                    </a:lnTo>
                    <a:lnTo>
                      <a:pt x="5413" y="6701"/>
                    </a:lnTo>
                    <a:lnTo>
                      <a:pt x="5397" y="6986"/>
                    </a:lnTo>
                    <a:lnTo>
                      <a:pt x="5383" y="7238"/>
                    </a:lnTo>
                    <a:lnTo>
                      <a:pt x="5370" y="7460"/>
                    </a:lnTo>
                    <a:lnTo>
                      <a:pt x="5359" y="7658"/>
                    </a:lnTo>
                    <a:lnTo>
                      <a:pt x="5350" y="7835"/>
                    </a:lnTo>
                    <a:lnTo>
                      <a:pt x="5343" y="7996"/>
                    </a:lnTo>
                    <a:lnTo>
                      <a:pt x="5337" y="8145"/>
                    </a:lnTo>
                    <a:lnTo>
                      <a:pt x="5331" y="8287"/>
                    </a:lnTo>
                    <a:lnTo>
                      <a:pt x="5328" y="8426"/>
                    </a:lnTo>
                    <a:lnTo>
                      <a:pt x="5326" y="8566"/>
                    </a:lnTo>
                    <a:lnTo>
                      <a:pt x="5323" y="8711"/>
                    </a:lnTo>
                    <a:lnTo>
                      <a:pt x="5322" y="8868"/>
                    </a:lnTo>
                    <a:lnTo>
                      <a:pt x="5321" y="9038"/>
                    </a:lnTo>
                    <a:lnTo>
                      <a:pt x="5321" y="9227"/>
                    </a:lnTo>
                    <a:lnTo>
                      <a:pt x="5321" y="9439"/>
                    </a:lnTo>
                    <a:lnTo>
                      <a:pt x="5320" y="9679"/>
                    </a:lnTo>
                    <a:lnTo>
                      <a:pt x="5355" y="9906"/>
                    </a:lnTo>
                    <a:lnTo>
                      <a:pt x="5385" y="10115"/>
                    </a:lnTo>
                    <a:lnTo>
                      <a:pt x="5412" y="10304"/>
                    </a:lnTo>
                    <a:lnTo>
                      <a:pt x="5436" y="10475"/>
                    </a:lnTo>
                    <a:lnTo>
                      <a:pt x="5457" y="10629"/>
                    </a:lnTo>
                    <a:lnTo>
                      <a:pt x="5475" y="10765"/>
                    </a:lnTo>
                    <a:lnTo>
                      <a:pt x="5491" y="10886"/>
                    </a:lnTo>
                    <a:lnTo>
                      <a:pt x="5505" y="10993"/>
                    </a:lnTo>
                    <a:lnTo>
                      <a:pt x="5517" y="11085"/>
                    </a:lnTo>
                    <a:lnTo>
                      <a:pt x="5527" y="11163"/>
                    </a:lnTo>
                    <a:lnTo>
                      <a:pt x="5536" y="11227"/>
                    </a:lnTo>
                    <a:lnTo>
                      <a:pt x="5544" y="11280"/>
                    </a:lnTo>
                    <a:lnTo>
                      <a:pt x="5551" y="11321"/>
                    </a:lnTo>
                    <a:lnTo>
                      <a:pt x="5558" y="11352"/>
                    </a:lnTo>
                    <a:lnTo>
                      <a:pt x="5561" y="11363"/>
                    </a:lnTo>
                    <a:lnTo>
                      <a:pt x="5565" y="11372"/>
                    </a:lnTo>
                    <a:lnTo>
                      <a:pt x="5568" y="11378"/>
                    </a:lnTo>
                    <a:lnTo>
                      <a:pt x="5570" y="11383"/>
                    </a:lnTo>
                    <a:lnTo>
                      <a:pt x="5629" y="11381"/>
                    </a:lnTo>
                    <a:lnTo>
                      <a:pt x="5686" y="11377"/>
                    </a:lnTo>
                    <a:lnTo>
                      <a:pt x="5744" y="11375"/>
                    </a:lnTo>
                    <a:lnTo>
                      <a:pt x="5802" y="11372"/>
                    </a:lnTo>
                    <a:lnTo>
                      <a:pt x="5860" y="11370"/>
                    </a:lnTo>
                    <a:lnTo>
                      <a:pt x="5918" y="11368"/>
                    </a:lnTo>
                    <a:lnTo>
                      <a:pt x="5975" y="11364"/>
                    </a:lnTo>
                    <a:lnTo>
                      <a:pt x="6033" y="11362"/>
                    </a:lnTo>
                    <a:lnTo>
                      <a:pt x="6090" y="11360"/>
                    </a:lnTo>
                    <a:lnTo>
                      <a:pt x="6149" y="11359"/>
                    </a:lnTo>
                    <a:lnTo>
                      <a:pt x="6206" y="11356"/>
                    </a:lnTo>
                    <a:lnTo>
                      <a:pt x="6264" y="11354"/>
                    </a:lnTo>
                    <a:lnTo>
                      <a:pt x="6321" y="11352"/>
                    </a:lnTo>
                    <a:lnTo>
                      <a:pt x="6380" y="11350"/>
                    </a:lnTo>
                    <a:lnTo>
                      <a:pt x="6437" y="11349"/>
                    </a:lnTo>
                    <a:lnTo>
                      <a:pt x="6495" y="11347"/>
                    </a:lnTo>
                    <a:lnTo>
                      <a:pt x="6158" y="11600"/>
                    </a:lnTo>
                    <a:lnTo>
                      <a:pt x="5863" y="11820"/>
                    </a:lnTo>
                    <a:lnTo>
                      <a:pt x="5608" y="12011"/>
                    </a:lnTo>
                    <a:lnTo>
                      <a:pt x="5387" y="12176"/>
                    </a:lnTo>
                    <a:lnTo>
                      <a:pt x="5201" y="12314"/>
                    </a:lnTo>
                    <a:lnTo>
                      <a:pt x="5045" y="12431"/>
                    </a:lnTo>
                    <a:lnTo>
                      <a:pt x="4915" y="12526"/>
                    </a:lnTo>
                    <a:lnTo>
                      <a:pt x="4810" y="12603"/>
                    </a:lnTo>
                    <a:lnTo>
                      <a:pt x="4726" y="12664"/>
                    </a:lnTo>
                    <a:lnTo>
                      <a:pt x="4661" y="12711"/>
                    </a:lnTo>
                    <a:lnTo>
                      <a:pt x="4611" y="12744"/>
                    </a:lnTo>
                    <a:lnTo>
                      <a:pt x="4574" y="12769"/>
                    </a:lnTo>
                    <a:lnTo>
                      <a:pt x="4546" y="12785"/>
                    </a:lnTo>
                    <a:lnTo>
                      <a:pt x="4525" y="12796"/>
                    </a:lnTo>
                    <a:lnTo>
                      <a:pt x="4506" y="12803"/>
                    </a:lnTo>
                    <a:lnTo>
                      <a:pt x="4490" y="12807"/>
                    </a:lnTo>
                    <a:lnTo>
                      <a:pt x="4490" y="12829"/>
                    </a:lnTo>
                    <a:lnTo>
                      <a:pt x="4490" y="12852"/>
                    </a:lnTo>
                    <a:lnTo>
                      <a:pt x="4490" y="12875"/>
                    </a:lnTo>
                    <a:lnTo>
                      <a:pt x="4490" y="12901"/>
                    </a:lnTo>
                    <a:lnTo>
                      <a:pt x="4461" y="12911"/>
                    </a:lnTo>
                    <a:lnTo>
                      <a:pt x="4431" y="12922"/>
                    </a:lnTo>
                    <a:lnTo>
                      <a:pt x="4403" y="12933"/>
                    </a:lnTo>
                    <a:lnTo>
                      <a:pt x="4377" y="12946"/>
                    </a:lnTo>
                    <a:lnTo>
                      <a:pt x="4350" y="12959"/>
                    </a:lnTo>
                    <a:lnTo>
                      <a:pt x="4323" y="12973"/>
                    </a:lnTo>
                    <a:lnTo>
                      <a:pt x="4297" y="12988"/>
                    </a:lnTo>
                    <a:lnTo>
                      <a:pt x="4272" y="13003"/>
                    </a:lnTo>
                    <a:lnTo>
                      <a:pt x="4220" y="13035"/>
                    </a:lnTo>
                    <a:lnTo>
                      <a:pt x="4171" y="13067"/>
                    </a:lnTo>
                    <a:lnTo>
                      <a:pt x="4122" y="13102"/>
                    </a:lnTo>
                    <a:lnTo>
                      <a:pt x="4075" y="13136"/>
                    </a:lnTo>
                    <a:lnTo>
                      <a:pt x="4026" y="13171"/>
                    </a:lnTo>
                    <a:lnTo>
                      <a:pt x="3977" y="13205"/>
                    </a:lnTo>
                    <a:lnTo>
                      <a:pt x="3928" y="13237"/>
                    </a:lnTo>
                    <a:lnTo>
                      <a:pt x="3878" y="13268"/>
                    </a:lnTo>
                    <a:lnTo>
                      <a:pt x="3852" y="13283"/>
                    </a:lnTo>
                    <a:lnTo>
                      <a:pt x="3825" y="13297"/>
                    </a:lnTo>
                    <a:lnTo>
                      <a:pt x="3800" y="13311"/>
                    </a:lnTo>
                    <a:lnTo>
                      <a:pt x="3773" y="13324"/>
                    </a:lnTo>
                    <a:lnTo>
                      <a:pt x="3745" y="13335"/>
                    </a:lnTo>
                    <a:lnTo>
                      <a:pt x="3717" y="13347"/>
                    </a:lnTo>
                    <a:lnTo>
                      <a:pt x="3689" y="13358"/>
                    </a:lnTo>
                    <a:lnTo>
                      <a:pt x="3660" y="13366"/>
                    </a:lnTo>
                    <a:lnTo>
                      <a:pt x="3656" y="13381"/>
                    </a:lnTo>
                    <a:lnTo>
                      <a:pt x="3651" y="13395"/>
                    </a:lnTo>
                    <a:lnTo>
                      <a:pt x="3646" y="13409"/>
                    </a:lnTo>
                    <a:lnTo>
                      <a:pt x="3639" y="13422"/>
                    </a:lnTo>
                    <a:lnTo>
                      <a:pt x="3630" y="13434"/>
                    </a:lnTo>
                    <a:lnTo>
                      <a:pt x="3622" y="13446"/>
                    </a:lnTo>
                    <a:lnTo>
                      <a:pt x="3612" y="13459"/>
                    </a:lnTo>
                    <a:lnTo>
                      <a:pt x="3601" y="13469"/>
                    </a:lnTo>
                    <a:lnTo>
                      <a:pt x="3590" y="13481"/>
                    </a:lnTo>
                    <a:lnTo>
                      <a:pt x="3578" y="13492"/>
                    </a:lnTo>
                    <a:lnTo>
                      <a:pt x="3564" y="13501"/>
                    </a:lnTo>
                    <a:lnTo>
                      <a:pt x="3551" y="13511"/>
                    </a:lnTo>
                    <a:lnTo>
                      <a:pt x="3537" y="13521"/>
                    </a:lnTo>
                    <a:lnTo>
                      <a:pt x="3522" y="13529"/>
                    </a:lnTo>
                    <a:lnTo>
                      <a:pt x="3507" y="13537"/>
                    </a:lnTo>
                    <a:lnTo>
                      <a:pt x="3492" y="13545"/>
                    </a:lnTo>
                    <a:lnTo>
                      <a:pt x="3460" y="13560"/>
                    </a:lnTo>
                    <a:lnTo>
                      <a:pt x="3428" y="13573"/>
                    </a:lnTo>
                    <a:lnTo>
                      <a:pt x="3395" y="13584"/>
                    </a:lnTo>
                    <a:lnTo>
                      <a:pt x="3362" y="13594"/>
                    </a:lnTo>
                    <a:lnTo>
                      <a:pt x="3330" y="13602"/>
                    </a:lnTo>
                    <a:lnTo>
                      <a:pt x="3299" y="13608"/>
                    </a:lnTo>
                    <a:lnTo>
                      <a:pt x="3270" y="13614"/>
                    </a:lnTo>
                    <a:lnTo>
                      <a:pt x="3243" y="13616"/>
                    </a:ln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0733" name="Group 24">
              <a:extLst>
                <a:ext uri="{FF2B5EF4-FFF2-40B4-BE49-F238E27FC236}">
                  <a16:creationId xmlns:a16="http://schemas.microsoft.com/office/drawing/2014/main" id="{E2037FF2-5A84-48D7-BA2A-0A2AACFE48E2}"/>
                </a:ext>
              </a:extLst>
            </p:cNvPr>
            <p:cNvGrpSpPr>
              <a:grpSpLocks/>
            </p:cNvGrpSpPr>
            <p:nvPr/>
          </p:nvGrpSpPr>
          <p:grpSpPr bwMode="auto">
            <a:xfrm flipH="1" flipV="1">
              <a:off x="2880" y="576"/>
              <a:ext cx="1029" cy="1556"/>
              <a:chOff x="1321" y="1223"/>
              <a:chExt cx="1029" cy="1556"/>
            </a:xfrm>
          </p:grpSpPr>
          <p:sp>
            <p:nvSpPr>
              <p:cNvPr id="30741" name="Freeform 25">
                <a:extLst>
                  <a:ext uri="{FF2B5EF4-FFF2-40B4-BE49-F238E27FC236}">
                    <a16:creationId xmlns:a16="http://schemas.microsoft.com/office/drawing/2014/main" id="{82865766-1FBB-427A-BD07-D06F72D87997}"/>
                  </a:ext>
                </a:extLst>
              </p:cNvPr>
              <p:cNvSpPr>
                <a:spLocks/>
              </p:cNvSpPr>
              <p:nvPr/>
            </p:nvSpPr>
            <p:spPr bwMode="auto">
              <a:xfrm>
                <a:off x="1321" y="1223"/>
                <a:ext cx="1029" cy="1556"/>
              </a:xfrm>
              <a:custGeom>
                <a:avLst/>
                <a:gdLst>
                  <a:gd name="T0" fmla="*/ 0 w 9617"/>
                  <a:gd name="T1" fmla="*/ 0 h 14541"/>
                  <a:gd name="T2" fmla="*/ 0 w 9617"/>
                  <a:gd name="T3" fmla="*/ 0 h 14541"/>
                  <a:gd name="T4" fmla="*/ 0 w 9617"/>
                  <a:gd name="T5" fmla="*/ 0 h 14541"/>
                  <a:gd name="T6" fmla="*/ 0 w 9617"/>
                  <a:gd name="T7" fmla="*/ 0 h 14541"/>
                  <a:gd name="T8" fmla="*/ 0 w 9617"/>
                  <a:gd name="T9" fmla="*/ 0 h 14541"/>
                  <a:gd name="T10" fmla="*/ 0 w 9617"/>
                  <a:gd name="T11" fmla="*/ 0 h 14541"/>
                  <a:gd name="T12" fmla="*/ 0 w 9617"/>
                  <a:gd name="T13" fmla="*/ 0 h 14541"/>
                  <a:gd name="T14" fmla="*/ 0 w 9617"/>
                  <a:gd name="T15" fmla="*/ 0 h 14541"/>
                  <a:gd name="T16" fmla="*/ 0 w 9617"/>
                  <a:gd name="T17" fmla="*/ 0 h 14541"/>
                  <a:gd name="T18" fmla="*/ 0 w 9617"/>
                  <a:gd name="T19" fmla="*/ 0 h 14541"/>
                  <a:gd name="T20" fmla="*/ 0 w 9617"/>
                  <a:gd name="T21" fmla="*/ 0 h 14541"/>
                  <a:gd name="T22" fmla="*/ 0 w 9617"/>
                  <a:gd name="T23" fmla="*/ 0 h 14541"/>
                  <a:gd name="T24" fmla="*/ 0 w 9617"/>
                  <a:gd name="T25" fmla="*/ 0 h 14541"/>
                  <a:gd name="T26" fmla="*/ 0 w 9617"/>
                  <a:gd name="T27" fmla="*/ 0 h 14541"/>
                  <a:gd name="T28" fmla="*/ 0 w 9617"/>
                  <a:gd name="T29" fmla="*/ 0 h 14541"/>
                  <a:gd name="T30" fmla="*/ 0 w 9617"/>
                  <a:gd name="T31" fmla="*/ 0 h 14541"/>
                  <a:gd name="T32" fmla="*/ 0 w 9617"/>
                  <a:gd name="T33" fmla="*/ 0 h 14541"/>
                  <a:gd name="T34" fmla="*/ 0 w 9617"/>
                  <a:gd name="T35" fmla="*/ 0 h 14541"/>
                  <a:gd name="T36" fmla="*/ 0 w 9617"/>
                  <a:gd name="T37" fmla="*/ 0 h 14541"/>
                  <a:gd name="T38" fmla="*/ 0 w 9617"/>
                  <a:gd name="T39" fmla="*/ 0 h 14541"/>
                  <a:gd name="T40" fmla="*/ 0 w 9617"/>
                  <a:gd name="T41" fmla="*/ 0 h 14541"/>
                  <a:gd name="T42" fmla="*/ 0 w 9617"/>
                  <a:gd name="T43" fmla="*/ 0 h 14541"/>
                  <a:gd name="T44" fmla="*/ 0 w 9617"/>
                  <a:gd name="T45" fmla="*/ 0 h 14541"/>
                  <a:gd name="T46" fmla="*/ 0 w 9617"/>
                  <a:gd name="T47" fmla="*/ 0 h 14541"/>
                  <a:gd name="T48" fmla="*/ 0 w 9617"/>
                  <a:gd name="T49" fmla="*/ 0 h 14541"/>
                  <a:gd name="T50" fmla="*/ 0 w 9617"/>
                  <a:gd name="T51" fmla="*/ 0 h 14541"/>
                  <a:gd name="T52" fmla="*/ 0 w 9617"/>
                  <a:gd name="T53" fmla="*/ 0 h 14541"/>
                  <a:gd name="T54" fmla="*/ 0 w 9617"/>
                  <a:gd name="T55" fmla="*/ 0 h 14541"/>
                  <a:gd name="T56" fmla="*/ 0 w 9617"/>
                  <a:gd name="T57" fmla="*/ 0 h 14541"/>
                  <a:gd name="T58" fmla="*/ 0 w 9617"/>
                  <a:gd name="T59" fmla="*/ 0 h 14541"/>
                  <a:gd name="T60" fmla="*/ 0 w 9617"/>
                  <a:gd name="T61" fmla="*/ 0 h 14541"/>
                  <a:gd name="T62" fmla="*/ 0 w 9617"/>
                  <a:gd name="T63" fmla="*/ 0 h 14541"/>
                  <a:gd name="T64" fmla="*/ 0 w 9617"/>
                  <a:gd name="T65" fmla="*/ 0 h 14541"/>
                  <a:gd name="T66" fmla="*/ 0 w 9617"/>
                  <a:gd name="T67" fmla="*/ 0 h 14541"/>
                  <a:gd name="T68" fmla="*/ 0 w 9617"/>
                  <a:gd name="T69" fmla="*/ 0 h 14541"/>
                  <a:gd name="T70" fmla="*/ 0 w 9617"/>
                  <a:gd name="T71" fmla="*/ 0 h 14541"/>
                  <a:gd name="T72" fmla="*/ 0 w 9617"/>
                  <a:gd name="T73" fmla="*/ 0 h 14541"/>
                  <a:gd name="T74" fmla="*/ 0 w 9617"/>
                  <a:gd name="T75" fmla="*/ 0 h 14541"/>
                  <a:gd name="T76" fmla="*/ 0 w 9617"/>
                  <a:gd name="T77" fmla="*/ 0 h 14541"/>
                  <a:gd name="T78" fmla="*/ 0 w 9617"/>
                  <a:gd name="T79" fmla="*/ 0 h 14541"/>
                  <a:gd name="T80" fmla="*/ 0 w 9617"/>
                  <a:gd name="T81" fmla="*/ 0 h 14541"/>
                  <a:gd name="T82" fmla="*/ 0 w 9617"/>
                  <a:gd name="T83" fmla="*/ 0 h 14541"/>
                  <a:gd name="T84" fmla="*/ 0 w 9617"/>
                  <a:gd name="T85" fmla="*/ 0 h 14541"/>
                  <a:gd name="T86" fmla="*/ 0 w 9617"/>
                  <a:gd name="T87" fmla="*/ 0 h 14541"/>
                  <a:gd name="T88" fmla="*/ 0 w 9617"/>
                  <a:gd name="T89" fmla="*/ 0 h 14541"/>
                  <a:gd name="T90" fmla="*/ 0 w 9617"/>
                  <a:gd name="T91" fmla="*/ 0 h 14541"/>
                  <a:gd name="T92" fmla="*/ 0 w 9617"/>
                  <a:gd name="T93" fmla="*/ 0 h 14541"/>
                  <a:gd name="T94" fmla="*/ 0 w 9617"/>
                  <a:gd name="T95" fmla="*/ 0 h 14541"/>
                  <a:gd name="T96" fmla="*/ 0 w 9617"/>
                  <a:gd name="T97" fmla="*/ 0 h 14541"/>
                  <a:gd name="T98" fmla="*/ 0 w 9617"/>
                  <a:gd name="T99" fmla="*/ 0 h 14541"/>
                  <a:gd name="T100" fmla="*/ 0 w 9617"/>
                  <a:gd name="T101" fmla="*/ 0 h 14541"/>
                  <a:gd name="T102" fmla="*/ 0 w 9617"/>
                  <a:gd name="T103" fmla="*/ 0 h 14541"/>
                  <a:gd name="T104" fmla="*/ 0 w 9617"/>
                  <a:gd name="T105" fmla="*/ 0 h 14541"/>
                  <a:gd name="T106" fmla="*/ 0 w 9617"/>
                  <a:gd name="T107" fmla="*/ 0 h 14541"/>
                  <a:gd name="T108" fmla="*/ 0 w 9617"/>
                  <a:gd name="T109" fmla="*/ 0 h 14541"/>
                  <a:gd name="T110" fmla="*/ 0 w 9617"/>
                  <a:gd name="T111" fmla="*/ 0 h 14541"/>
                  <a:gd name="T112" fmla="*/ 0 w 9617"/>
                  <a:gd name="T113" fmla="*/ 0 h 14541"/>
                  <a:gd name="T114" fmla="*/ 0 w 9617"/>
                  <a:gd name="T115" fmla="*/ 0 h 14541"/>
                  <a:gd name="T116" fmla="*/ 0 w 9617"/>
                  <a:gd name="T117" fmla="*/ 0 h 14541"/>
                  <a:gd name="T118" fmla="*/ 0 w 9617"/>
                  <a:gd name="T119" fmla="*/ 0 h 14541"/>
                  <a:gd name="T120" fmla="*/ 0 w 9617"/>
                  <a:gd name="T121" fmla="*/ 0 h 145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617"/>
                  <a:gd name="T184" fmla="*/ 0 h 14541"/>
                  <a:gd name="T185" fmla="*/ 9617 w 9617"/>
                  <a:gd name="T186" fmla="*/ 14541 h 145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617" h="14541">
                    <a:moveTo>
                      <a:pt x="3551" y="14541"/>
                    </a:moveTo>
                    <a:lnTo>
                      <a:pt x="3538" y="14506"/>
                    </a:lnTo>
                    <a:lnTo>
                      <a:pt x="3526" y="14472"/>
                    </a:lnTo>
                    <a:lnTo>
                      <a:pt x="3512" y="14440"/>
                    </a:lnTo>
                    <a:lnTo>
                      <a:pt x="3499" y="14406"/>
                    </a:lnTo>
                    <a:lnTo>
                      <a:pt x="3486" y="14373"/>
                    </a:lnTo>
                    <a:lnTo>
                      <a:pt x="3474" y="14341"/>
                    </a:lnTo>
                    <a:lnTo>
                      <a:pt x="3463" y="14309"/>
                    </a:lnTo>
                    <a:lnTo>
                      <a:pt x="3451" y="14277"/>
                    </a:lnTo>
                    <a:lnTo>
                      <a:pt x="3297" y="14175"/>
                    </a:lnTo>
                    <a:lnTo>
                      <a:pt x="3143" y="14075"/>
                    </a:lnTo>
                    <a:lnTo>
                      <a:pt x="2989" y="13974"/>
                    </a:lnTo>
                    <a:lnTo>
                      <a:pt x="2837" y="13873"/>
                    </a:lnTo>
                    <a:lnTo>
                      <a:pt x="2684" y="13773"/>
                    </a:lnTo>
                    <a:lnTo>
                      <a:pt x="2531" y="13674"/>
                    </a:lnTo>
                    <a:lnTo>
                      <a:pt x="2378" y="13576"/>
                    </a:lnTo>
                    <a:lnTo>
                      <a:pt x="2226" y="13479"/>
                    </a:lnTo>
                    <a:lnTo>
                      <a:pt x="2074" y="13384"/>
                    </a:lnTo>
                    <a:lnTo>
                      <a:pt x="1923" y="13289"/>
                    </a:lnTo>
                    <a:lnTo>
                      <a:pt x="1771" y="13197"/>
                    </a:lnTo>
                    <a:lnTo>
                      <a:pt x="1619" y="13108"/>
                    </a:lnTo>
                    <a:lnTo>
                      <a:pt x="1469" y="13020"/>
                    </a:lnTo>
                    <a:lnTo>
                      <a:pt x="1317" y="12935"/>
                    </a:lnTo>
                    <a:lnTo>
                      <a:pt x="1243" y="12893"/>
                    </a:lnTo>
                    <a:lnTo>
                      <a:pt x="1167" y="12852"/>
                    </a:lnTo>
                    <a:lnTo>
                      <a:pt x="1092" y="12813"/>
                    </a:lnTo>
                    <a:lnTo>
                      <a:pt x="1017" y="12773"/>
                    </a:lnTo>
                    <a:lnTo>
                      <a:pt x="1017" y="12747"/>
                    </a:lnTo>
                    <a:lnTo>
                      <a:pt x="1017" y="12724"/>
                    </a:lnTo>
                    <a:lnTo>
                      <a:pt x="1017" y="12702"/>
                    </a:lnTo>
                    <a:lnTo>
                      <a:pt x="1017" y="12680"/>
                    </a:lnTo>
                    <a:lnTo>
                      <a:pt x="953" y="12644"/>
                    </a:lnTo>
                    <a:lnTo>
                      <a:pt x="888" y="12608"/>
                    </a:lnTo>
                    <a:lnTo>
                      <a:pt x="824" y="12571"/>
                    </a:lnTo>
                    <a:lnTo>
                      <a:pt x="760" y="12536"/>
                    </a:lnTo>
                    <a:lnTo>
                      <a:pt x="696" y="12500"/>
                    </a:lnTo>
                    <a:lnTo>
                      <a:pt x="633" y="12465"/>
                    </a:lnTo>
                    <a:lnTo>
                      <a:pt x="569" y="12430"/>
                    </a:lnTo>
                    <a:lnTo>
                      <a:pt x="506" y="12394"/>
                    </a:lnTo>
                    <a:lnTo>
                      <a:pt x="442" y="12359"/>
                    </a:lnTo>
                    <a:lnTo>
                      <a:pt x="379" y="12324"/>
                    </a:lnTo>
                    <a:lnTo>
                      <a:pt x="316" y="12289"/>
                    </a:lnTo>
                    <a:lnTo>
                      <a:pt x="253" y="12254"/>
                    </a:lnTo>
                    <a:lnTo>
                      <a:pt x="189" y="12219"/>
                    </a:lnTo>
                    <a:lnTo>
                      <a:pt x="126" y="12184"/>
                    </a:lnTo>
                    <a:lnTo>
                      <a:pt x="63" y="12149"/>
                    </a:lnTo>
                    <a:lnTo>
                      <a:pt x="0" y="12114"/>
                    </a:lnTo>
                    <a:lnTo>
                      <a:pt x="0" y="12088"/>
                    </a:lnTo>
                    <a:lnTo>
                      <a:pt x="0" y="12061"/>
                    </a:lnTo>
                    <a:lnTo>
                      <a:pt x="0" y="12034"/>
                    </a:lnTo>
                    <a:lnTo>
                      <a:pt x="0" y="12007"/>
                    </a:lnTo>
                    <a:lnTo>
                      <a:pt x="0" y="11980"/>
                    </a:lnTo>
                    <a:lnTo>
                      <a:pt x="0" y="11954"/>
                    </a:lnTo>
                    <a:lnTo>
                      <a:pt x="0" y="11927"/>
                    </a:lnTo>
                    <a:lnTo>
                      <a:pt x="0" y="11900"/>
                    </a:lnTo>
                    <a:lnTo>
                      <a:pt x="58" y="11899"/>
                    </a:lnTo>
                    <a:lnTo>
                      <a:pt x="124" y="11899"/>
                    </a:lnTo>
                    <a:lnTo>
                      <a:pt x="197" y="11900"/>
                    </a:lnTo>
                    <a:lnTo>
                      <a:pt x="275" y="11900"/>
                    </a:lnTo>
                    <a:lnTo>
                      <a:pt x="357" y="11900"/>
                    </a:lnTo>
                    <a:lnTo>
                      <a:pt x="443" y="11899"/>
                    </a:lnTo>
                    <a:lnTo>
                      <a:pt x="530" y="11897"/>
                    </a:lnTo>
                    <a:lnTo>
                      <a:pt x="619" y="11892"/>
                    </a:lnTo>
                    <a:lnTo>
                      <a:pt x="663" y="11888"/>
                    </a:lnTo>
                    <a:lnTo>
                      <a:pt x="708" y="11885"/>
                    </a:lnTo>
                    <a:lnTo>
                      <a:pt x="751" y="11880"/>
                    </a:lnTo>
                    <a:lnTo>
                      <a:pt x="794" y="11874"/>
                    </a:lnTo>
                    <a:lnTo>
                      <a:pt x="837" y="11869"/>
                    </a:lnTo>
                    <a:lnTo>
                      <a:pt x="878" y="11862"/>
                    </a:lnTo>
                    <a:lnTo>
                      <a:pt x="919" y="11853"/>
                    </a:lnTo>
                    <a:lnTo>
                      <a:pt x="958" y="11844"/>
                    </a:lnTo>
                    <a:lnTo>
                      <a:pt x="997" y="11834"/>
                    </a:lnTo>
                    <a:lnTo>
                      <a:pt x="1034" y="11823"/>
                    </a:lnTo>
                    <a:lnTo>
                      <a:pt x="1069" y="11810"/>
                    </a:lnTo>
                    <a:lnTo>
                      <a:pt x="1103" y="11796"/>
                    </a:lnTo>
                    <a:lnTo>
                      <a:pt x="1134" y="11781"/>
                    </a:lnTo>
                    <a:lnTo>
                      <a:pt x="1165" y="11765"/>
                    </a:lnTo>
                    <a:lnTo>
                      <a:pt x="1192" y="11747"/>
                    </a:lnTo>
                    <a:lnTo>
                      <a:pt x="1217" y="11727"/>
                    </a:lnTo>
                    <a:lnTo>
                      <a:pt x="1228" y="11750"/>
                    </a:lnTo>
                    <a:lnTo>
                      <a:pt x="1239" y="11772"/>
                    </a:lnTo>
                    <a:lnTo>
                      <a:pt x="1250" y="11795"/>
                    </a:lnTo>
                    <a:lnTo>
                      <a:pt x="1260" y="11821"/>
                    </a:lnTo>
                    <a:lnTo>
                      <a:pt x="1282" y="11810"/>
                    </a:lnTo>
                    <a:lnTo>
                      <a:pt x="1308" y="11800"/>
                    </a:lnTo>
                    <a:lnTo>
                      <a:pt x="1334" y="11788"/>
                    </a:lnTo>
                    <a:lnTo>
                      <a:pt x="1361" y="11778"/>
                    </a:lnTo>
                    <a:lnTo>
                      <a:pt x="1372" y="11751"/>
                    </a:lnTo>
                    <a:lnTo>
                      <a:pt x="1383" y="11725"/>
                    </a:lnTo>
                    <a:lnTo>
                      <a:pt x="1392" y="11696"/>
                    </a:lnTo>
                    <a:lnTo>
                      <a:pt x="1400" y="11662"/>
                    </a:lnTo>
                    <a:lnTo>
                      <a:pt x="1410" y="11621"/>
                    </a:lnTo>
                    <a:lnTo>
                      <a:pt x="1419" y="11569"/>
                    </a:lnTo>
                    <a:lnTo>
                      <a:pt x="1429" y="11503"/>
                    </a:lnTo>
                    <a:lnTo>
                      <a:pt x="1440" y="11420"/>
                    </a:lnTo>
                    <a:lnTo>
                      <a:pt x="1453" y="11317"/>
                    </a:lnTo>
                    <a:lnTo>
                      <a:pt x="1467" y="11194"/>
                    </a:lnTo>
                    <a:lnTo>
                      <a:pt x="1483" y="11043"/>
                    </a:lnTo>
                    <a:lnTo>
                      <a:pt x="1503" y="10866"/>
                    </a:lnTo>
                    <a:lnTo>
                      <a:pt x="1525" y="10657"/>
                    </a:lnTo>
                    <a:lnTo>
                      <a:pt x="1549" y="10414"/>
                    </a:lnTo>
                    <a:lnTo>
                      <a:pt x="1579" y="10135"/>
                    </a:lnTo>
                    <a:lnTo>
                      <a:pt x="1611" y="9816"/>
                    </a:lnTo>
                    <a:lnTo>
                      <a:pt x="1646" y="9655"/>
                    </a:lnTo>
                    <a:lnTo>
                      <a:pt x="1684" y="9491"/>
                    </a:lnTo>
                    <a:lnTo>
                      <a:pt x="1722" y="9322"/>
                    </a:lnTo>
                    <a:lnTo>
                      <a:pt x="1764" y="9149"/>
                    </a:lnTo>
                    <a:lnTo>
                      <a:pt x="1808" y="8974"/>
                    </a:lnTo>
                    <a:lnTo>
                      <a:pt x="1855" y="8796"/>
                    </a:lnTo>
                    <a:lnTo>
                      <a:pt x="1904" y="8615"/>
                    </a:lnTo>
                    <a:lnTo>
                      <a:pt x="1955" y="8434"/>
                    </a:lnTo>
                    <a:lnTo>
                      <a:pt x="2009" y="8249"/>
                    </a:lnTo>
                    <a:lnTo>
                      <a:pt x="2065" y="8064"/>
                    </a:lnTo>
                    <a:lnTo>
                      <a:pt x="2123" y="7878"/>
                    </a:lnTo>
                    <a:lnTo>
                      <a:pt x="2185" y="7690"/>
                    </a:lnTo>
                    <a:lnTo>
                      <a:pt x="2248" y="7503"/>
                    </a:lnTo>
                    <a:lnTo>
                      <a:pt x="2314" y="7317"/>
                    </a:lnTo>
                    <a:lnTo>
                      <a:pt x="2383" y="7130"/>
                    </a:lnTo>
                    <a:lnTo>
                      <a:pt x="2454" y="6945"/>
                    </a:lnTo>
                    <a:lnTo>
                      <a:pt x="2528" y="6762"/>
                    </a:lnTo>
                    <a:lnTo>
                      <a:pt x="2605" y="6579"/>
                    </a:lnTo>
                    <a:lnTo>
                      <a:pt x="2684" y="6400"/>
                    </a:lnTo>
                    <a:lnTo>
                      <a:pt x="2765" y="6221"/>
                    </a:lnTo>
                    <a:lnTo>
                      <a:pt x="2849" y="6048"/>
                    </a:lnTo>
                    <a:lnTo>
                      <a:pt x="2936" y="5875"/>
                    </a:lnTo>
                    <a:lnTo>
                      <a:pt x="3025" y="5707"/>
                    </a:lnTo>
                    <a:lnTo>
                      <a:pt x="3118" y="5544"/>
                    </a:lnTo>
                    <a:lnTo>
                      <a:pt x="3212" y="5384"/>
                    </a:lnTo>
                    <a:lnTo>
                      <a:pt x="3310" y="5229"/>
                    </a:lnTo>
                    <a:lnTo>
                      <a:pt x="3410" y="5079"/>
                    </a:lnTo>
                    <a:lnTo>
                      <a:pt x="3513" y="4934"/>
                    </a:lnTo>
                    <a:lnTo>
                      <a:pt x="3619" y="4796"/>
                    </a:lnTo>
                    <a:lnTo>
                      <a:pt x="3727" y="4663"/>
                    </a:lnTo>
                    <a:lnTo>
                      <a:pt x="3839" y="4537"/>
                    </a:lnTo>
                    <a:lnTo>
                      <a:pt x="3952" y="4418"/>
                    </a:lnTo>
                    <a:lnTo>
                      <a:pt x="3983" y="4371"/>
                    </a:lnTo>
                    <a:lnTo>
                      <a:pt x="4015" y="4324"/>
                    </a:lnTo>
                    <a:lnTo>
                      <a:pt x="4051" y="4276"/>
                    </a:lnTo>
                    <a:lnTo>
                      <a:pt x="4089" y="4227"/>
                    </a:lnTo>
                    <a:lnTo>
                      <a:pt x="4167" y="4130"/>
                    </a:lnTo>
                    <a:lnTo>
                      <a:pt x="4247" y="4033"/>
                    </a:lnTo>
                    <a:lnTo>
                      <a:pt x="4287" y="3986"/>
                    </a:lnTo>
                    <a:lnTo>
                      <a:pt x="4325" y="3937"/>
                    </a:lnTo>
                    <a:lnTo>
                      <a:pt x="4363" y="3889"/>
                    </a:lnTo>
                    <a:lnTo>
                      <a:pt x="4397" y="3842"/>
                    </a:lnTo>
                    <a:lnTo>
                      <a:pt x="4429" y="3796"/>
                    </a:lnTo>
                    <a:lnTo>
                      <a:pt x="4458" y="3749"/>
                    </a:lnTo>
                    <a:lnTo>
                      <a:pt x="4471" y="3727"/>
                    </a:lnTo>
                    <a:lnTo>
                      <a:pt x="4483" y="3704"/>
                    </a:lnTo>
                    <a:lnTo>
                      <a:pt x="4494" y="3681"/>
                    </a:lnTo>
                    <a:lnTo>
                      <a:pt x="4504" y="3659"/>
                    </a:lnTo>
                    <a:lnTo>
                      <a:pt x="4526" y="3659"/>
                    </a:lnTo>
                    <a:lnTo>
                      <a:pt x="4548" y="3659"/>
                    </a:lnTo>
                    <a:lnTo>
                      <a:pt x="4571" y="3659"/>
                    </a:lnTo>
                    <a:lnTo>
                      <a:pt x="4597" y="3659"/>
                    </a:lnTo>
                    <a:lnTo>
                      <a:pt x="4615" y="3620"/>
                    </a:lnTo>
                    <a:lnTo>
                      <a:pt x="4634" y="3580"/>
                    </a:lnTo>
                    <a:lnTo>
                      <a:pt x="4658" y="3539"/>
                    </a:lnTo>
                    <a:lnTo>
                      <a:pt x="4683" y="3497"/>
                    </a:lnTo>
                    <a:lnTo>
                      <a:pt x="4711" y="3454"/>
                    </a:lnTo>
                    <a:lnTo>
                      <a:pt x="4742" y="3411"/>
                    </a:lnTo>
                    <a:lnTo>
                      <a:pt x="4774" y="3368"/>
                    </a:lnTo>
                    <a:lnTo>
                      <a:pt x="4809" y="3325"/>
                    </a:lnTo>
                    <a:lnTo>
                      <a:pt x="4847" y="3280"/>
                    </a:lnTo>
                    <a:lnTo>
                      <a:pt x="4885" y="3235"/>
                    </a:lnTo>
                    <a:lnTo>
                      <a:pt x="4925" y="3191"/>
                    </a:lnTo>
                    <a:lnTo>
                      <a:pt x="4965" y="3145"/>
                    </a:lnTo>
                    <a:lnTo>
                      <a:pt x="5009" y="3101"/>
                    </a:lnTo>
                    <a:lnTo>
                      <a:pt x="5052" y="3055"/>
                    </a:lnTo>
                    <a:lnTo>
                      <a:pt x="5096" y="3010"/>
                    </a:lnTo>
                    <a:lnTo>
                      <a:pt x="5142" y="2966"/>
                    </a:lnTo>
                    <a:lnTo>
                      <a:pt x="5232" y="2876"/>
                    </a:lnTo>
                    <a:lnTo>
                      <a:pt x="5325" y="2789"/>
                    </a:lnTo>
                    <a:lnTo>
                      <a:pt x="5417" y="2702"/>
                    </a:lnTo>
                    <a:lnTo>
                      <a:pt x="5505" y="2620"/>
                    </a:lnTo>
                    <a:lnTo>
                      <a:pt x="5592" y="2539"/>
                    </a:lnTo>
                    <a:lnTo>
                      <a:pt x="5672" y="2462"/>
                    </a:lnTo>
                    <a:lnTo>
                      <a:pt x="5748" y="2389"/>
                    </a:lnTo>
                    <a:lnTo>
                      <a:pt x="5814" y="2320"/>
                    </a:lnTo>
                    <a:lnTo>
                      <a:pt x="5921" y="2231"/>
                    </a:lnTo>
                    <a:lnTo>
                      <a:pt x="6028" y="2143"/>
                    </a:lnTo>
                    <a:lnTo>
                      <a:pt x="6136" y="2057"/>
                    </a:lnTo>
                    <a:lnTo>
                      <a:pt x="6243" y="1971"/>
                    </a:lnTo>
                    <a:lnTo>
                      <a:pt x="6353" y="1888"/>
                    </a:lnTo>
                    <a:lnTo>
                      <a:pt x="6461" y="1804"/>
                    </a:lnTo>
                    <a:lnTo>
                      <a:pt x="6572" y="1722"/>
                    </a:lnTo>
                    <a:lnTo>
                      <a:pt x="6683" y="1642"/>
                    </a:lnTo>
                    <a:lnTo>
                      <a:pt x="6794" y="1562"/>
                    </a:lnTo>
                    <a:lnTo>
                      <a:pt x="6905" y="1484"/>
                    </a:lnTo>
                    <a:lnTo>
                      <a:pt x="7019" y="1407"/>
                    </a:lnTo>
                    <a:lnTo>
                      <a:pt x="7132" y="1332"/>
                    </a:lnTo>
                    <a:lnTo>
                      <a:pt x="7245" y="1256"/>
                    </a:lnTo>
                    <a:lnTo>
                      <a:pt x="7359" y="1182"/>
                    </a:lnTo>
                    <a:lnTo>
                      <a:pt x="7474" y="1109"/>
                    </a:lnTo>
                    <a:lnTo>
                      <a:pt x="7591" y="1037"/>
                    </a:lnTo>
                    <a:lnTo>
                      <a:pt x="7706" y="966"/>
                    </a:lnTo>
                    <a:lnTo>
                      <a:pt x="7824" y="896"/>
                    </a:lnTo>
                    <a:lnTo>
                      <a:pt x="7942" y="827"/>
                    </a:lnTo>
                    <a:lnTo>
                      <a:pt x="8061" y="758"/>
                    </a:lnTo>
                    <a:lnTo>
                      <a:pt x="8180" y="692"/>
                    </a:lnTo>
                    <a:lnTo>
                      <a:pt x="8300" y="625"/>
                    </a:lnTo>
                    <a:lnTo>
                      <a:pt x="8420" y="559"/>
                    </a:lnTo>
                    <a:lnTo>
                      <a:pt x="8541" y="495"/>
                    </a:lnTo>
                    <a:lnTo>
                      <a:pt x="8664" y="431"/>
                    </a:lnTo>
                    <a:lnTo>
                      <a:pt x="8786" y="366"/>
                    </a:lnTo>
                    <a:lnTo>
                      <a:pt x="8910" y="303"/>
                    </a:lnTo>
                    <a:lnTo>
                      <a:pt x="9034" y="242"/>
                    </a:lnTo>
                    <a:lnTo>
                      <a:pt x="9159" y="181"/>
                    </a:lnTo>
                    <a:lnTo>
                      <a:pt x="9285" y="120"/>
                    </a:lnTo>
                    <a:lnTo>
                      <a:pt x="9411" y="60"/>
                    </a:lnTo>
                    <a:lnTo>
                      <a:pt x="9538" y="0"/>
                    </a:lnTo>
                    <a:lnTo>
                      <a:pt x="9556" y="17"/>
                    </a:lnTo>
                    <a:lnTo>
                      <a:pt x="9575" y="33"/>
                    </a:lnTo>
                    <a:lnTo>
                      <a:pt x="9595" y="49"/>
                    </a:lnTo>
                    <a:lnTo>
                      <a:pt x="9617" y="66"/>
                    </a:lnTo>
                    <a:lnTo>
                      <a:pt x="9617" y="104"/>
                    </a:lnTo>
                    <a:lnTo>
                      <a:pt x="9617" y="145"/>
                    </a:lnTo>
                    <a:lnTo>
                      <a:pt x="9617" y="187"/>
                    </a:lnTo>
                    <a:lnTo>
                      <a:pt x="9617" y="230"/>
                    </a:lnTo>
                    <a:lnTo>
                      <a:pt x="9590" y="237"/>
                    </a:lnTo>
                    <a:lnTo>
                      <a:pt x="9564" y="245"/>
                    </a:lnTo>
                    <a:lnTo>
                      <a:pt x="9539" y="255"/>
                    </a:lnTo>
                    <a:lnTo>
                      <a:pt x="9517" y="266"/>
                    </a:lnTo>
                    <a:lnTo>
                      <a:pt x="9517" y="288"/>
                    </a:lnTo>
                    <a:lnTo>
                      <a:pt x="9517" y="313"/>
                    </a:lnTo>
                    <a:lnTo>
                      <a:pt x="9517" y="340"/>
                    </a:lnTo>
                    <a:lnTo>
                      <a:pt x="9517" y="366"/>
                    </a:lnTo>
                    <a:lnTo>
                      <a:pt x="9484" y="377"/>
                    </a:lnTo>
                    <a:lnTo>
                      <a:pt x="9453" y="387"/>
                    </a:lnTo>
                    <a:lnTo>
                      <a:pt x="9423" y="398"/>
                    </a:lnTo>
                    <a:lnTo>
                      <a:pt x="9395" y="408"/>
                    </a:lnTo>
                    <a:lnTo>
                      <a:pt x="9269" y="548"/>
                    </a:lnTo>
                    <a:lnTo>
                      <a:pt x="9144" y="687"/>
                    </a:lnTo>
                    <a:lnTo>
                      <a:pt x="9023" y="826"/>
                    </a:lnTo>
                    <a:lnTo>
                      <a:pt x="8905" y="966"/>
                    </a:lnTo>
                    <a:lnTo>
                      <a:pt x="8788" y="1105"/>
                    </a:lnTo>
                    <a:lnTo>
                      <a:pt x="8675" y="1245"/>
                    </a:lnTo>
                    <a:lnTo>
                      <a:pt x="8565" y="1386"/>
                    </a:lnTo>
                    <a:lnTo>
                      <a:pt x="8456" y="1527"/>
                    </a:lnTo>
                    <a:lnTo>
                      <a:pt x="8351" y="1668"/>
                    </a:lnTo>
                    <a:lnTo>
                      <a:pt x="8247" y="1811"/>
                    </a:lnTo>
                    <a:lnTo>
                      <a:pt x="8146" y="1954"/>
                    </a:lnTo>
                    <a:lnTo>
                      <a:pt x="8047" y="2098"/>
                    </a:lnTo>
                    <a:lnTo>
                      <a:pt x="7950" y="2243"/>
                    </a:lnTo>
                    <a:lnTo>
                      <a:pt x="7856" y="2390"/>
                    </a:lnTo>
                    <a:lnTo>
                      <a:pt x="7762" y="2537"/>
                    </a:lnTo>
                    <a:lnTo>
                      <a:pt x="7671" y="2685"/>
                    </a:lnTo>
                    <a:lnTo>
                      <a:pt x="7583" y="2834"/>
                    </a:lnTo>
                    <a:lnTo>
                      <a:pt x="7497" y="2984"/>
                    </a:lnTo>
                    <a:lnTo>
                      <a:pt x="7410" y="3137"/>
                    </a:lnTo>
                    <a:lnTo>
                      <a:pt x="7328" y="3291"/>
                    </a:lnTo>
                    <a:lnTo>
                      <a:pt x="7246" y="3446"/>
                    </a:lnTo>
                    <a:lnTo>
                      <a:pt x="7165" y="3603"/>
                    </a:lnTo>
                    <a:lnTo>
                      <a:pt x="7086" y="3762"/>
                    </a:lnTo>
                    <a:lnTo>
                      <a:pt x="7009" y="3921"/>
                    </a:lnTo>
                    <a:lnTo>
                      <a:pt x="6933" y="4084"/>
                    </a:lnTo>
                    <a:lnTo>
                      <a:pt x="6859" y="4248"/>
                    </a:lnTo>
                    <a:lnTo>
                      <a:pt x="6787" y="4413"/>
                    </a:lnTo>
                    <a:lnTo>
                      <a:pt x="6714" y="4582"/>
                    </a:lnTo>
                    <a:lnTo>
                      <a:pt x="6643" y="4753"/>
                    </a:lnTo>
                    <a:lnTo>
                      <a:pt x="6573" y="4925"/>
                    </a:lnTo>
                    <a:lnTo>
                      <a:pt x="6506" y="5100"/>
                    </a:lnTo>
                    <a:lnTo>
                      <a:pt x="6438" y="5277"/>
                    </a:lnTo>
                    <a:lnTo>
                      <a:pt x="6390" y="5445"/>
                    </a:lnTo>
                    <a:lnTo>
                      <a:pt x="6345" y="5613"/>
                    </a:lnTo>
                    <a:lnTo>
                      <a:pt x="6302" y="5779"/>
                    </a:lnTo>
                    <a:lnTo>
                      <a:pt x="6261" y="5946"/>
                    </a:lnTo>
                    <a:lnTo>
                      <a:pt x="6221" y="6113"/>
                    </a:lnTo>
                    <a:lnTo>
                      <a:pt x="6184" y="6278"/>
                    </a:lnTo>
                    <a:lnTo>
                      <a:pt x="6149" y="6444"/>
                    </a:lnTo>
                    <a:lnTo>
                      <a:pt x="6115" y="6609"/>
                    </a:lnTo>
                    <a:lnTo>
                      <a:pt x="6084" y="6774"/>
                    </a:lnTo>
                    <a:lnTo>
                      <a:pt x="6054" y="6939"/>
                    </a:lnTo>
                    <a:lnTo>
                      <a:pt x="6028" y="7104"/>
                    </a:lnTo>
                    <a:lnTo>
                      <a:pt x="6002" y="7269"/>
                    </a:lnTo>
                    <a:lnTo>
                      <a:pt x="5979" y="7435"/>
                    </a:lnTo>
                    <a:lnTo>
                      <a:pt x="5958" y="7599"/>
                    </a:lnTo>
                    <a:lnTo>
                      <a:pt x="5938" y="7764"/>
                    </a:lnTo>
                    <a:lnTo>
                      <a:pt x="5920" y="7931"/>
                    </a:lnTo>
                    <a:lnTo>
                      <a:pt x="5905" y="8097"/>
                    </a:lnTo>
                    <a:lnTo>
                      <a:pt x="5891" y="8263"/>
                    </a:lnTo>
                    <a:lnTo>
                      <a:pt x="5880" y="8430"/>
                    </a:lnTo>
                    <a:lnTo>
                      <a:pt x="5870" y="8598"/>
                    </a:lnTo>
                    <a:lnTo>
                      <a:pt x="5862" y="8766"/>
                    </a:lnTo>
                    <a:lnTo>
                      <a:pt x="5857" y="8935"/>
                    </a:lnTo>
                    <a:lnTo>
                      <a:pt x="5853" y="9105"/>
                    </a:lnTo>
                    <a:lnTo>
                      <a:pt x="5852" y="9275"/>
                    </a:lnTo>
                    <a:lnTo>
                      <a:pt x="5852" y="9446"/>
                    </a:lnTo>
                    <a:lnTo>
                      <a:pt x="5854" y="9619"/>
                    </a:lnTo>
                    <a:lnTo>
                      <a:pt x="5859" y="9791"/>
                    </a:lnTo>
                    <a:lnTo>
                      <a:pt x="5864" y="9966"/>
                    </a:lnTo>
                    <a:lnTo>
                      <a:pt x="5873" y="10141"/>
                    </a:lnTo>
                    <a:lnTo>
                      <a:pt x="5882" y="10318"/>
                    </a:lnTo>
                    <a:lnTo>
                      <a:pt x="5893" y="10497"/>
                    </a:lnTo>
                    <a:lnTo>
                      <a:pt x="5907" y="10675"/>
                    </a:lnTo>
                    <a:lnTo>
                      <a:pt x="5941" y="10843"/>
                    </a:lnTo>
                    <a:lnTo>
                      <a:pt x="5972" y="10990"/>
                    </a:lnTo>
                    <a:lnTo>
                      <a:pt x="5997" y="11117"/>
                    </a:lnTo>
                    <a:lnTo>
                      <a:pt x="6021" y="11226"/>
                    </a:lnTo>
                    <a:lnTo>
                      <a:pt x="6040" y="11320"/>
                    </a:lnTo>
                    <a:lnTo>
                      <a:pt x="6057" y="11398"/>
                    </a:lnTo>
                    <a:lnTo>
                      <a:pt x="6072" y="11463"/>
                    </a:lnTo>
                    <a:lnTo>
                      <a:pt x="6084" y="11515"/>
                    </a:lnTo>
                    <a:lnTo>
                      <a:pt x="6095" y="11558"/>
                    </a:lnTo>
                    <a:lnTo>
                      <a:pt x="6105" y="11591"/>
                    </a:lnTo>
                    <a:lnTo>
                      <a:pt x="6114" y="11617"/>
                    </a:lnTo>
                    <a:lnTo>
                      <a:pt x="6122" y="11637"/>
                    </a:lnTo>
                    <a:lnTo>
                      <a:pt x="6130" y="11652"/>
                    </a:lnTo>
                    <a:lnTo>
                      <a:pt x="6139" y="11665"/>
                    </a:lnTo>
                    <a:lnTo>
                      <a:pt x="6148" y="11675"/>
                    </a:lnTo>
                    <a:lnTo>
                      <a:pt x="6158" y="11684"/>
                    </a:lnTo>
                    <a:lnTo>
                      <a:pt x="6235" y="11684"/>
                    </a:lnTo>
                    <a:lnTo>
                      <a:pt x="6311" y="11686"/>
                    </a:lnTo>
                    <a:lnTo>
                      <a:pt x="6385" y="11686"/>
                    </a:lnTo>
                    <a:lnTo>
                      <a:pt x="6461" y="11684"/>
                    </a:lnTo>
                    <a:lnTo>
                      <a:pt x="6536" y="11684"/>
                    </a:lnTo>
                    <a:lnTo>
                      <a:pt x="6611" y="11683"/>
                    </a:lnTo>
                    <a:lnTo>
                      <a:pt x="6686" y="11682"/>
                    </a:lnTo>
                    <a:lnTo>
                      <a:pt x="6761" y="11681"/>
                    </a:lnTo>
                    <a:lnTo>
                      <a:pt x="6836" y="11677"/>
                    </a:lnTo>
                    <a:lnTo>
                      <a:pt x="6910" y="11674"/>
                    </a:lnTo>
                    <a:lnTo>
                      <a:pt x="6986" y="11669"/>
                    </a:lnTo>
                    <a:lnTo>
                      <a:pt x="7062" y="11663"/>
                    </a:lnTo>
                    <a:lnTo>
                      <a:pt x="7137" y="11656"/>
                    </a:lnTo>
                    <a:lnTo>
                      <a:pt x="7214" y="11648"/>
                    </a:lnTo>
                    <a:lnTo>
                      <a:pt x="7291" y="11639"/>
                    </a:lnTo>
                    <a:lnTo>
                      <a:pt x="7368" y="11627"/>
                    </a:lnTo>
                    <a:lnTo>
                      <a:pt x="7368" y="11649"/>
                    </a:lnTo>
                    <a:lnTo>
                      <a:pt x="7368" y="11672"/>
                    </a:lnTo>
                    <a:lnTo>
                      <a:pt x="7368" y="11695"/>
                    </a:lnTo>
                    <a:lnTo>
                      <a:pt x="7368" y="11721"/>
                    </a:lnTo>
                    <a:lnTo>
                      <a:pt x="7386" y="11727"/>
                    </a:lnTo>
                    <a:lnTo>
                      <a:pt x="7406" y="11736"/>
                    </a:lnTo>
                    <a:lnTo>
                      <a:pt x="7425" y="11746"/>
                    </a:lnTo>
                    <a:lnTo>
                      <a:pt x="7448" y="11757"/>
                    </a:lnTo>
                    <a:lnTo>
                      <a:pt x="7442" y="11768"/>
                    </a:lnTo>
                    <a:lnTo>
                      <a:pt x="7430" y="11783"/>
                    </a:lnTo>
                    <a:lnTo>
                      <a:pt x="7410" y="11802"/>
                    </a:lnTo>
                    <a:lnTo>
                      <a:pt x="7385" y="11824"/>
                    </a:lnTo>
                    <a:lnTo>
                      <a:pt x="7353" y="11850"/>
                    </a:lnTo>
                    <a:lnTo>
                      <a:pt x="7317" y="11879"/>
                    </a:lnTo>
                    <a:lnTo>
                      <a:pt x="7275" y="11910"/>
                    </a:lnTo>
                    <a:lnTo>
                      <a:pt x="7228" y="11943"/>
                    </a:lnTo>
                    <a:lnTo>
                      <a:pt x="7123" y="12017"/>
                    </a:lnTo>
                    <a:lnTo>
                      <a:pt x="7006" y="12096"/>
                    </a:lnTo>
                    <a:lnTo>
                      <a:pt x="6880" y="12180"/>
                    </a:lnTo>
                    <a:lnTo>
                      <a:pt x="6748" y="12265"/>
                    </a:lnTo>
                    <a:lnTo>
                      <a:pt x="6615" y="12350"/>
                    </a:lnTo>
                    <a:lnTo>
                      <a:pt x="6483" y="12434"/>
                    </a:lnTo>
                    <a:lnTo>
                      <a:pt x="6356" y="12513"/>
                    </a:lnTo>
                    <a:lnTo>
                      <a:pt x="6240" y="12587"/>
                    </a:lnTo>
                    <a:lnTo>
                      <a:pt x="6136" y="12651"/>
                    </a:lnTo>
                    <a:lnTo>
                      <a:pt x="6047" y="12704"/>
                    </a:lnTo>
                    <a:lnTo>
                      <a:pt x="5980" y="12746"/>
                    </a:lnTo>
                    <a:lnTo>
                      <a:pt x="5937" y="12773"/>
                    </a:lnTo>
                    <a:lnTo>
                      <a:pt x="5937" y="12795"/>
                    </a:lnTo>
                    <a:lnTo>
                      <a:pt x="5937" y="12817"/>
                    </a:lnTo>
                    <a:lnTo>
                      <a:pt x="5937" y="12841"/>
                    </a:lnTo>
                    <a:lnTo>
                      <a:pt x="5937" y="12866"/>
                    </a:lnTo>
                    <a:lnTo>
                      <a:pt x="5870" y="12908"/>
                    </a:lnTo>
                    <a:lnTo>
                      <a:pt x="5805" y="12949"/>
                    </a:lnTo>
                    <a:lnTo>
                      <a:pt x="5738" y="12991"/>
                    </a:lnTo>
                    <a:lnTo>
                      <a:pt x="5673" y="13033"/>
                    </a:lnTo>
                    <a:lnTo>
                      <a:pt x="5608" y="13075"/>
                    </a:lnTo>
                    <a:lnTo>
                      <a:pt x="5541" y="13116"/>
                    </a:lnTo>
                    <a:lnTo>
                      <a:pt x="5476" y="13158"/>
                    </a:lnTo>
                    <a:lnTo>
                      <a:pt x="5410" y="13200"/>
                    </a:lnTo>
                    <a:lnTo>
                      <a:pt x="5344" y="13242"/>
                    </a:lnTo>
                    <a:lnTo>
                      <a:pt x="5278" y="13284"/>
                    </a:lnTo>
                    <a:lnTo>
                      <a:pt x="5213" y="13327"/>
                    </a:lnTo>
                    <a:lnTo>
                      <a:pt x="5147" y="13369"/>
                    </a:lnTo>
                    <a:lnTo>
                      <a:pt x="5081" y="13411"/>
                    </a:lnTo>
                    <a:lnTo>
                      <a:pt x="5016" y="13454"/>
                    </a:lnTo>
                    <a:lnTo>
                      <a:pt x="4949" y="13496"/>
                    </a:lnTo>
                    <a:lnTo>
                      <a:pt x="4884" y="13539"/>
                    </a:lnTo>
                    <a:lnTo>
                      <a:pt x="4884" y="13561"/>
                    </a:lnTo>
                    <a:lnTo>
                      <a:pt x="4884" y="13583"/>
                    </a:lnTo>
                    <a:lnTo>
                      <a:pt x="4884" y="13606"/>
                    </a:lnTo>
                    <a:lnTo>
                      <a:pt x="4884" y="13632"/>
                    </a:lnTo>
                    <a:lnTo>
                      <a:pt x="4865" y="13638"/>
                    </a:lnTo>
                    <a:lnTo>
                      <a:pt x="4847" y="13646"/>
                    </a:lnTo>
                    <a:lnTo>
                      <a:pt x="4826" y="13655"/>
                    </a:lnTo>
                    <a:lnTo>
                      <a:pt x="4805" y="13668"/>
                    </a:lnTo>
                    <a:lnTo>
                      <a:pt x="4758" y="13697"/>
                    </a:lnTo>
                    <a:lnTo>
                      <a:pt x="4707" y="13731"/>
                    </a:lnTo>
                    <a:lnTo>
                      <a:pt x="4679" y="13750"/>
                    </a:lnTo>
                    <a:lnTo>
                      <a:pt x="4651" y="13767"/>
                    </a:lnTo>
                    <a:lnTo>
                      <a:pt x="4620" y="13786"/>
                    </a:lnTo>
                    <a:lnTo>
                      <a:pt x="4590" y="13805"/>
                    </a:lnTo>
                    <a:lnTo>
                      <a:pt x="4557" y="13822"/>
                    </a:lnTo>
                    <a:lnTo>
                      <a:pt x="4525" y="13838"/>
                    </a:lnTo>
                    <a:lnTo>
                      <a:pt x="4490" y="13855"/>
                    </a:lnTo>
                    <a:lnTo>
                      <a:pt x="4454" y="13869"/>
                    </a:lnTo>
                    <a:lnTo>
                      <a:pt x="4454" y="13891"/>
                    </a:lnTo>
                    <a:lnTo>
                      <a:pt x="4454" y="13915"/>
                    </a:lnTo>
                    <a:lnTo>
                      <a:pt x="4454" y="13942"/>
                    </a:lnTo>
                    <a:lnTo>
                      <a:pt x="4454" y="13969"/>
                    </a:lnTo>
                    <a:lnTo>
                      <a:pt x="4428" y="13976"/>
                    </a:lnTo>
                    <a:lnTo>
                      <a:pt x="4402" y="13984"/>
                    </a:lnTo>
                    <a:lnTo>
                      <a:pt x="4377" y="13993"/>
                    </a:lnTo>
                    <a:lnTo>
                      <a:pt x="4353" y="14003"/>
                    </a:lnTo>
                    <a:lnTo>
                      <a:pt x="4329" y="14012"/>
                    </a:lnTo>
                    <a:lnTo>
                      <a:pt x="4307" y="14023"/>
                    </a:lnTo>
                    <a:lnTo>
                      <a:pt x="4285" y="14033"/>
                    </a:lnTo>
                    <a:lnTo>
                      <a:pt x="4262" y="14044"/>
                    </a:lnTo>
                    <a:lnTo>
                      <a:pt x="4220" y="14067"/>
                    </a:lnTo>
                    <a:lnTo>
                      <a:pt x="4180" y="14092"/>
                    </a:lnTo>
                    <a:lnTo>
                      <a:pt x="4140" y="14118"/>
                    </a:lnTo>
                    <a:lnTo>
                      <a:pt x="4103" y="14146"/>
                    </a:lnTo>
                    <a:lnTo>
                      <a:pt x="4064" y="14174"/>
                    </a:lnTo>
                    <a:lnTo>
                      <a:pt x="4027" y="14204"/>
                    </a:lnTo>
                    <a:lnTo>
                      <a:pt x="3990" y="14235"/>
                    </a:lnTo>
                    <a:lnTo>
                      <a:pt x="3951" y="14266"/>
                    </a:lnTo>
                    <a:lnTo>
                      <a:pt x="3913" y="14299"/>
                    </a:lnTo>
                    <a:lnTo>
                      <a:pt x="3873" y="14331"/>
                    </a:lnTo>
                    <a:lnTo>
                      <a:pt x="3831" y="14365"/>
                    </a:lnTo>
                    <a:lnTo>
                      <a:pt x="3788" y="14398"/>
                    </a:lnTo>
                    <a:lnTo>
                      <a:pt x="3788" y="14432"/>
                    </a:lnTo>
                    <a:lnTo>
                      <a:pt x="3788" y="14467"/>
                    </a:lnTo>
                    <a:lnTo>
                      <a:pt x="3788" y="14504"/>
                    </a:lnTo>
                    <a:lnTo>
                      <a:pt x="3788" y="14541"/>
                    </a:lnTo>
                    <a:lnTo>
                      <a:pt x="3759" y="14541"/>
                    </a:lnTo>
                    <a:lnTo>
                      <a:pt x="3728" y="14541"/>
                    </a:lnTo>
                    <a:lnTo>
                      <a:pt x="3699" y="14541"/>
                    </a:lnTo>
                    <a:lnTo>
                      <a:pt x="3670" y="14541"/>
                    </a:lnTo>
                    <a:lnTo>
                      <a:pt x="3640" y="14541"/>
                    </a:lnTo>
                    <a:lnTo>
                      <a:pt x="3611" y="14541"/>
                    </a:lnTo>
                    <a:lnTo>
                      <a:pt x="3582" y="14541"/>
                    </a:lnTo>
                    <a:lnTo>
                      <a:pt x="3551" y="14541"/>
                    </a:lnTo>
                    <a:close/>
                  </a:path>
                </a:pathLst>
              </a:custGeom>
              <a:solidFill>
                <a:srgbClr val="24262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42" name="Freeform 26">
                <a:extLst>
                  <a:ext uri="{FF2B5EF4-FFF2-40B4-BE49-F238E27FC236}">
                    <a16:creationId xmlns:a16="http://schemas.microsoft.com/office/drawing/2014/main" id="{7FECA7C3-CA78-4F53-BD8B-9A9893F821D7}"/>
                  </a:ext>
                </a:extLst>
              </p:cNvPr>
              <p:cNvSpPr>
                <a:spLocks/>
              </p:cNvSpPr>
              <p:nvPr/>
            </p:nvSpPr>
            <p:spPr bwMode="auto">
              <a:xfrm>
                <a:off x="1358" y="1280"/>
                <a:ext cx="924" cy="1458"/>
              </a:xfrm>
              <a:custGeom>
                <a:avLst/>
                <a:gdLst>
                  <a:gd name="T0" fmla="*/ 0 w 8629"/>
                  <a:gd name="T1" fmla="*/ 0 h 13616"/>
                  <a:gd name="T2" fmla="*/ 0 w 8629"/>
                  <a:gd name="T3" fmla="*/ 0 h 13616"/>
                  <a:gd name="T4" fmla="*/ 0 w 8629"/>
                  <a:gd name="T5" fmla="*/ 0 h 13616"/>
                  <a:gd name="T6" fmla="*/ 0 w 8629"/>
                  <a:gd name="T7" fmla="*/ 0 h 13616"/>
                  <a:gd name="T8" fmla="*/ 0 w 8629"/>
                  <a:gd name="T9" fmla="*/ 0 h 13616"/>
                  <a:gd name="T10" fmla="*/ 0 w 8629"/>
                  <a:gd name="T11" fmla="*/ 0 h 13616"/>
                  <a:gd name="T12" fmla="*/ 0 w 8629"/>
                  <a:gd name="T13" fmla="*/ 0 h 13616"/>
                  <a:gd name="T14" fmla="*/ 0 w 8629"/>
                  <a:gd name="T15" fmla="*/ 0 h 13616"/>
                  <a:gd name="T16" fmla="*/ 0 w 8629"/>
                  <a:gd name="T17" fmla="*/ 0 h 13616"/>
                  <a:gd name="T18" fmla="*/ 0 w 8629"/>
                  <a:gd name="T19" fmla="*/ 0 h 13616"/>
                  <a:gd name="T20" fmla="*/ 0 w 8629"/>
                  <a:gd name="T21" fmla="*/ 0 h 13616"/>
                  <a:gd name="T22" fmla="*/ 0 w 8629"/>
                  <a:gd name="T23" fmla="*/ 0 h 13616"/>
                  <a:gd name="T24" fmla="*/ 0 w 8629"/>
                  <a:gd name="T25" fmla="*/ 0 h 13616"/>
                  <a:gd name="T26" fmla="*/ 0 w 8629"/>
                  <a:gd name="T27" fmla="*/ 0 h 13616"/>
                  <a:gd name="T28" fmla="*/ 0 w 8629"/>
                  <a:gd name="T29" fmla="*/ 0 h 13616"/>
                  <a:gd name="T30" fmla="*/ 0 w 8629"/>
                  <a:gd name="T31" fmla="*/ 0 h 13616"/>
                  <a:gd name="T32" fmla="*/ 0 w 8629"/>
                  <a:gd name="T33" fmla="*/ 0 h 13616"/>
                  <a:gd name="T34" fmla="*/ 0 w 8629"/>
                  <a:gd name="T35" fmla="*/ 0 h 13616"/>
                  <a:gd name="T36" fmla="*/ 0 w 8629"/>
                  <a:gd name="T37" fmla="*/ 0 h 13616"/>
                  <a:gd name="T38" fmla="*/ 0 w 8629"/>
                  <a:gd name="T39" fmla="*/ 0 h 13616"/>
                  <a:gd name="T40" fmla="*/ 0 w 8629"/>
                  <a:gd name="T41" fmla="*/ 0 h 13616"/>
                  <a:gd name="T42" fmla="*/ 0 w 8629"/>
                  <a:gd name="T43" fmla="*/ 0 h 13616"/>
                  <a:gd name="T44" fmla="*/ 0 w 8629"/>
                  <a:gd name="T45" fmla="*/ 0 h 13616"/>
                  <a:gd name="T46" fmla="*/ 0 w 8629"/>
                  <a:gd name="T47" fmla="*/ 0 h 13616"/>
                  <a:gd name="T48" fmla="*/ 0 w 8629"/>
                  <a:gd name="T49" fmla="*/ 0 h 13616"/>
                  <a:gd name="T50" fmla="*/ 0 w 8629"/>
                  <a:gd name="T51" fmla="*/ 0 h 13616"/>
                  <a:gd name="T52" fmla="*/ 0 w 8629"/>
                  <a:gd name="T53" fmla="*/ 0 h 13616"/>
                  <a:gd name="T54" fmla="*/ 0 w 8629"/>
                  <a:gd name="T55" fmla="*/ 0 h 13616"/>
                  <a:gd name="T56" fmla="*/ 0 w 8629"/>
                  <a:gd name="T57" fmla="*/ 0 h 13616"/>
                  <a:gd name="T58" fmla="*/ 0 w 8629"/>
                  <a:gd name="T59" fmla="*/ 0 h 13616"/>
                  <a:gd name="T60" fmla="*/ 0 w 8629"/>
                  <a:gd name="T61" fmla="*/ 0 h 13616"/>
                  <a:gd name="T62" fmla="*/ 0 w 8629"/>
                  <a:gd name="T63" fmla="*/ 0 h 13616"/>
                  <a:gd name="T64" fmla="*/ 0 w 8629"/>
                  <a:gd name="T65" fmla="*/ 0 h 13616"/>
                  <a:gd name="T66" fmla="*/ 0 w 8629"/>
                  <a:gd name="T67" fmla="*/ 0 h 13616"/>
                  <a:gd name="T68" fmla="*/ 0 w 8629"/>
                  <a:gd name="T69" fmla="*/ 0 h 13616"/>
                  <a:gd name="T70" fmla="*/ 0 w 8629"/>
                  <a:gd name="T71" fmla="*/ 0 h 13616"/>
                  <a:gd name="T72" fmla="*/ 0 w 8629"/>
                  <a:gd name="T73" fmla="*/ 0 h 13616"/>
                  <a:gd name="T74" fmla="*/ 0 w 8629"/>
                  <a:gd name="T75" fmla="*/ 0 h 13616"/>
                  <a:gd name="T76" fmla="*/ 0 w 8629"/>
                  <a:gd name="T77" fmla="*/ 0 h 13616"/>
                  <a:gd name="T78" fmla="*/ 0 w 8629"/>
                  <a:gd name="T79" fmla="*/ 0 h 13616"/>
                  <a:gd name="T80" fmla="*/ 0 w 8629"/>
                  <a:gd name="T81" fmla="*/ 0 h 13616"/>
                  <a:gd name="T82" fmla="*/ 0 w 8629"/>
                  <a:gd name="T83" fmla="*/ 0 h 13616"/>
                  <a:gd name="T84" fmla="*/ 0 w 8629"/>
                  <a:gd name="T85" fmla="*/ 0 h 13616"/>
                  <a:gd name="T86" fmla="*/ 0 w 8629"/>
                  <a:gd name="T87" fmla="*/ 0 h 13616"/>
                  <a:gd name="T88" fmla="*/ 0 w 8629"/>
                  <a:gd name="T89" fmla="*/ 0 h 13616"/>
                  <a:gd name="T90" fmla="*/ 0 w 8629"/>
                  <a:gd name="T91" fmla="*/ 0 h 13616"/>
                  <a:gd name="T92" fmla="*/ 0 w 8629"/>
                  <a:gd name="T93" fmla="*/ 0 h 13616"/>
                  <a:gd name="T94" fmla="*/ 0 w 8629"/>
                  <a:gd name="T95" fmla="*/ 0 h 13616"/>
                  <a:gd name="T96" fmla="*/ 0 w 8629"/>
                  <a:gd name="T97" fmla="*/ 0 h 13616"/>
                  <a:gd name="T98" fmla="*/ 0 w 8629"/>
                  <a:gd name="T99" fmla="*/ 0 h 13616"/>
                  <a:gd name="T100" fmla="*/ 0 w 8629"/>
                  <a:gd name="T101" fmla="*/ 0 h 13616"/>
                  <a:gd name="T102" fmla="*/ 0 w 8629"/>
                  <a:gd name="T103" fmla="*/ 0 h 13616"/>
                  <a:gd name="T104" fmla="*/ 0 w 8629"/>
                  <a:gd name="T105" fmla="*/ 0 h 13616"/>
                  <a:gd name="T106" fmla="*/ 0 w 8629"/>
                  <a:gd name="T107" fmla="*/ 0 h 13616"/>
                  <a:gd name="T108" fmla="*/ 0 w 8629"/>
                  <a:gd name="T109" fmla="*/ 0 h 13616"/>
                  <a:gd name="T110" fmla="*/ 0 w 8629"/>
                  <a:gd name="T111" fmla="*/ 0 h 136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29"/>
                  <a:gd name="T169" fmla="*/ 0 h 13616"/>
                  <a:gd name="T170" fmla="*/ 8629 w 8629"/>
                  <a:gd name="T171" fmla="*/ 13616 h 136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29" h="13616">
                    <a:moveTo>
                      <a:pt x="3243" y="13616"/>
                    </a:moveTo>
                    <a:lnTo>
                      <a:pt x="3041" y="13487"/>
                    </a:lnTo>
                    <a:lnTo>
                      <a:pt x="2838" y="13356"/>
                    </a:lnTo>
                    <a:lnTo>
                      <a:pt x="2636" y="13226"/>
                    </a:lnTo>
                    <a:lnTo>
                      <a:pt x="2433" y="13096"/>
                    </a:lnTo>
                    <a:lnTo>
                      <a:pt x="2230" y="12966"/>
                    </a:lnTo>
                    <a:lnTo>
                      <a:pt x="2027" y="12836"/>
                    </a:lnTo>
                    <a:lnTo>
                      <a:pt x="1825" y="12706"/>
                    </a:lnTo>
                    <a:lnTo>
                      <a:pt x="1622" y="12577"/>
                    </a:lnTo>
                    <a:lnTo>
                      <a:pt x="1419" y="12446"/>
                    </a:lnTo>
                    <a:lnTo>
                      <a:pt x="1216" y="12317"/>
                    </a:lnTo>
                    <a:lnTo>
                      <a:pt x="1013" y="12187"/>
                    </a:lnTo>
                    <a:lnTo>
                      <a:pt x="811" y="12057"/>
                    </a:lnTo>
                    <a:lnTo>
                      <a:pt x="609" y="11927"/>
                    </a:lnTo>
                    <a:lnTo>
                      <a:pt x="406" y="11799"/>
                    </a:lnTo>
                    <a:lnTo>
                      <a:pt x="203" y="11670"/>
                    </a:lnTo>
                    <a:lnTo>
                      <a:pt x="0" y="11540"/>
                    </a:lnTo>
                    <a:lnTo>
                      <a:pt x="142" y="11535"/>
                    </a:lnTo>
                    <a:lnTo>
                      <a:pt x="274" y="11530"/>
                    </a:lnTo>
                    <a:lnTo>
                      <a:pt x="396" y="11526"/>
                    </a:lnTo>
                    <a:lnTo>
                      <a:pt x="507" y="11524"/>
                    </a:lnTo>
                    <a:lnTo>
                      <a:pt x="701" y="11521"/>
                    </a:lnTo>
                    <a:lnTo>
                      <a:pt x="860" y="11517"/>
                    </a:lnTo>
                    <a:lnTo>
                      <a:pt x="928" y="11515"/>
                    </a:lnTo>
                    <a:lnTo>
                      <a:pt x="987" y="11510"/>
                    </a:lnTo>
                    <a:lnTo>
                      <a:pt x="1041" y="11503"/>
                    </a:lnTo>
                    <a:lnTo>
                      <a:pt x="1088" y="11495"/>
                    </a:lnTo>
                    <a:lnTo>
                      <a:pt x="1127" y="11484"/>
                    </a:lnTo>
                    <a:lnTo>
                      <a:pt x="1162" y="11472"/>
                    </a:lnTo>
                    <a:lnTo>
                      <a:pt x="1191" y="11454"/>
                    </a:lnTo>
                    <a:lnTo>
                      <a:pt x="1216" y="11434"/>
                    </a:lnTo>
                    <a:lnTo>
                      <a:pt x="1237" y="11410"/>
                    </a:lnTo>
                    <a:lnTo>
                      <a:pt x="1253" y="11381"/>
                    </a:lnTo>
                    <a:lnTo>
                      <a:pt x="1266" y="11347"/>
                    </a:lnTo>
                    <a:lnTo>
                      <a:pt x="1275" y="11308"/>
                    </a:lnTo>
                    <a:lnTo>
                      <a:pt x="1282" y="11264"/>
                    </a:lnTo>
                    <a:lnTo>
                      <a:pt x="1287" y="11214"/>
                    </a:lnTo>
                    <a:lnTo>
                      <a:pt x="1291" y="11158"/>
                    </a:lnTo>
                    <a:lnTo>
                      <a:pt x="1292" y="11095"/>
                    </a:lnTo>
                    <a:lnTo>
                      <a:pt x="1293" y="10947"/>
                    </a:lnTo>
                    <a:lnTo>
                      <a:pt x="1294" y="10768"/>
                    </a:lnTo>
                    <a:lnTo>
                      <a:pt x="1296" y="10665"/>
                    </a:lnTo>
                    <a:lnTo>
                      <a:pt x="1299" y="10553"/>
                    </a:lnTo>
                    <a:lnTo>
                      <a:pt x="1303" y="10433"/>
                    </a:lnTo>
                    <a:lnTo>
                      <a:pt x="1310" y="10302"/>
                    </a:lnTo>
                    <a:lnTo>
                      <a:pt x="1333" y="10160"/>
                    </a:lnTo>
                    <a:lnTo>
                      <a:pt x="1356" y="10019"/>
                    </a:lnTo>
                    <a:lnTo>
                      <a:pt x="1379" y="9879"/>
                    </a:lnTo>
                    <a:lnTo>
                      <a:pt x="1404" y="9741"/>
                    </a:lnTo>
                    <a:lnTo>
                      <a:pt x="1428" y="9604"/>
                    </a:lnTo>
                    <a:lnTo>
                      <a:pt x="1454" y="9468"/>
                    </a:lnTo>
                    <a:lnTo>
                      <a:pt x="1479" y="9334"/>
                    </a:lnTo>
                    <a:lnTo>
                      <a:pt x="1506" y="9200"/>
                    </a:lnTo>
                    <a:lnTo>
                      <a:pt x="1534" y="9067"/>
                    </a:lnTo>
                    <a:lnTo>
                      <a:pt x="1562" y="8935"/>
                    </a:lnTo>
                    <a:lnTo>
                      <a:pt x="1591" y="8804"/>
                    </a:lnTo>
                    <a:lnTo>
                      <a:pt x="1622" y="8674"/>
                    </a:lnTo>
                    <a:lnTo>
                      <a:pt x="1653" y="8544"/>
                    </a:lnTo>
                    <a:lnTo>
                      <a:pt x="1685" y="8415"/>
                    </a:lnTo>
                    <a:lnTo>
                      <a:pt x="1717" y="8287"/>
                    </a:lnTo>
                    <a:lnTo>
                      <a:pt x="1751" y="8159"/>
                    </a:lnTo>
                    <a:lnTo>
                      <a:pt x="1786" y="8031"/>
                    </a:lnTo>
                    <a:lnTo>
                      <a:pt x="1822" y="7904"/>
                    </a:lnTo>
                    <a:lnTo>
                      <a:pt x="1859" y="7778"/>
                    </a:lnTo>
                    <a:lnTo>
                      <a:pt x="1898" y="7651"/>
                    </a:lnTo>
                    <a:lnTo>
                      <a:pt x="1938" y="7525"/>
                    </a:lnTo>
                    <a:lnTo>
                      <a:pt x="1977" y="7398"/>
                    </a:lnTo>
                    <a:lnTo>
                      <a:pt x="2019" y="7272"/>
                    </a:lnTo>
                    <a:lnTo>
                      <a:pt x="2062" y="7146"/>
                    </a:lnTo>
                    <a:lnTo>
                      <a:pt x="2107" y="7019"/>
                    </a:lnTo>
                    <a:lnTo>
                      <a:pt x="2152" y="6893"/>
                    </a:lnTo>
                    <a:lnTo>
                      <a:pt x="2200" y="6766"/>
                    </a:lnTo>
                    <a:lnTo>
                      <a:pt x="2248" y="6639"/>
                    </a:lnTo>
                    <a:lnTo>
                      <a:pt x="2298" y="6512"/>
                    </a:lnTo>
                    <a:lnTo>
                      <a:pt x="2349" y="6385"/>
                    </a:lnTo>
                    <a:lnTo>
                      <a:pt x="2402" y="6257"/>
                    </a:lnTo>
                    <a:lnTo>
                      <a:pt x="2456" y="6128"/>
                    </a:lnTo>
                    <a:lnTo>
                      <a:pt x="2500" y="6043"/>
                    </a:lnTo>
                    <a:lnTo>
                      <a:pt x="2542" y="5959"/>
                    </a:lnTo>
                    <a:lnTo>
                      <a:pt x="2585" y="5876"/>
                    </a:lnTo>
                    <a:lnTo>
                      <a:pt x="2628" y="5792"/>
                    </a:lnTo>
                    <a:lnTo>
                      <a:pt x="2671" y="5708"/>
                    </a:lnTo>
                    <a:lnTo>
                      <a:pt x="2714" y="5624"/>
                    </a:lnTo>
                    <a:lnTo>
                      <a:pt x="2757" y="5540"/>
                    </a:lnTo>
                    <a:lnTo>
                      <a:pt x="2800" y="5456"/>
                    </a:lnTo>
                    <a:lnTo>
                      <a:pt x="2843" y="5372"/>
                    </a:lnTo>
                    <a:lnTo>
                      <a:pt x="2888" y="5289"/>
                    </a:lnTo>
                    <a:lnTo>
                      <a:pt x="2931" y="5205"/>
                    </a:lnTo>
                    <a:lnTo>
                      <a:pt x="2974" y="5123"/>
                    </a:lnTo>
                    <a:lnTo>
                      <a:pt x="3018" y="5039"/>
                    </a:lnTo>
                    <a:lnTo>
                      <a:pt x="3063" y="4956"/>
                    </a:lnTo>
                    <a:lnTo>
                      <a:pt x="3107" y="4873"/>
                    </a:lnTo>
                    <a:lnTo>
                      <a:pt x="3150" y="4789"/>
                    </a:lnTo>
                    <a:lnTo>
                      <a:pt x="3172" y="4789"/>
                    </a:lnTo>
                    <a:lnTo>
                      <a:pt x="3194" y="4789"/>
                    </a:lnTo>
                    <a:lnTo>
                      <a:pt x="3218" y="4789"/>
                    </a:lnTo>
                    <a:lnTo>
                      <a:pt x="3243" y="4789"/>
                    </a:lnTo>
                    <a:lnTo>
                      <a:pt x="3252" y="4759"/>
                    </a:lnTo>
                    <a:lnTo>
                      <a:pt x="3268" y="4720"/>
                    </a:lnTo>
                    <a:lnTo>
                      <a:pt x="3290" y="4673"/>
                    </a:lnTo>
                    <a:lnTo>
                      <a:pt x="3319" y="4617"/>
                    </a:lnTo>
                    <a:lnTo>
                      <a:pt x="3355" y="4555"/>
                    </a:lnTo>
                    <a:lnTo>
                      <a:pt x="3397" y="4486"/>
                    </a:lnTo>
                    <a:lnTo>
                      <a:pt x="3444" y="4412"/>
                    </a:lnTo>
                    <a:lnTo>
                      <a:pt x="3496" y="4331"/>
                    </a:lnTo>
                    <a:lnTo>
                      <a:pt x="3554" y="4246"/>
                    </a:lnTo>
                    <a:lnTo>
                      <a:pt x="3614" y="4157"/>
                    </a:lnTo>
                    <a:lnTo>
                      <a:pt x="3678" y="4065"/>
                    </a:lnTo>
                    <a:lnTo>
                      <a:pt x="3746" y="3971"/>
                    </a:lnTo>
                    <a:lnTo>
                      <a:pt x="3817" y="3873"/>
                    </a:lnTo>
                    <a:lnTo>
                      <a:pt x="3889" y="3775"/>
                    </a:lnTo>
                    <a:lnTo>
                      <a:pt x="3964" y="3676"/>
                    </a:lnTo>
                    <a:lnTo>
                      <a:pt x="4041" y="3576"/>
                    </a:lnTo>
                    <a:lnTo>
                      <a:pt x="4118" y="3477"/>
                    </a:lnTo>
                    <a:lnTo>
                      <a:pt x="4196" y="3378"/>
                    </a:lnTo>
                    <a:lnTo>
                      <a:pt x="4274" y="3281"/>
                    </a:lnTo>
                    <a:lnTo>
                      <a:pt x="4351" y="3187"/>
                    </a:lnTo>
                    <a:lnTo>
                      <a:pt x="4429" y="3094"/>
                    </a:lnTo>
                    <a:lnTo>
                      <a:pt x="4505" y="3006"/>
                    </a:lnTo>
                    <a:lnTo>
                      <a:pt x="4579" y="2922"/>
                    </a:lnTo>
                    <a:lnTo>
                      <a:pt x="4652" y="2843"/>
                    </a:lnTo>
                    <a:lnTo>
                      <a:pt x="4722" y="2768"/>
                    </a:lnTo>
                    <a:lnTo>
                      <a:pt x="4788" y="2699"/>
                    </a:lnTo>
                    <a:lnTo>
                      <a:pt x="4852" y="2638"/>
                    </a:lnTo>
                    <a:lnTo>
                      <a:pt x="4912" y="2583"/>
                    </a:lnTo>
                    <a:lnTo>
                      <a:pt x="4968" y="2536"/>
                    </a:lnTo>
                    <a:lnTo>
                      <a:pt x="5019" y="2498"/>
                    </a:lnTo>
                    <a:lnTo>
                      <a:pt x="5064" y="2468"/>
                    </a:lnTo>
                    <a:lnTo>
                      <a:pt x="5105" y="2449"/>
                    </a:lnTo>
                    <a:lnTo>
                      <a:pt x="5111" y="2423"/>
                    </a:lnTo>
                    <a:lnTo>
                      <a:pt x="5116" y="2399"/>
                    </a:lnTo>
                    <a:lnTo>
                      <a:pt x="5122" y="2376"/>
                    </a:lnTo>
                    <a:lnTo>
                      <a:pt x="5127" y="2355"/>
                    </a:lnTo>
                    <a:lnTo>
                      <a:pt x="5326" y="2179"/>
                    </a:lnTo>
                    <a:lnTo>
                      <a:pt x="5525" y="2006"/>
                    </a:lnTo>
                    <a:lnTo>
                      <a:pt x="5625" y="1919"/>
                    </a:lnTo>
                    <a:lnTo>
                      <a:pt x="5727" y="1833"/>
                    </a:lnTo>
                    <a:lnTo>
                      <a:pt x="5828" y="1748"/>
                    </a:lnTo>
                    <a:lnTo>
                      <a:pt x="5931" y="1663"/>
                    </a:lnTo>
                    <a:lnTo>
                      <a:pt x="6033" y="1579"/>
                    </a:lnTo>
                    <a:lnTo>
                      <a:pt x="6137" y="1495"/>
                    </a:lnTo>
                    <a:lnTo>
                      <a:pt x="6242" y="1414"/>
                    </a:lnTo>
                    <a:lnTo>
                      <a:pt x="6347" y="1332"/>
                    </a:lnTo>
                    <a:lnTo>
                      <a:pt x="6452" y="1252"/>
                    </a:lnTo>
                    <a:lnTo>
                      <a:pt x="6558" y="1172"/>
                    </a:lnTo>
                    <a:lnTo>
                      <a:pt x="6665" y="1093"/>
                    </a:lnTo>
                    <a:lnTo>
                      <a:pt x="6774" y="1016"/>
                    </a:lnTo>
                    <a:lnTo>
                      <a:pt x="6882" y="940"/>
                    </a:lnTo>
                    <a:lnTo>
                      <a:pt x="6992" y="866"/>
                    </a:lnTo>
                    <a:lnTo>
                      <a:pt x="7101" y="792"/>
                    </a:lnTo>
                    <a:lnTo>
                      <a:pt x="7213" y="721"/>
                    </a:lnTo>
                    <a:lnTo>
                      <a:pt x="7325" y="651"/>
                    </a:lnTo>
                    <a:lnTo>
                      <a:pt x="7438" y="583"/>
                    </a:lnTo>
                    <a:lnTo>
                      <a:pt x="7552" y="515"/>
                    </a:lnTo>
                    <a:lnTo>
                      <a:pt x="7668" y="451"/>
                    </a:lnTo>
                    <a:lnTo>
                      <a:pt x="7783" y="387"/>
                    </a:lnTo>
                    <a:lnTo>
                      <a:pt x="7901" y="325"/>
                    </a:lnTo>
                    <a:lnTo>
                      <a:pt x="8020" y="266"/>
                    </a:lnTo>
                    <a:lnTo>
                      <a:pt x="8139" y="208"/>
                    </a:lnTo>
                    <a:lnTo>
                      <a:pt x="8260" y="152"/>
                    </a:lnTo>
                    <a:lnTo>
                      <a:pt x="8381" y="100"/>
                    </a:lnTo>
                    <a:lnTo>
                      <a:pt x="8505" y="49"/>
                    </a:lnTo>
                    <a:lnTo>
                      <a:pt x="8629" y="0"/>
                    </a:lnTo>
                    <a:lnTo>
                      <a:pt x="8540" y="110"/>
                    </a:lnTo>
                    <a:lnTo>
                      <a:pt x="8451" y="221"/>
                    </a:lnTo>
                    <a:lnTo>
                      <a:pt x="8364" y="332"/>
                    </a:lnTo>
                    <a:lnTo>
                      <a:pt x="8276" y="444"/>
                    </a:lnTo>
                    <a:lnTo>
                      <a:pt x="8189" y="557"/>
                    </a:lnTo>
                    <a:lnTo>
                      <a:pt x="8102" y="670"/>
                    </a:lnTo>
                    <a:lnTo>
                      <a:pt x="8015" y="784"/>
                    </a:lnTo>
                    <a:lnTo>
                      <a:pt x="7929" y="898"/>
                    </a:lnTo>
                    <a:lnTo>
                      <a:pt x="7843" y="1014"/>
                    </a:lnTo>
                    <a:lnTo>
                      <a:pt x="7758" y="1129"/>
                    </a:lnTo>
                    <a:lnTo>
                      <a:pt x="7674" y="1246"/>
                    </a:lnTo>
                    <a:lnTo>
                      <a:pt x="7590" y="1362"/>
                    </a:lnTo>
                    <a:lnTo>
                      <a:pt x="7506" y="1481"/>
                    </a:lnTo>
                    <a:lnTo>
                      <a:pt x="7424" y="1600"/>
                    </a:lnTo>
                    <a:lnTo>
                      <a:pt x="7341" y="1719"/>
                    </a:lnTo>
                    <a:lnTo>
                      <a:pt x="7261" y="1840"/>
                    </a:lnTo>
                    <a:lnTo>
                      <a:pt x="7232" y="1852"/>
                    </a:lnTo>
                    <a:lnTo>
                      <a:pt x="7199" y="1875"/>
                    </a:lnTo>
                    <a:lnTo>
                      <a:pt x="7164" y="1909"/>
                    </a:lnTo>
                    <a:lnTo>
                      <a:pt x="7128" y="1952"/>
                    </a:lnTo>
                    <a:lnTo>
                      <a:pt x="7088" y="2005"/>
                    </a:lnTo>
                    <a:lnTo>
                      <a:pt x="7048" y="2065"/>
                    </a:lnTo>
                    <a:lnTo>
                      <a:pt x="7006" y="2134"/>
                    </a:lnTo>
                    <a:lnTo>
                      <a:pt x="6963" y="2210"/>
                    </a:lnTo>
                    <a:lnTo>
                      <a:pt x="6917" y="2291"/>
                    </a:lnTo>
                    <a:lnTo>
                      <a:pt x="6870" y="2380"/>
                    </a:lnTo>
                    <a:lnTo>
                      <a:pt x="6824" y="2472"/>
                    </a:lnTo>
                    <a:lnTo>
                      <a:pt x="6776" y="2570"/>
                    </a:lnTo>
                    <a:lnTo>
                      <a:pt x="6728" y="2671"/>
                    </a:lnTo>
                    <a:lnTo>
                      <a:pt x="6680" y="2775"/>
                    </a:lnTo>
                    <a:lnTo>
                      <a:pt x="6631" y="2882"/>
                    </a:lnTo>
                    <a:lnTo>
                      <a:pt x="6584" y="2991"/>
                    </a:lnTo>
                    <a:lnTo>
                      <a:pt x="6536" y="3100"/>
                    </a:lnTo>
                    <a:lnTo>
                      <a:pt x="6488" y="3211"/>
                    </a:lnTo>
                    <a:lnTo>
                      <a:pt x="6441" y="3322"/>
                    </a:lnTo>
                    <a:lnTo>
                      <a:pt x="6395" y="3431"/>
                    </a:lnTo>
                    <a:lnTo>
                      <a:pt x="6307" y="3646"/>
                    </a:lnTo>
                    <a:lnTo>
                      <a:pt x="6225" y="3850"/>
                    </a:lnTo>
                    <a:lnTo>
                      <a:pt x="6150" y="4037"/>
                    </a:lnTo>
                    <a:lnTo>
                      <a:pt x="6085" y="4204"/>
                    </a:lnTo>
                    <a:lnTo>
                      <a:pt x="6029" y="4344"/>
                    </a:lnTo>
                    <a:lnTo>
                      <a:pt x="5987" y="4452"/>
                    </a:lnTo>
                    <a:lnTo>
                      <a:pt x="5918" y="4711"/>
                    </a:lnTo>
                    <a:lnTo>
                      <a:pt x="5857" y="4949"/>
                    </a:lnTo>
                    <a:lnTo>
                      <a:pt x="5801" y="5168"/>
                    </a:lnTo>
                    <a:lnTo>
                      <a:pt x="5751" y="5367"/>
                    </a:lnTo>
                    <a:lnTo>
                      <a:pt x="5706" y="5551"/>
                    </a:lnTo>
                    <a:lnTo>
                      <a:pt x="5665" y="5718"/>
                    </a:lnTo>
                    <a:lnTo>
                      <a:pt x="5628" y="5870"/>
                    </a:lnTo>
                    <a:lnTo>
                      <a:pt x="5595" y="6006"/>
                    </a:lnTo>
                    <a:lnTo>
                      <a:pt x="5566" y="6130"/>
                    </a:lnTo>
                    <a:lnTo>
                      <a:pt x="5539" y="6242"/>
                    </a:lnTo>
                    <a:lnTo>
                      <a:pt x="5515" y="6341"/>
                    </a:lnTo>
                    <a:lnTo>
                      <a:pt x="5492" y="6430"/>
                    </a:lnTo>
                    <a:lnTo>
                      <a:pt x="5471" y="6510"/>
                    </a:lnTo>
                    <a:lnTo>
                      <a:pt x="5452" y="6581"/>
                    </a:lnTo>
                    <a:lnTo>
                      <a:pt x="5432" y="6644"/>
                    </a:lnTo>
                    <a:lnTo>
                      <a:pt x="5413" y="6701"/>
                    </a:lnTo>
                    <a:lnTo>
                      <a:pt x="5397" y="6986"/>
                    </a:lnTo>
                    <a:lnTo>
                      <a:pt x="5383" y="7238"/>
                    </a:lnTo>
                    <a:lnTo>
                      <a:pt x="5370" y="7460"/>
                    </a:lnTo>
                    <a:lnTo>
                      <a:pt x="5359" y="7658"/>
                    </a:lnTo>
                    <a:lnTo>
                      <a:pt x="5350" y="7835"/>
                    </a:lnTo>
                    <a:lnTo>
                      <a:pt x="5343" y="7996"/>
                    </a:lnTo>
                    <a:lnTo>
                      <a:pt x="5337" y="8145"/>
                    </a:lnTo>
                    <a:lnTo>
                      <a:pt x="5331" y="8287"/>
                    </a:lnTo>
                    <a:lnTo>
                      <a:pt x="5328" y="8426"/>
                    </a:lnTo>
                    <a:lnTo>
                      <a:pt x="5326" y="8566"/>
                    </a:lnTo>
                    <a:lnTo>
                      <a:pt x="5323" y="8711"/>
                    </a:lnTo>
                    <a:lnTo>
                      <a:pt x="5322" y="8868"/>
                    </a:lnTo>
                    <a:lnTo>
                      <a:pt x="5321" y="9038"/>
                    </a:lnTo>
                    <a:lnTo>
                      <a:pt x="5321" y="9227"/>
                    </a:lnTo>
                    <a:lnTo>
                      <a:pt x="5321" y="9439"/>
                    </a:lnTo>
                    <a:lnTo>
                      <a:pt x="5320" y="9679"/>
                    </a:lnTo>
                    <a:lnTo>
                      <a:pt x="5355" y="9906"/>
                    </a:lnTo>
                    <a:lnTo>
                      <a:pt x="5385" y="10115"/>
                    </a:lnTo>
                    <a:lnTo>
                      <a:pt x="5412" y="10304"/>
                    </a:lnTo>
                    <a:lnTo>
                      <a:pt x="5436" y="10475"/>
                    </a:lnTo>
                    <a:lnTo>
                      <a:pt x="5457" y="10629"/>
                    </a:lnTo>
                    <a:lnTo>
                      <a:pt x="5475" y="10765"/>
                    </a:lnTo>
                    <a:lnTo>
                      <a:pt x="5491" y="10886"/>
                    </a:lnTo>
                    <a:lnTo>
                      <a:pt x="5505" y="10993"/>
                    </a:lnTo>
                    <a:lnTo>
                      <a:pt x="5517" y="11085"/>
                    </a:lnTo>
                    <a:lnTo>
                      <a:pt x="5527" y="11163"/>
                    </a:lnTo>
                    <a:lnTo>
                      <a:pt x="5536" y="11227"/>
                    </a:lnTo>
                    <a:lnTo>
                      <a:pt x="5544" y="11280"/>
                    </a:lnTo>
                    <a:lnTo>
                      <a:pt x="5551" y="11321"/>
                    </a:lnTo>
                    <a:lnTo>
                      <a:pt x="5558" y="11352"/>
                    </a:lnTo>
                    <a:lnTo>
                      <a:pt x="5561" y="11363"/>
                    </a:lnTo>
                    <a:lnTo>
                      <a:pt x="5565" y="11372"/>
                    </a:lnTo>
                    <a:lnTo>
                      <a:pt x="5568" y="11378"/>
                    </a:lnTo>
                    <a:lnTo>
                      <a:pt x="5570" y="11383"/>
                    </a:lnTo>
                    <a:lnTo>
                      <a:pt x="5629" y="11381"/>
                    </a:lnTo>
                    <a:lnTo>
                      <a:pt x="5686" y="11377"/>
                    </a:lnTo>
                    <a:lnTo>
                      <a:pt x="5744" y="11375"/>
                    </a:lnTo>
                    <a:lnTo>
                      <a:pt x="5802" y="11372"/>
                    </a:lnTo>
                    <a:lnTo>
                      <a:pt x="5860" y="11370"/>
                    </a:lnTo>
                    <a:lnTo>
                      <a:pt x="5918" y="11368"/>
                    </a:lnTo>
                    <a:lnTo>
                      <a:pt x="5975" y="11364"/>
                    </a:lnTo>
                    <a:lnTo>
                      <a:pt x="6033" y="11362"/>
                    </a:lnTo>
                    <a:lnTo>
                      <a:pt x="6090" y="11360"/>
                    </a:lnTo>
                    <a:lnTo>
                      <a:pt x="6149" y="11359"/>
                    </a:lnTo>
                    <a:lnTo>
                      <a:pt x="6206" y="11356"/>
                    </a:lnTo>
                    <a:lnTo>
                      <a:pt x="6264" y="11354"/>
                    </a:lnTo>
                    <a:lnTo>
                      <a:pt x="6321" y="11352"/>
                    </a:lnTo>
                    <a:lnTo>
                      <a:pt x="6380" y="11350"/>
                    </a:lnTo>
                    <a:lnTo>
                      <a:pt x="6437" y="11349"/>
                    </a:lnTo>
                    <a:lnTo>
                      <a:pt x="6495" y="11347"/>
                    </a:lnTo>
                    <a:lnTo>
                      <a:pt x="6158" y="11600"/>
                    </a:lnTo>
                    <a:lnTo>
                      <a:pt x="5863" y="11820"/>
                    </a:lnTo>
                    <a:lnTo>
                      <a:pt x="5608" y="12011"/>
                    </a:lnTo>
                    <a:lnTo>
                      <a:pt x="5387" y="12176"/>
                    </a:lnTo>
                    <a:lnTo>
                      <a:pt x="5201" y="12314"/>
                    </a:lnTo>
                    <a:lnTo>
                      <a:pt x="5045" y="12431"/>
                    </a:lnTo>
                    <a:lnTo>
                      <a:pt x="4915" y="12526"/>
                    </a:lnTo>
                    <a:lnTo>
                      <a:pt x="4810" y="12603"/>
                    </a:lnTo>
                    <a:lnTo>
                      <a:pt x="4726" y="12664"/>
                    </a:lnTo>
                    <a:lnTo>
                      <a:pt x="4661" y="12711"/>
                    </a:lnTo>
                    <a:lnTo>
                      <a:pt x="4611" y="12744"/>
                    </a:lnTo>
                    <a:lnTo>
                      <a:pt x="4574" y="12769"/>
                    </a:lnTo>
                    <a:lnTo>
                      <a:pt x="4546" y="12785"/>
                    </a:lnTo>
                    <a:lnTo>
                      <a:pt x="4525" y="12796"/>
                    </a:lnTo>
                    <a:lnTo>
                      <a:pt x="4506" y="12803"/>
                    </a:lnTo>
                    <a:lnTo>
                      <a:pt x="4490" y="12807"/>
                    </a:lnTo>
                    <a:lnTo>
                      <a:pt x="4490" y="12829"/>
                    </a:lnTo>
                    <a:lnTo>
                      <a:pt x="4490" y="12852"/>
                    </a:lnTo>
                    <a:lnTo>
                      <a:pt x="4490" y="12875"/>
                    </a:lnTo>
                    <a:lnTo>
                      <a:pt x="4490" y="12901"/>
                    </a:lnTo>
                    <a:lnTo>
                      <a:pt x="4461" y="12911"/>
                    </a:lnTo>
                    <a:lnTo>
                      <a:pt x="4431" y="12922"/>
                    </a:lnTo>
                    <a:lnTo>
                      <a:pt x="4403" y="12933"/>
                    </a:lnTo>
                    <a:lnTo>
                      <a:pt x="4377" y="12946"/>
                    </a:lnTo>
                    <a:lnTo>
                      <a:pt x="4350" y="12959"/>
                    </a:lnTo>
                    <a:lnTo>
                      <a:pt x="4323" y="12973"/>
                    </a:lnTo>
                    <a:lnTo>
                      <a:pt x="4297" y="12988"/>
                    </a:lnTo>
                    <a:lnTo>
                      <a:pt x="4272" y="13003"/>
                    </a:lnTo>
                    <a:lnTo>
                      <a:pt x="4220" y="13035"/>
                    </a:lnTo>
                    <a:lnTo>
                      <a:pt x="4171" y="13067"/>
                    </a:lnTo>
                    <a:lnTo>
                      <a:pt x="4122" y="13102"/>
                    </a:lnTo>
                    <a:lnTo>
                      <a:pt x="4075" y="13136"/>
                    </a:lnTo>
                    <a:lnTo>
                      <a:pt x="4026" y="13171"/>
                    </a:lnTo>
                    <a:lnTo>
                      <a:pt x="3977" y="13205"/>
                    </a:lnTo>
                    <a:lnTo>
                      <a:pt x="3928" y="13237"/>
                    </a:lnTo>
                    <a:lnTo>
                      <a:pt x="3878" y="13268"/>
                    </a:lnTo>
                    <a:lnTo>
                      <a:pt x="3852" y="13283"/>
                    </a:lnTo>
                    <a:lnTo>
                      <a:pt x="3825" y="13297"/>
                    </a:lnTo>
                    <a:lnTo>
                      <a:pt x="3800" y="13311"/>
                    </a:lnTo>
                    <a:lnTo>
                      <a:pt x="3773" y="13324"/>
                    </a:lnTo>
                    <a:lnTo>
                      <a:pt x="3745" y="13335"/>
                    </a:lnTo>
                    <a:lnTo>
                      <a:pt x="3717" y="13347"/>
                    </a:lnTo>
                    <a:lnTo>
                      <a:pt x="3689" y="13358"/>
                    </a:lnTo>
                    <a:lnTo>
                      <a:pt x="3660" y="13366"/>
                    </a:lnTo>
                    <a:lnTo>
                      <a:pt x="3656" y="13381"/>
                    </a:lnTo>
                    <a:lnTo>
                      <a:pt x="3651" y="13395"/>
                    </a:lnTo>
                    <a:lnTo>
                      <a:pt x="3646" y="13409"/>
                    </a:lnTo>
                    <a:lnTo>
                      <a:pt x="3639" y="13422"/>
                    </a:lnTo>
                    <a:lnTo>
                      <a:pt x="3630" y="13434"/>
                    </a:lnTo>
                    <a:lnTo>
                      <a:pt x="3622" y="13446"/>
                    </a:lnTo>
                    <a:lnTo>
                      <a:pt x="3612" y="13459"/>
                    </a:lnTo>
                    <a:lnTo>
                      <a:pt x="3601" y="13469"/>
                    </a:lnTo>
                    <a:lnTo>
                      <a:pt x="3590" y="13481"/>
                    </a:lnTo>
                    <a:lnTo>
                      <a:pt x="3578" y="13492"/>
                    </a:lnTo>
                    <a:lnTo>
                      <a:pt x="3564" y="13501"/>
                    </a:lnTo>
                    <a:lnTo>
                      <a:pt x="3551" y="13511"/>
                    </a:lnTo>
                    <a:lnTo>
                      <a:pt x="3537" y="13521"/>
                    </a:lnTo>
                    <a:lnTo>
                      <a:pt x="3522" y="13529"/>
                    </a:lnTo>
                    <a:lnTo>
                      <a:pt x="3507" y="13537"/>
                    </a:lnTo>
                    <a:lnTo>
                      <a:pt x="3492" y="13545"/>
                    </a:lnTo>
                    <a:lnTo>
                      <a:pt x="3460" y="13560"/>
                    </a:lnTo>
                    <a:lnTo>
                      <a:pt x="3428" y="13573"/>
                    </a:lnTo>
                    <a:lnTo>
                      <a:pt x="3395" y="13584"/>
                    </a:lnTo>
                    <a:lnTo>
                      <a:pt x="3362" y="13594"/>
                    </a:lnTo>
                    <a:lnTo>
                      <a:pt x="3330" y="13602"/>
                    </a:lnTo>
                    <a:lnTo>
                      <a:pt x="3299" y="13608"/>
                    </a:lnTo>
                    <a:lnTo>
                      <a:pt x="3270" y="13614"/>
                    </a:lnTo>
                    <a:lnTo>
                      <a:pt x="3243" y="13616"/>
                    </a:ln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0734" name="Group 33">
              <a:extLst>
                <a:ext uri="{FF2B5EF4-FFF2-40B4-BE49-F238E27FC236}">
                  <a16:creationId xmlns:a16="http://schemas.microsoft.com/office/drawing/2014/main" id="{A6F1D217-C469-407A-8D7C-C42CFC467CB1}"/>
                </a:ext>
              </a:extLst>
            </p:cNvPr>
            <p:cNvGrpSpPr>
              <a:grpSpLocks/>
            </p:cNvGrpSpPr>
            <p:nvPr/>
          </p:nvGrpSpPr>
          <p:grpSpPr bwMode="auto">
            <a:xfrm rot="-5400000">
              <a:off x="1851" y="573"/>
              <a:ext cx="2058" cy="3120"/>
              <a:chOff x="1947" y="672"/>
              <a:chExt cx="2058" cy="3120"/>
            </a:xfrm>
          </p:grpSpPr>
          <p:grpSp>
            <p:nvGrpSpPr>
              <p:cNvPr id="30735" name="Group 27">
                <a:extLst>
                  <a:ext uri="{FF2B5EF4-FFF2-40B4-BE49-F238E27FC236}">
                    <a16:creationId xmlns:a16="http://schemas.microsoft.com/office/drawing/2014/main" id="{7B2A9603-DF14-4627-826B-9DF5EF31D72F}"/>
                  </a:ext>
                </a:extLst>
              </p:cNvPr>
              <p:cNvGrpSpPr>
                <a:grpSpLocks/>
              </p:cNvGrpSpPr>
              <p:nvPr/>
            </p:nvGrpSpPr>
            <p:grpSpPr bwMode="auto">
              <a:xfrm>
                <a:off x="1947" y="2236"/>
                <a:ext cx="1029" cy="1556"/>
                <a:chOff x="1321" y="1223"/>
                <a:chExt cx="1029" cy="1556"/>
              </a:xfrm>
            </p:grpSpPr>
            <p:sp>
              <p:nvSpPr>
                <p:cNvPr id="30739" name="Freeform 28">
                  <a:extLst>
                    <a:ext uri="{FF2B5EF4-FFF2-40B4-BE49-F238E27FC236}">
                      <a16:creationId xmlns:a16="http://schemas.microsoft.com/office/drawing/2014/main" id="{3292C6FA-9997-455C-9199-E26DF358C624}"/>
                    </a:ext>
                  </a:extLst>
                </p:cNvPr>
                <p:cNvSpPr>
                  <a:spLocks/>
                </p:cNvSpPr>
                <p:nvPr/>
              </p:nvSpPr>
              <p:spPr bwMode="auto">
                <a:xfrm>
                  <a:off x="1321" y="1223"/>
                  <a:ext cx="1029" cy="1556"/>
                </a:xfrm>
                <a:custGeom>
                  <a:avLst/>
                  <a:gdLst>
                    <a:gd name="T0" fmla="*/ 0 w 9617"/>
                    <a:gd name="T1" fmla="*/ 0 h 14541"/>
                    <a:gd name="T2" fmla="*/ 0 w 9617"/>
                    <a:gd name="T3" fmla="*/ 0 h 14541"/>
                    <a:gd name="T4" fmla="*/ 0 w 9617"/>
                    <a:gd name="T5" fmla="*/ 0 h 14541"/>
                    <a:gd name="T6" fmla="*/ 0 w 9617"/>
                    <a:gd name="T7" fmla="*/ 0 h 14541"/>
                    <a:gd name="T8" fmla="*/ 0 w 9617"/>
                    <a:gd name="T9" fmla="*/ 0 h 14541"/>
                    <a:gd name="T10" fmla="*/ 0 w 9617"/>
                    <a:gd name="T11" fmla="*/ 0 h 14541"/>
                    <a:gd name="T12" fmla="*/ 0 w 9617"/>
                    <a:gd name="T13" fmla="*/ 0 h 14541"/>
                    <a:gd name="T14" fmla="*/ 0 w 9617"/>
                    <a:gd name="T15" fmla="*/ 0 h 14541"/>
                    <a:gd name="T16" fmla="*/ 0 w 9617"/>
                    <a:gd name="T17" fmla="*/ 0 h 14541"/>
                    <a:gd name="T18" fmla="*/ 0 w 9617"/>
                    <a:gd name="T19" fmla="*/ 0 h 14541"/>
                    <a:gd name="T20" fmla="*/ 0 w 9617"/>
                    <a:gd name="T21" fmla="*/ 0 h 14541"/>
                    <a:gd name="T22" fmla="*/ 0 w 9617"/>
                    <a:gd name="T23" fmla="*/ 0 h 14541"/>
                    <a:gd name="T24" fmla="*/ 0 w 9617"/>
                    <a:gd name="T25" fmla="*/ 0 h 14541"/>
                    <a:gd name="T26" fmla="*/ 0 w 9617"/>
                    <a:gd name="T27" fmla="*/ 0 h 14541"/>
                    <a:gd name="T28" fmla="*/ 0 w 9617"/>
                    <a:gd name="T29" fmla="*/ 0 h 14541"/>
                    <a:gd name="T30" fmla="*/ 0 w 9617"/>
                    <a:gd name="T31" fmla="*/ 0 h 14541"/>
                    <a:gd name="T32" fmla="*/ 0 w 9617"/>
                    <a:gd name="T33" fmla="*/ 0 h 14541"/>
                    <a:gd name="T34" fmla="*/ 0 w 9617"/>
                    <a:gd name="T35" fmla="*/ 0 h 14541"/>
                    <a:gd name="T36" fmla="*/ 0 w 9617"/>
                    <a:gd name="T37" fmla="*/ 0 h 14541"/>
                    <a:gd name="T38" fmla="*/ 0 w 9617"/>
                    <a:gd name="T39" fmla="*/ 0 h 14541"/>
                    <a:gd name="T40" fmla="*/ 0 w 9617"/>
                    <a:gd name="T41" fmla="*/ 0 h 14541"/>
                    <a:gd name="T42" fmla="*/ 0 w 9617"/>
                    <a:gd name="T43" fmla="*/ 0 h 14541"/>
                    <a:gd name="T44" fmla="*/ 0 w 9617"/>
                    <a:gd name="T45" fmla="*/ 0 h 14541"/>
                    <a:gd name="T46" fmla="*/ 0 w 9617"/>
                    <a:gd name="T47" fmla="*/ 0 h 14541"/>
                    <a:gd name="T48" fmla="*/ 0 w 9617"/>
                    <a:gd name="T49" fmla="*/ 0 h 14541"/>
                    <a:gd name="T50" fmla="*/ 0 w 9617"/>
                    <a:gd name="T51" fmla="*/ 0 h 14541"/>
                    <a:gd name="T52" fmla="*/ 0 w 9617"/>
                    <a:gd name="T53" fmla="*/ 0 h 14541"/>
                    <a:gd name="T54" fmla="*/ 0 w 9617"/>
                    <a:gd name="T55" fmla="*/ 0 h 14541"/>
                    <a:gd name="T56" fmla="*/ 0 w 9617"/>
                    <a:gd name="T57" fmla="*/ 0 h 14541"/>
                    <a:gd name="T58" fmla="*/ 0 w 9617"/>
                    <a:gd name="T59" fmla="*/ 0 h 14541"/>
                    <a:gd name="T60" fmla="*/ 0 w 9617"/>
                    <a:gd name="T61" fmla="*/ 0 h 14541"/>
                    <a:gd name="T62" fmla="*/ 0 w 9617"/>
                    <a:gd name="T63" fmla="*/ 0 h 14541"/>
                    <a:gd name="T64" fmla="*/ 0 w 9617"/>
                    <a:gd name="T65" fmla="*/ 0 h 14541"/>
                    <a:gd name="T66" fmla="*/ 0 w 9617"/>
                    <a:gd name="T67" fmla="*/ 0 h 14541"/>
                    <a:gd name="T68" fmla="*/ 0 w 9617"/>
                    <a:gd name="T69" fmla="*/ 0 h 14541"/>
                    <a:gd name="T70" fmla="*/ 0 w 9617"/>
                    <a:gd name="T71" fmla="*/ 0 h 14541"/>
                    <a:gd name="T72" fmla="*/ 0 w 9617"/>
                    <a:gd name="T73" fmla="*/ 0 h 14541"/>
                    <a:gd name="T74" fmla="*/ 0 w 9617"/>
                    <a:gd name="T75" fmla="*/ 0 h 14541"/>
                    <a:gd name="T76" fmla="*/ 0 w 9617"/>
                    <a:gd name="T77" fmla="*/ 0 h 14541"/>
                    <a:gd name="T78" fmla="*/ 0 w 9617"/>
                    <a:gd name="T79" fmla="*/ 0 h 14541"/>
                    <a:gd name="T80" fmla="*/ 0 w 9617"/>
                    <a:gd name="T81" fmla="*/ 0 h 14541"/>
                    <a:gd name="T82" fmla="*/ 0 w 9617"/>
                    <a:gd name="T83" fmla="*/ 0 h 14541"/>
                    <a:gd name="T84" fmla="*/ 0 w 9617"/>
                    <a:gd name="T85" fmla="*/ 0 h 14541"/>
                    <a:gd name="T86" fmla="*/ 0 w 9617"/>
                    <a:gd name="T87" fmla="*/ 0 h 14541"/>
                    <a:gd name="T88" fmla="*/ 0 w 9617"/>
                    <a:gd name="T89" fmla="*/ 0 h 14541"/>
                    <a:gd name="T90" fmla="*/ 0 w 9617"/>
                    <a:gd name="T91" fmla="*/ 0 h 14541"/>
                    <a:gd name="T92" fmla="*/ 0 w 9617"/>
                    <a:gd name="T93" fmla="*/ 0 h 14541"/>
                    <a:gd name="T94" fmla="*/ 0 w 9617"/>
                    <a:gd name="T95" fmla="*/ 0 h 14541"/>
                    <a:gd name="T96" fmla="*/ 0 w 9617"/>
                    <a:gd name="T97" fmla="*/ 0 h 14541"/>
                    <a:gd name="T98" fmla="*/ 0 w 9617"/>
                    <a:gd name="T99" fmla="*/ 0 h 14541"/>
                    <a:gd name="T100" fmla="*/ 0 w 9617"/>
                    <a:gd name="T101" fmla="*/ 0 h 14541"/>
                    <a:gd name="T102" fmla="*/ 0 w 9617"/>
                    <a:gd name="T103" fmla="*/ 0 h 14541"/>
                    <a:gd name="T104" fmla="*/ 0 w 9617"/>
                    <a:gd name="T105" fmla="*/ 0 h 14541"/>
                    <a:gd name="T106" fmla="*/ 0 w 9617"/>
                    <a:gd name="T107" fmla="*/ 0 h 14541"/>
                    <a:gd name="T108" fmla="*/ 0 w 9617"/>
                    <a:gd name="T109" fmla="*/ 0 h 14541"/>
                    <a:gd name="T110" fmla="*/ 0 w 9617"/>
                    <a:gd name="T111" fmla="*/ 0 h 14541"/>
                    <a:gd name="T112" fmla="*/ 0 w 9617"/>
                    <a:gd name="T113" fmla="*/ 0 h 14541"/>
                    <a:gd name="T114" fmla="*/ 0 w 9617"/>
                    <a:gd name="T115" fmla="*/ 0 h 14541"/>
                    <a:gd name="T116" fmla="*/ 0 w 9617"/>
                    <a:gd name="T117" fmla="*/ 0 h 14541"/>
                    <a:gd name="T118" fmla="*/ 0 w 9617"/>
                    <a:gd name="T119" fmla="*/ 0 h 14541"/>
                    <a:gd name="T120" fmla="*/ 0 w 9617"/>
                    <a:gd name="T121" fmla="*/ 0 h 145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617"/>
                    <a:gd name="T184" fmla="*/ 0 h 14541"/>
                    <a:gd name="T185" fmla="*/ 9617 w 9617"/>
                    <a:gd name="T186" fmla="*/ 14541 h 145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617" h="14541">
                      <a:moveTo>
                        <a:pt x="3551" y="14541"/>
                      </a:moveTo>
                      <a:lnTo>
                        <a:pt x="3538" y="14506"/>
                      </a:lnTo>
                      <a:lnTo>
                        <a:pt x="3526" y="14472"/>
                      </a:lnTo>
                      <a:lnTo>
                        <a:pt x="3512" y="14440"/>
                      </a:lnTo>
                      <a:lnTo>
                        <a:pt x="3499" y="14406"/>
                      </a:lnTo>
                      <a:lnTo>
                        <a:pt x="3486" y="14373"/>
                      </a:lnTo>
                      <a:lnTo>
                        <a:pt x="3474" y="14341"/>
                      </a:lnTo>
                      <a:lnTo>
                        <a:pt x="3463" y="14309"/>
                      </a:lnTo>
                      <a:lnTo>
                        <a:pt x="3451" y="14277"/>
                      </a:lnTo>
                      <a:lnTo>
                        <a:pt x="3297" y="14175"/>
                      </a:lnTo>
                      <a:lnTo>
                        <a:pt x="3143" y="14075"/>
                      </a:lnTo>
                      <a:lnTo>
                        <a:pt x="2989" y="13974"/>
                      </a:lnTo>
                      <a:lnTo>
                        <a:pt x="2837" y="13873"/>
                      </a:lnTo>
                      <a:lnTo>
                        <a:pt x="2684" y="13773"/>
                      </a:lnTo>
                      <a:lnTo>
                        <a:pt x="2531" y="13674"/>
                      </a:lnTo>
                      <a:lnTo>
                        <a:pt x="2378" y="13576"/>
                      </a:lnTo>
                      <a:lnTo>
                        <a:pt x="2226" y="13479"/>
                      </a:lnTo>
                      <a:lnTo>
                        <a:pt x="2074" y="13384"/>
                      </a:lnTo>
                      <a:lnTo>
                        <a:pt x="1923" y="13289"/>
                      </a:lnTo>
                      <a:lnTo>
                        <a:pt x="1771" y="13197"/>
                      </a:lnTo>
                      <a:lnTo>
                        <a:pt x="1619" y="13108"/>
                      </a:lnTo>
                      <a:lnTo>
                        <a:pt x="1469" y="13020"/>
                      </a:lnTo>
                      <a:lnTo>
                        <a:pt x="1317" y="12935"/>
                      </a:lnTo>
                      <a:lnTo>
                        <a:pt x="1243" y="12893"/>
                      </a:lnTo>
                      <a:lnTo>
                        <a:pt x="1167" y="12852"/>
                      </a:lnTo>
                      <a:lnTo>
                        <a:pt x="1092" y="12813"/>
                      </a:lnTo>
                      <a:lnTo>
                        <a:pt x="1017" y="12773"/>
                      </a:lnTo>
                      <a:lnTo>
                        <a:pt x="1017" y="12747"/>
                      </a:lnTo>
                      <a:lnTo>
                        <a:pt x="1017" y="12724"/>
                      </a:lnTo>
                      <a:lnTo>
                        <a:pt x="1017" y="12702"/>
                      </a:lnTo>
                      <a:lnTo>
                        <a:pt x="1017" y="12680"/>
                      </a:lnTo>
                      <a:lnTo>
                        <a:pt x="953" y="12644"/>
                      </a:lnTo>
                      <a:lnTo>
                        <a:pt x="888" y="12608"/>
                      </a:lnTo>
                      <a:lnTo>
                        <a:pt x="824" y="12571"/>
                      </a:lnTo>
                      <a:lnTo>
                        <a:pt x="760" y="12536"/>
                      </a:lnTo>
                      <a:lnTo>
                        <a:pt x="696" y="12500"/>
                      </a:lnTo>
                      <a:lnTo>
                        <a:pt x="633" y="12465"/>
                      </a:lnTo>
                      <a:lnTo>
                        <a:pt x="569" y="12430"/>
                      </a:lnTo>
                      <a:lnTo>
                        <a:pt x="506" y="12394"/>
                      </a:lnTo>
                      <a:lnTo>
                        <a:pt x="442" y="12359"/>
                      </a:lnTo>
                      <a:lnTo>
                        <a:pt x="379" y="12324"/>
                      </a:lnTo>
                      <a:lnTo>
                        <a:pt x="316" y="12289"/>
                      </a:lnTo>
                      <a:lnTo>
                        <a:pt x="253" y="12254"/>
                      </a:lnTo>
                      <a:lnTo>
                        <a:pt x="189" y="12219"/>
                      </a:lnTo>
                      <a:lnTo>
                        <a:pt x="126" y="12184"/>
                      </a:lnTo>
                      <a:lnTo>
                        <a:pt x="63" y="12149"/>
                      </a:lnTo>
                      <a:lnTo>
                        <a:pt x="0" y="12114"/>
                      </a:lnTo>
                      <a:lnTo>
                        <a:pt x="0" y="12088"/>
                      </a:lnTo>
                      <a:lnTo>
                        <a:pt x="0" y="12061"/>
                      </a:lnTo>
                      <a:lnTo>
                        <a:pt x="0" y="12034"/>
                      </a:lnTo>
                      <a:lnTo>
                        <a:pt x="0" y="12007"/>
                      </a:lnTo>
                      <a:lnTo>
                        <a:pt x="0" y="11980"/>
                      </a:lnTo>
                      <a:lnTo>
                        <a:pt x="0" y="11954"/>
                      </a:lnTo>
                      <a:lnTo>
                        <a:pt x="0" y="11927"/>
                      </a:lnTo>
                      <a:lnTo>
                        <a:pt x="0" y="11900"/>
                      </a:lnTo>
                      <a:lnTo>
                        <a:pt x="58" y="11899"/>
                      </a:lnTo>
                      <a:lnTo>
                        <a:pt x="124" y="11899"/>
                      </a:lnTo>
                      <a:lnTo>
                        <a:pt x="197" y="11900"/>
                      </a:lnTo>
                      <a:lnTo>
                        <a:pt x="275" y="11900"/>
                      </a:lnTo>
                      <a:lnTo>
                        <a:pt x="357" y="11900"/>
                      </a:lnTo>
                      <a:lnTo>
                        <a:pt x="443" y="11899"/>
                      </a:lnTo>
                      <a:lnTo>
                        <a:pt x="530" y="11897"/>
                      </a:lnTo>
                      <a:lnTo>
                        <a:pt x="619" y="11892"/>
                      </a:lnTo>
                      <a:lnTo>
                        <a:pt x="663" y="11888"/>
                      </a:lnTo>
                      <a:lnTo>
                        <a:pt x="708" y="11885"/>
                      </a:lnTo>
                      <a:lnTo>
                        <a:pt x="751" y="11880"/>
                      </a:lnTo>
                      <a:lnTo>
                        <a:pt x="794" y="11874"/>
                      </a:lnTo>
                      <a:lnTo>
                        <a:pt x="837" y="11869"/>
                      </a:lnTo>
                      <a:lnTo>
                        <a:pt x="878" y="11862"/>
                      </a:lnTo>
                      <a:lnTo>
                        <a:pt x="919" y="11853"/>
                      </a:lnTo>
                      <a:lnTo>
                        <a:pt x="958" y="11844"/>
                      </a:lnTo>
                      <a:lnTo>
                        <a:pt x="997" y="11834"/>
                      </a:lnTo>
                      <a:lnTo>
                        <a:pt x="1034" y="11823"/>
                      </a:lnTo>
                      <a:lnTo>
                        <a:pt x="1069" y="11810"/>
                      </a:lnTo>
                      <a:lnTo>
                        <a:pt x="1103" y="11796"/>
                      </a:lnTo>
                      <a:lnTo>
                        <a:pt x="1134" y="11781"/>
                      </a:lnTo>
                      <a:lnTo>
                        <a:pt x="1165" y="11765"/>
                      </a:lnTo>
                      <a:lnTo>
                        <a:pt x="1192" y="11747"/>
                      </a:lnTo>
                      <a:lnTo>
                        <a:pt x="1217" y="11727"/>
                      </a:lnTo>
                      <a:lnTo>
                        <a:pt x="1228" y="11750"/>
                      </a:lnTo>
                      <a:lnTo>
                        <a:pt x="1239" y="11772"/>
                      </a:lnTo>
                      <a:lnTo>
                        <a:pt x="1250" y="11795"/>
                      </a:lnTo>
                      <a:lnTo>
                        <a:pt x="1260" y="11821"/>
                      </a:lnTo>
                      <a:lnTo>
                        <a:pt x="1282" y="11810"/>
                      </a:lnTo>
                      <a:lnTo>
                        <a:pt x="1308" y="11800"/>
                      </a:lnTo>
                      <a:lnTo>
                        <a:pt x="1334" y="11788"/>
                      </a:lnTo>
                      <a:lnTo>
                        <a:pt x="1361" y="11778"/>
                      </a:lnTo>
                      <a:lnTo>
                        <a:pt x="1372" y="11751"/>
                      </a:lnTo>
                      <a:lnTo>
                        <a:pt x="1383" y="11725"/>
                      </a:lnTo>
                      <a:lnTo>
                        <a:pt x="1392" y="11696"/>
                      </a:lnTo>
                      <a:lnTo>
                        <a:pt x="1400" y="11662"/>
                      </a:lnTo>
                      <a:lnTo>
                        <a:pt x="1410" y="11621"/>
                      </a:lnTo>
                      <a:lnTo>
                        <a:pt x="1419" y="11569"/>
                      </a:lnTo>
                      <a:lnTo>
                        <a:pt x="1429" y="11503"/>
                      </a:lnTo>
                      <a:lnTo>
                        <a:pt x="1440" y="11420"/>
                      </a:lnTo>
                      <a:lnTo>
                        <a:pt x="1453" y="11317"/>
                      </a:lnTo>
                      <a:lnTo>
                        <a:pt x="1467" y="11194"/>
                      </a:lnTo>
                      <a:lnTo>
                        <a:pt x="1483" y="11043"/>
                      </a:lnTo>
                      <a:lnTo>
                        <a:pt x="1503" y="10866"/>
                      </a:lnTo>
                      <a:lnTo>
                        <a:pt x="1525" y="10657"/>
                      </a:lnTo>
                      <a:lnTo>
                        <a:pt x="1549" y="10414"/>
                      </a:lnTo>
                      <a:lnTo>
                        <a:pt x="1579" y="10135"/>
                      </a:lnTo>
                      <a:lnTo>
                        <a:pt x="1611" y="9816"/>
                      </a:lnTo>
                      <a:lnTo>
                        <a:pt x="1646" y="9655"/>
                      </a:lnTo>
                      <a:lnTo>
                        <a:pt x="1684" y="9491"/>
                      </a:lnTo>
                      <a:lnTo>
                        <a:pt x="1722" y="9322"/>
                      </a:lnTo>
                      <a:lnTo>
                        <a:pt x="1764" y="9149"/>
                      </a:lnTo>
                      <a:lnTo>
                        <a:pt x="1808" y="8974"/>
                      </a:lnTo>
                      <a:lnTo>
                        <a:pt x="1855" y="8796"/>
                      </a:lnTo>
                      <a:lnTo>
                        <a:pt x="1904" y="8615"/>
                      </a:lnTo>
                      <a:lnTo>
                        <a:pt x="1955" y="8434"/>
                      </a:lnTo>
                      <a:lnTo>
                        <a:pt x="2009" y="8249"/>
                      </a:lnTo>
                      <a:lnTo>
                        <a:pt x="2065" y="8064"/>
                      </a:lnTo>
                      <a:lnTo>
                        <a:pt x="2123" y="7878"/>
                      </a:lnTo>
                      <a:lnTo>
                        <a:pt x="2185" y="7690"/>
                      </a:lnTo>
                      <a:lnTo>
                        <a:pt x="2248" y="7503"/>
                      </a:lnTo>
                      <a:lnTo>
                        <a:pt x="2314" y="7317"/>
                      </a:lnTo>
                      <a:lnTo>
                        <a:pt x="2383" y="7130"/>
                      </a:lnTo>
                      <a:lnTo>
                        <a:pt x="2454" y="6945"/>
                      </a:lnTo>
                      <a:lnTo>
                        <a:pt x="2528" y="6762"/>
                      </a:lnTo>
                      <a:lnTo>
                        <a:pt x="2605" y="6579"/>
                      </a:lnTo>
                      <a:lnTo>
                        <a:pt x="2684" y="6400"/>
                      </a:lnTo>
                      <a:lnTo>
                        <a:pt x="2765" y="6221"/>
                      </a:lnTo>
                      <a:lnTo>
                        <a:pt x="2849" y="6048"/>
                      </a:lnTo>
                      <a:lnTo>
                        <a:pt x="2936" y="5875"/>
                      </a:lnTo>
                      <a:lnTo>
                        <a:pt x="3025" y="5707"/>
                      </a:lnTo>
                      <a:lnTo>
                        <a:pt x="3118" y="5544"/>
                      </a:lnTo>
                      <a:lnTo>
                        <a:pt x="3212" y="5384"/>
                      </a:lnTo>
                      <a:lnTo>
                        <a:pt x="3310" y="5229"/>
                      </a:lnTo>
                      <a:lnTo>
                        <a:pt x="3410" y="5079"/>
                      </a:lnTo>
                      <a:lnTo>
                        <a:pt x="3513" y="4934"/>
                      </a:lnTo>
                      <a:lnTo>
                        <a:pt x="3619" y="4796"/>
                      </a:lnTo>
                      <a:lnTo>
                        <a:pt x="3727" y="4663"/>
                      </a:lnTo>
                      <a:lnTo>
                        <a:pt x="3839" y="4537"/>
                      </a:lnTo>
                      <a:lnTo>
                        <a:pt x="3952" y="4418"/>
                      </a:lnTo>
                      <a:lnTo>
                        <a:pt x="3983" y="4371"/>
                      </a:lnTo>
                      <a:lnTo>
                        <a:pt x="4015" y="4324"/>
                      </a:lnTo>
                      <a:lnTo>
                        <a:pt x="4051" y="4276"/>
                      </a:lnTo>
                      <a:lnTo>
                        <a:pt x="4089" y="4227"/>
                      </a:lnTo>
                      <a:lnTo>
                        <a:pt x="4167" y="4130"/>
                      </a:lnTo>
                      <a:lnTo>
                        <a:pt x="4247" y="4033"/>
                      </a:lnTo>
                      <a:lnTo>
                        <a:pt x="4287" y="3986"/>
                      </a:lnTo>
                      <a:lnTo>
                        <a:pt x="4325" y="3937"/>
                      </a:lnTo>
                      <a:lnTo>
                        <a:pt x="4363" y="3889"/>
                      </a:lnTo>
                      <a:lnTo>
                        <a:pt x="4397" y="3842"/>
                      </a:lnTo>
                      <a:lnTo>
                        <a:pt x="4429" y="3796"/>
                      </a:lnTo>
                      <a:lnTo>
                        <a:pt x="4458" y="3749"/>
                      </a:lnTo>
                      <a:lnTo>
                        <a:pt x="4471" y="3727"/>
                      </a:lnTo>
                      <a:lnTo>
                        <a:pt x="4483" y="3704"/>
                      </a:lnTo>
                      <a:lnTo>
                        <a:pt x="4494" y="3681"/>
                      </a:lnTo>
                      <a:lnTo>
                        <a:pt x="4504" y="3659"/>
                      </a:lnTo>
                      <a:lnTo>
                        <a:pt x="4526" y="3659"/>
                      </a:lnTo>
                      <a:lnTo>
                        <a:pt x="4548" y="3659"/>
                      </a:lnTo>
                      <a:lnTo>
                        <a:pt x="4571" y="3659"/>
                      </a:lnTo>
                      <a:lnTo>
                        <a:pt x="4597" y="3659"/>
                      </a:lnTo>
                      <a:lnTo>
                        <a:pt x="4615" y="3620"/>
                      </a:lnTo>
                      <a:lnTo>
                        <a:pt x="4634" y="3580"/>
                      </a:lnTo>
                      <a:lnTo>
                        <a:pt x="4658" y="3539"/>
                      </a:lnTo>
                      <a:lnTo>
                        <a:pt x="4683" y="3497"/>
                      </a:lnTo>
                      <a:lnTo>
                        <a:pt x="4711" y="3454"/>
                      </a:lnTo>
                      <a:lnTo>
                        <a:pt x="4742" y="3411"/>
                      </a:lnTo>
                      <a:lnTo>
                        <a:pt x="4774" y="3368"/>
                      </a:lnTo>
                      <a:lnTo>
                        <a:pt x="4809" y="3325"/>
                      </a:lnTo>
                      <a:lnTo>
                        <a:pt x="4847" y="3280"/>
                      </a:lnTo>
                      <a:lnTo>
                        <a:pt x="4885" y="3235"/>
                      </a:lnTo>
                      <a:lnTo>
                        <a:pt x="4925" y="3191"/>
                      </a:lnTo>
                      <a:lnTo>
                        <a:pt x="4965" y="3145"/>
                      </a:lnTo>
                      <a:lnTo>
                        <a:pt x="5009" y="3101"/>
                      </a:lnTo>
                      <a:lnTo>
                        <a:pt x="5052" y="3055"/>
                      </a:lnTo>
                      <a:lnTo>
                        <a:pt x="5096" y="3010"/>
                      </a:lnTo>
                      <a:lnTo>
                        <a:pt x="5142" y="2966"/>
                      </a:lnTo>
                      <a:lnTo>
                        <a:pt x="5232" y="2876"/>
                      </a:lnTo>
                      <a:lnTo>
                        <a:pt x="5325" y="2789"/>
                      </a:lnTo>
                      <a:lnTo>
                        <a:pt x="5417" y="2702"/>
                      </a:lnTo>
                      <a:lnTo>
                        <a:pt x="5505" y="2620"/>
                      </a:lnTo>
                      <a:lnTo>
                        <a:pt x="5592" y="2539"/>
                      </a:lnTo>
                      <a:lnTo>
                        <a:pt x="5672" y="2462"/>
                      </a:lnTo>
                      <a:lnTo>
                        <a:pt x="5748" y="2389"/>
                      </a:lnTo>
                      <a:lnTo>
                        <a:pt x="5814" y="2320"/>
                      </a:lnTo>
                      <a:lnTo>
                        <a:pt x="5921" y="2231"/>
                      </a:lnTo>
                      <a:lnTo>
                        <a:pt x="6028" y="2143"/>
                      </a:lnTo>
                      <a:lnTo>
                        <a:pt x="6136" y="2057"/>
                      </a:lnTo>
                      <a:lnTo>
                        <a:pt x="6243" y="1971"/>
                      </a:lnTo>
                      <a:lnTo>
                        <a:pt x="6353" y="1888"/>
                      </a:lnTo>
                      <a:lnTo>
                        <a:pt x="6461" y="1804"/>
                      </a:lnTo>
                      <a:lnTo>
                        <a:pt x="6572" y="1722"/>
                      </a:lnTo>
                      <a:lnTo>
                        <a:pt x="6683" y="1642"/>
                      </a:lnTo>
                      <a:lnTo>
                        <a:pt x="6794" y="1562"/>
                      </a:lnTo>
                      <a:lnTo>
                        <a:pt x="6905" y="1484"/>
                      </a:lnTo>
                      <a:lnTo>
                        <a:pt x="7019" y="1407"/>
                      </a:lnTo>
                      <a:lnTo>
                        <a:pt x="7132" y="1332"/>
                      </a:lnTo>
                      <a:lnTo>
                        <a:pt x="7245" y="1256"/>
                      </a:lnTo>
                      <a:lnTo>
                        <a:pt x="7359" y="1182"/>
                      </a:lnTo>
                      <a:lnTo>
                        <a:pt x="7474" y="1109"/>
                      </a:lnTo>
                      <a:lnTo>
                        <a:pt x="7591" y="1037"/>
                      </a:lnTo>
                      <a:lnTo>
                        <a:pt x="7706" y="966"/>
                      </a:lnTo>
                      <a:lnTo>
                        <a:pt x="7824" y="896"/>
                      </a:lnTo>
                      <a:lnTo>
                        <a:pt x="7942" y="827"/>
                      </a:lnTo>
                      <a:lnTo>
                        <a:pt x="8061" y="758"/>
                      </a:lnTo>
                      <a:lnTo>
                        <a:pt x="8180" y="692"/>
                      </a:lnTo>
                      <a:lnTo>
                        <a:pt x="8300" y="625"/>
                      </a:lnTo>
                      <a:lnTo>
                        <a:pt x="8420" y="559"/>
                      </a:lnTo>
                      <a:lnTo>
                        <a:pt x="8541" y="495"/>
                      </a:lnTo>
                      <a:lnTo>
                        <a:pt x="8664" y="431"/>
                      </a:lnTo>
                      <a:lnTo>
                        <a:pt x="8786" y="366"/>
                      </a:lnTo>
                      <a:lnTo>
                        <a:pt x="8910" y="303"/>
                      </a:lnTo>
                      <a:lnTo>
                        <a:pt x="9034" y="242"/>
                      </a:lnTo>
                      <a:lnTo>
                        <a:pt x="9159" y="181"/>
                      </a:lnTo>
                      <a:lnTo>
                        <a:pt x="9285" y="120"/>
                      </a:lnTo>
                      <a:lnTo>
                        <a:pt x="9411" y="60"/>
                      </a:lnTo>
                      <a:lnTo>
                        <a:pt x="9538" y="0"/>
                      </a:lnTo>
                      <a:lnTo>
                        <a:pt x="9556" y="17"/>
                      </a:lnTo>
                      <a:lnTo>
                        <a:pt x="9575" y="33"/>
                      </a:lnTo>
                      <a:lnTo>
                        <a:pt x="9595" y="49"/>
                      </a:lnTo>
                      <a:lnTo>
                        <a:pt x="9617" y="66"/>
                      </a:lnTo>
                      <a:lnTo>
                        <a:pt x="9617" y="104"/>
                      </a:lnTo>
                      <a:lnTo>
                        <a:pt x="9617" y="145"/>
                      </a:lnTo>
                      <a:lnTo>
                        <a:pt x="9617" y="187"/>
                      </a:lnTo>
                      <a:lnTo>
                        <a:pt x="9617" y="230"/>
                      </a:lnTo>
                      <a:lnTo>
                        <a:pt x="9590" y="237"/>
                      </a:lnTo>
                      <a:lnTo>
                        <a:pt x="9564" y="245"/>
                      </a:lnTo>
                      <a:lnTo>
                        <a:pt x="9539" y="255"/>
                      </a:lnTo>
                      <a:lnTo>
                        <a:pt x="9517" y="266"/>
                      </a:lnTo>
                      <a:lnTo>
                        <a:pt x="9517" y="288"/>
                      </a:lnTo>
                      <a:lnTo>
                        <a:pt x="9517" y="313"/>
                      </a:lnTo>
                      <a:lnTo>
                        <a:pt x="9517" y="340"/>
                      </a:lnTo>
                      <a:lnTo>
                        <a:pt x="9517" y="366"/>
                      </a:lnTo>
                      <a:lnTo>
                        <a:pt x="9484" y="377"/>
                      </a:lnTo>
                      <a:lnTo>
                        <a:pt x="9453" y="387"/>
                      </a:lnTo>
                      <a:lnTo>
                        <a:pt x="9423" y="398"/>
                      </a:lnTo>
                      <a:lnTo>
                        <a:pt x="9395" y="408"/>
                      </a:lnTo>
                      <a:lnTo>
                        <a:pt x="9269" y="548"/>
                      </a:lnTo>
                      <a:lnTo>
                        <a:pt x="9144" y="687"/>
                      </a:lnTo>
                      <a:lnTo>
                        <a:pt x="9023" y="826"/>
                      </a:lnTo>
                      <a:lnTo>
                        <a:pt x="8905" y="966"/>
                      </a:lnTo>
                      <a:lnTo>
                        <a:pt x="8788" y="1105"/>
                      </a:lnTo>
                      <a:lnTo>
                        <a:pt x="8675" y="1245"/>
                      </a:lnTo>
                      <a:lnTo>
                        <a:pt x="8565" y="1386"/>
                      </a:lnTo>
                      <a:lnTo>
                        <a:pt x="8456" y="1527"/>
                      </a:lnTo>
                      <a:lnTo>
                        <a:pt x="8351" y="1668"/>
                      </a:lnTo>
                      <a:lnTo>
                        <a:pt x="8247" y="1811"/>
                      </a:lnTo>
                      <a:lnTo>
                        <a:pt x="8146" y="1954"/>
                      </a:lnTo>
                      <a:lnTo>
                        <a:pt x="8047" y="2098"/>
                      </a:lnTo>
                      <a:lnTo>
                        <a:pt x="7950" y="2243"/>
                      </a:lnTo>
                      <a:lnTo>
                        <a:pt x="7856" y="2390"/>
                      </a:lnTo>
                      <a:lnTo>
                        <a:pt x="7762" y="2537"/>
                      </a:lnTo>
                      <a:lnTo>
                        <a:pt x="7671" y="2685"/>
                      </a:lnTo>
                      <a:lnTo>
                        <a:pt x="7583" y="2834"/>
                      </a:lnTo>
                      <a:lnTo>
                        <a:pt x="7497" y="2984"/>
                      </a:lnTo>
                      <a:lnTo>
                        <a:pt x="7410" y="3137"/>
                      </a:lnTo>
                      <a:lnTo>
                        <a:pt x="7328" y="3291"/>
                      </a:lnTo>
                      <a:lnTo>
                        <a:pt x="7246" y="3446"/>
                      </a:lnTo>
                      <a:lnTo>
                        <a:pt x="7165" y="3603"/>
                      </a:lnTo>
                      <a:lnTo>
                        <a:pt x="7086" y="3762"/>
                      </a:lnTo>
                      <a:lnTo>
                        <a:pt x="7009" y="3921"/>
                      </a:lnTo>
                      <a:lnTo>
                        <a:pt x="6933" y="4084"/>
                      </a:lnTo>
                      <a:lnTo>
                        <a:pt x="6859" y="4248"/>
                      </a:lnTo>
                      <a:lnTo>
                        <a:pt x="6787" y="4413"/>
                      </a:lnTo>
                      <a:lnTo>
                        <a:pt x="6714" y="4582"/>
                      </a:lnTo>
                      <a:lnTo>
                        <a:pt x="6643" y="4753"/>
                      </a:lnTo>
                      <a:lnTo>
                        <a:pt x="6573" y="4925"/>
                      </a:lnTo>
                      <a:lnTo>
                        <a:pt x="6506" y="5100"/>
                      </a:lnTo>
                      <a:lnTo>
                        <a:pt x="6438" y="5277"/>
                      </a:lnTo>
                      <a:lnTo>
                        <a:pt x="6390" y="5445"/>
                      </a:lnTo>
                      <a:lnTo>
                        <a:pt x="6345" y="5613"/>
                      </a:lnTo>
                      <a:lnTo>
                        <a:pt x="6302" y="5779"/>
                      </a:lnTo>
                      <a:lnTo>
                        <a:pt x="6261" y="5946"/>
                      </a:lnTo>
                      <a:lnTo>
                        <a:pt x="6221" y="6113"/>
                      </a:lnTo>
                      <a:lnTo>
                        <a:pt x="6184" y="6278"/>
                      </a:lnTo>
                      <a:lnTo>
                        <a:pt x="6149" y="6444"/>
                      </a:lnTo>
                      <a:lnTo>
                        <a:pt x="6115" y="6609"/>
                      </a:lnTo>
                      <a:lnTo>
                        <a:pt x="6084" y="6774"/>
                      </a:lnTo>
                      <a:lnTo>
                        <a:pt x="6054" y="6939"/>
                      </a:lnTo>
                      <a:lnTo>
                        <a:pt x="6028" y="7104"/>
                      </a:lnTo>
                      <a:lnTo>
                        <a:pt x="6002" y="7269"/>
                      </a:lnTo>
                      <a:lnTo>
                        <a:pt x="5979" y="7435"/>
                      </a:lnTo>
                      <a:lnTo>
                        <a:pt x="5958" y="7599"/>
                      </a:lnTo>
                      <a:lnTo>
                        <a:pt x="5938" y="7764"/>
                      </a:lnTo>
                      <a:lnTo>
                        <a:pt x="5920" y="7931"/>
                      </a:lnTo>
                      <a:lnTo>
                        <a:pt x="5905" y="8097"/>
                      </a:lnTo>
                      <a:lnTo>
                        <a:pt x="5891" y="8263"/>
                      </a:lnTo>
                      <a:lnTo>
                        <a:pt x="5880" y="8430"/>
                      </a:lnTo>
                      <a:lnTo>
                        <a:pt x="5870" y="8598"/>
                      </a:lnTo>
                      <a:lnTo>
                        <a:pt x="5862" y="8766"/>
                      </a:lnTo>
                      <a:lnTo>
                        <a:pt x="5857" y="8935"/>
                      </a:lnTo>
                      <a:lnTo>
                        <a:pt x="5853" y="9105"/>
                      </a:lnTo>
                      <a:lnTo>
                        <a:pt x="5852" y="9275"/>
                      </a:lnTo>
                      <a:lnTo>
                        <a:pt x="5852" y="9446"/>
                      </a:lnTo>
                      <a:lnTo>
                        <a:pt x="5854" y="9619"/>
                      </a:lnTo>
                      <a:lnTo>
                        <a:pt x="5859" y="9791"/>
                      </a:lnTo>
                      <a:lnTo>
                        <a:pt x="5864" y="9966"/>
                      </a:lnTo>
                      <a:lnTo>
                        <a:pt x="5873" y="10141"/>
                      </a:lnTo>
                      <a:lnTo>
                        <a:pt x="5882" y="10318"/>
                      </a:lnTo>
                      <a:lnTo>
                        <a:pt x="5893" y="10497"/>
                      </a:lnTo>
                      <a:lnTo>
                        <a:pt x="5907" y="10675"/>
                      </a:lnTo>
                      <a:lnTo>
                        <a:pt x="5941" y="10843"/>
                      </a:lnTo>
                      <a:lnTo>
                        <a:pt x="5972" y="10990"/>
                      </a:lnTo>
                      <a:lnTo>
                        <a:pt x="5997" y="11117"/>
                      </a:lnTo>
                      <a:lnTo>
                        <a:pt x="6021" y="11226"/>
                      </a:lnTo>
                      <a:lnTo>
                        <a:pt x="6040" y="11320"/>
                      </a:lnTo>
                      <a:lnTo>
                        <a:pt x="6057" y="11398"/>
                      </a:lnTo>
                      <a:lnTo>
                        <a:pt x="6072" y="11463"/>
                      </a:lnTo>
                      <a:lnTo>
                        <a:pt x="6084" y="11515"/>
                      </a:lnTo>
                      <a:lnTo>
                        <a:pt x="6095" y="11558"/>
                      </a:lnTo>
                      <a:lnTo>
                        <a:pt x="6105" y="11591"/>
                      </a:lnTo>
                      <a:lnTo>
                        <a:pt x="6114" y="11617"/>
                      </a:lnTo>
                      <a:lnTo>
                        <a:pt x="6122" y="11637"/>
                      </a:lnTo>
                      <a:lnTo>
                        <a:pt x="6130" y="11652"/>
                      </a:lnTo>
                      <a:lnTo>
                        <a:pt x="6139" y="11665"/>
                      </a:lnTo>
                      <a:lnTo>
                        <a:pt x="6148" y="11675"/>
                      </a:lnTo>
                      <a:lnTo>
                        <a:pt x="6158" y="11684"/>
                      </a:lnTo>
                      <a:lnTo>
                        <a:pt x="6235" y="11684"/>
                      </a:lnTo>
                      <a:lnTo>
                        <a:pt x="6311" y="11686"/>
                      </a:lnTo>
                      <a:lnTo>
                        <a:pt x="6385" y="11686"/>
                      </a:lnTo>
                      <a:lnTo>
                        <a:pt x="6461" y="11684"/>
                      </a:lnTo>
                      <a:lnTo>
                        <a:pt x="6536" y="11684"/>
                      </a:lnTo>
                      <a:lnTo>
                        <a:pt x="6611" y="11683"/>
                      </a:lnTo>
                      <a:lnTo>
                        <a:pt x="6686" y="11682"/>
                      </a:lnTo>
                      <a:lnTo>
                        <a:pt x="6761" y="11681"/>
                      </a:lnTo>
                      <a:lnTo>
                        <a:pt x="6836" y="11677"/>
                      </a:lnTo>
                      <a:lnTo>
                        <a:pt x="6910" y="11674"/>
                      </a:lnTo>
                      <a:lnTo>
                        <a:pt x="6986" y="11669"/>
                      </a:lnTo>
                      <a:lnTo>
                        <a:pt x="7062" y="11663"/>
                      </a:lnTo>
                      <a:lnTo>
                        <a:pt x="7137" y="11656"/>
                      </a:lnTo>
                      <a:lnTo>
                        <a:pt x="7214" y="11648"/>
                      </a:lnTo>
                      <a:lnTo>
                        <a:pt x="7291" y="11639"/>
                      </a:lnTo>
                      <a:lnTo>
                        <a:pt x="7368" y="11627"/>
                      </a:lnTo>
                      <a:lnTo>
                        <a:pt x="7368" y="11649"/>
                      </a:lnTo>
                      <a:lnTo>
                        <a:pt x="7368" y="11672"/>
                      </a:lnTo>
                      <a:lnTo>
                        <a:pt x="7368" y="11695"/>
                      </a:lnTo>
                      <a:lnTo>
                        <a:pt x="7368" y="11721"/>
                      </a:lnTo>
                      <a:lnTo>
                        <a:pt x="7386" y="11727"/>
                      </a:lnTo>
                      <a:lnTo>
                        <a:pt x="7406" y="11736"/>
                      </a:lnTo>
                      <a:lnTo>
                        <a:pt x="7425" y="11746"/>
                      </a:lnTo>
                      <a:lnTo>
                        <a:pt x="7448" y="11757"/>
                      </a:lnTo>
                      <a:lnTo>
                        <a:pt x="7442" y="11768"/>
                      </a:lnTo>
                      <a:lnTo>
                        <a:pt x="7430" y="11783"/>
                      </a:lnTo>
                      <a:lnTo>
                        <a:pt x="7410" y="11802"/>
                      </a:lnTo>
                      <a:lnTo>
                        <a:pt x="7385" y="11824"/>
                      </a:lnTo>
                      <a:lnTo>
                        <a:pt x="7353" y="11850"/>
                      </a:lnTo>
                      <a:lnTo>
                        <a:pt x="7317" y="11879"/>
                      </a:lnTo>
                      <a:lnTo>
                        <a:pt x="7275" y="11910"/>
                      </a:lnTo>
                      <a:lnTo>
                        <a:pt x="7228" y="11943"/>
                      </a:lnTo>
                      <a:lnTo>
                        <a:pt x="7123" y="12017"/>
                      </a:lnTo>
                      <a:lnTo>
                        <a:pt x="7006" y="12096"/>
                      </a:lnTo>
                      <a:lnTo>
                        <a:pt x="6880" y="12180"/>
                      </a:lnTo>
                      <a:lnTo>
                        <a:pt x="6748" y="12265"/>
                      </a:lnTo>
                      <a:lnTo>
                        <a:pt x="6615" y="12350"/>
                      </a:lnTo>
                      <a:lnTo>
                        <a:pt x="6483" y="12434"/>
                      </a:lnTo>
                      <a:lnTo>
                        <a:pt x="6356" y="12513"/>
                      </a:lnTo>
                      <a:lnTo>
                        <a:pt x="6240" y="12587"/>
                      </a:lnTo>
                      <a:lnTo>
                        <a:pt x="6136" y="12651"/>
                      </a:lnTo>
                      <a:lnTo>
                        <a:pt x="6047" y="12704"/>
                      </a:lnTo>
                      <a:lnTo>
                        <a:pt x="5980" y="12746"/>
                      </a:lnTo>
                      <a:lnTo>
                        <a:pt x="5937" y="12773"/>
                      </a:lnTo>
                      <a:lnTo>
                        <a:pt x="5937" y="12795"/>
                      </a:lnTo>
                      <a:lnTo>
                        <a:pt x="5937" y="12817"/>
                      </a:lnTo>
                      <a:lnTo>
                        <a:pt x="5937" y="12841"/>
                      </a:lnTo>
                      <a:lnTo>
                        <a:pt x="5937" y="12866"/>
                      </a:lnTo>
                      <a:lnTo>
                        <a:pt x="5870" y="12908"/>
                      </a:lnTo>
                      <a:lnTo>
                        <a:pt x="5805" y="12949"/>
                      </a:lnTo>
                      <a:lnTo>
                        <a:pt x="5738" y="12991"/>
                      </a:lnTo>
                      <a:lnTo>
                        <a:pt x="5673" y="13033"/>
                      </a:lnTo>
                      <a:lnTo>
                        <a:pt x="5608" y="13075"/>
                      </a:lnTo>
                      <a:lnTo>
                        <a:pt x="5541" y="13116"/>
                      </a:lnTo>
                      <a:lnTo>
                        <a:pt x="5476" y="13158"/>
                      </a:lnTo>
                      <a:lnTo>
                        <a:pt x="5410" y="13200"/>
                      </a:lnTo>
                      <a:lnTo>
                        <a:pt x="5344" y="13242"/>
                      </a:lnTo>
                      <a:lnTo>
                        <a:pt x="5278" y="13284"/>
                      </a:lnTo>
                      <a:lnTo>
                        <a:pt x="5213" y="13327"/>
                      </a:lnTo>
                      <a:lnTo>
                        <a:pt x="5147" y="13369"/>
                      </a:lnTo>
                      <a:lnTo>
                        <a:pt x="5081" y="13411"/>
                      </a:lnTo>
                      <a:lnTo>
                        <a:pt x="5016" y="13454"/>
                      </a:lnTo>
                      <a:lnTo>
                        <a:pt x="4949" y="13496"/>
                      </a:lnTo>
                      <a:lnTo>
                        <a:pt x="4884" y="13539"/>
                      </a:lnTo>
                      <a:lnTo>
                        <a:pt x="4884" y="13561"/>
                      </a:lnTo>
                      <a:lnTo>
                        <a:pt x="4884" y="13583"/>
                      </a:lnTo>
                      <a:lnTo>
                        <a:pt x="4884" y="13606"/>
                      </a:lnTo>
                      <a:lnTo>
                        <a:pt x="4884" y="13632"/>
                      </a:lnTo>
                      <a:lnTo>
                        <a:pt x="4865" y="13638"/>
                      </a:lnTo>
                      <a:lnTo>
                        <a:pt x="4847" y="13646"/>
                      </a:lnTo>
                      <a:lnTo>
                        <a:pt x="4826" y="13655"/>
                      </a:lnTo>
                      <a:lnTo>
                        <a:pt x="4805" y="13668"/>
                      </a:lnTo>
                      <a:lnTo>
                        <a:pt x="4758" y="13697"/>
                      </a:lnTo>
                      <a:lnTo>
                        <a:pt x="4707" y="13731"/>
                      </a:lnTo>
                      <a:lnTo>
                        <a:pt x="4679" y="13750"/>
                      </a:lnTo>
                      <a:lnTo>
                        <a:pt x="4651" y="13767"/>
                      </a:lnTo>
                      <a:lnTo>
                        <a:pt x="4620" y="13786"/>
                      </a:lnTo>
                      <a:lnTo>
                        <a:pt x="4590" y="13805"/>
                      </a:lnTo>
                      <a:lnTo>
                        <a:pt x="4557" y="13822"/>
                      </a:lnTo>
                      <a:lnTo>
                        <a:pt x="4525" y="13838"/>
                      </a:lnTo>
                      <a:lnTo>
                        <a:pt x="4490" y="13855"/>
                      </a:lnTo>
                      <a:lnTo>
                        <a:pt x="4454" y="13869"/>
                      </a:lnTo>
                      <a:lnTo>
                        <a:pt x="4454" y="13891"/>
                      </a:lnTo>
                      <a:lnTo>
                        <a:pt x="4454" y="13915"/>
                      </a:lnTo>
                      <a:lnTo>
                        <a:pt x="4454" y="13942"/>
                      </a:lnTo>
                      <a:lnTo>
                        <a:pt x="4454" y="13969"/>
                      </a:lnTo>
                      <a:lnTo>
                        <a:pt x="4428" y="13976"/>
                      </a:lnTo>
                      <a:lnTo>
                        <a:pt x="4402" y="13984"/>
                      </a:lnTo>
                      <a:lnTo>
                        <a:pt x="4377" y="13993"/>
                      </a:lnTo>
                      <a:lnTo>
                        <a:pt x="4353" y="14003"/>
                      </a:lnTo>
                      <a:lnTo>
                        <a:pt x="4329" y="14012"/>
                      </a:lnTo>
                      <a:lnTo>
                        <a:pt x="4307" y="14023"/>
                      </a:lnTo>
                      <a:lnTo>
                        <a:pt x="4285" y="14033"/>
                      </a:lnTo>
                      <a:lnTo>
                        <a:pt x="4262" y="14044"/>
                      </a:lnTo>
                      <a:lnTo>
                        <a:pt x="4220" y="14067"/>
                      </a:lnTo>
                      <a:lnTo>
                        <a:pt x="4180" y="14092"/>
                      </a:lnTo>
                      <a:lnTo>
                        <a:pt x="4140" y="14118"/>
                      </a:lnTo>
                      <a:lnTo>
                        <a:pt x="4103" y="14146"/>
                      </a:lnTo>
                      <a:lnTo>
                        <a:pt x="4064" y="14174"/>
                      </a:lnTo>
                      <a:lnTo>
                        <a:pt x="4027" y="14204"/>
                      </a:lnTo>
                      <a:lnTo>
                        <a:pt x="3990" y="14235"/>
                      </a:lnTo>
                      <a:lnTo>
                        <a:pt x="3951" y="14266"/>
                      </a:lnTo>
                      <a:lnTo>
                        <a:pt x="3913" y="14299"/>
                      </a:lnTo>
                      <a:lnTo>
                        <a:pt x="3873" y="14331"/>
                      </a:lnTo>
                      <a:lnTo>
                        <a:pt x="3831" y="14365"/>
                      </a:lnTo>
                      <a:lnTo>
                        <a:pt x="3788" y="14398"/>
                      </a:lnTo>
                      <a:lnTo>
                        <a:pt x="3788" y="14432"/>
                      </a:lnTo>
                      <a:lnTo>
                        <a:pt x="3788" y="14467"/>
                      </a:lnTo>
                      <a:lnTo>
                        <a:pt x="3788" y="14504"/>
                      </a:lnTo>
                      <a:lnTo>
                        <a:pt x="3788" y="14541"/>
                      </a:lnTo>
                      <a:lnTo>
                        <a:pt x="3759" y="14541"/>
                      </a:lnTo>
                      <a:lnTo>
                        <a:pt x="3728" y="14541"/>
                      </a:lnTo>
                      <a:lnTo>
                        <a:pt x="3699" y="14541"/>
                      </a:lnTo>
                      <a:lnTo>
                        <a:pt x="3670" y="14541"/>
                      </a:lnTo>
                      <a:lnTo>
                        <a:pt x="3640" y="14541"/>
                      </a:lnTo>
                      <a:lnTo>
                        <a:pt x="3611" y="14541"/>
                      </a:lnTo>
                      <a:lnTo>
                        <a:pt x="3582" y="14541"/>
                      </a:lnTo>
                      <a:lnTo>
                        <a:pt x="3551" y="14541"/>
                      </a:lnTo>
                      <a:close/>
                    </a:path>
                  </a:pathLst>
                </a:custGeom>
                <a:solidFill>
                  <a:srgbClr val="24262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40" name="Freeform 29">
                  <a:extLst>
                    <a:ext uri="{FF2B5EF4-FFF2-40B4-BE49-F238E27FC236}">
                      <a16:creationId xmlns:a16="http://schemas.microsoft.com/office/drawing/2014/main" id="{D4964F58-497D-4B09-82E4-2AC1A3A8F663}"/>
                    </a:ext>
                  </a:extLst>
                </p:cNvPr>
                <p:cNvSpPr>
                  <a:spLocks/>
                </p:cNvSpPr>
                <p:nvPr/>
              </p:nvSpPr>
              <p:spPr bwMode="auto">
                <a:xfrm>
                  <a:off x="1358" y="1280"/>
                  <a:ext cx="924" cy="1458"/>
                </a:xfrm>
                <a:custGeom>
                  <a:avLst/>
                  <a:gdLst>
                    <a:gd name="T0" fmla="*/ 0 w 8629"/>
                    <a:gd name="T1" fmla="*/ 0 h 13616"/>
                    <a:gd name="T2" fmla="*/ 0 w 8629"/>
                    <a:gd name="T3" fmla="*/ 0 h 13616"/>
                    <a:gd name="T4" fmla="*/ 0 w 8629"/>
                    <a:gd name="T5" fmla="*/ 0 h 13616"/>
                    <a:gd name="T6" fmla="*/ 0 w 8629"/>
                    <a:gd name="T7" fmla="*/ 0 h 13616"/>
                    <a:gd name="T8" fmla="*/ 0 w 8629"/>
                    <a:gd name="T9" fmla="*/ 0 h 13616"/>
                    <a:gd name="T10" fmla="*/ 0 w 8629"/>
                    <a:gd name="T11" fmla="*/ 0 h 13616"/>
                    <a:gd name="T12" fmla="*/ 0 w 8629"/>
                    <a:gd name="T13" fmla="*/ 0 h 13616"/>
                    <a:gd name="T14" fmla="*/ 0 w 8629"/>
                    <a:gd name="T15" fmla="*/ 0 h 13616"/>
                    <a:gd name="T16" fmla="*/ 0 w 8629"/>
                    <a:gd name="T17" fmla="*/ 0 h 13616"/>
                    <a:gd name="T18" fmla="*/ 0 w 8629"/>
                    <a:gd name="T19" fmla="*/ 0 h 13616"/>
                    <a:gd name="T20" fmla="*/ 0 w 8629"/>
                    <a:gd name="T21" fmla="*/ 0 h 13616"/>
                    <a:gd name="T22" fmla="*/ 0 w 8629"/>
                    <a:gd name="T23" fmla="*/ 0 h 13616"/>
                    <a:gd name="T24" fmla="*/ 0 w 8629"/>
                    <a:gd name="T25" fmla="*/ 0 h 13616"/>
                    <a:gd name="T26" fmla="*/ 0 w 8629"/>
                    <a:gd name="T27" fmla="*/ 0 h 13616"/>
                    <a:gd name="T28" fmla="*/ 0 w 8629"/>
                    <a:gd name="T29" fmla="*/ 0 h 13616"/>
                    <a:gd name="T30" fmla="*/ 0 w 8629"/>
                    <a:gd name="T31" fmla="*/ 0 h 13616"/>
                    <a:gd name="T32" fmla="*/ 0 w 8629"/>
                    <a:gd name="T33" fmla="*/ 0 h 13616"/>
                    <a:gd name="T34" fmla="*/ 0 w 8629"/>
                    <a:gd name="T35" fmla="*/ 0 h 13616"/>
                    <a:gd name="T36" fmla="*/ 0 w 8629"/>
                    <a:gd name="T37" fmla="*/ 0 h 13616"/>
                    <a:gd name="T38" fmla="*/ 0 w 8629"/>
                    <a:gd name="T39" fmla="*/ 0 h 13616"/>
                    <a:gd name="T40" fmla="*/ 0 w 8629"/>
                    <a:gd name="T41" fmla="*/ 0 h 13616"/>
                    <a:gd name="T42" fmla="*/ 0 w 8629"/>
                    <a:gd name="T43" fmla="*/ 0 h 13616"/>
                    <a:gd name="T44" fmla="*/ 0 w 8629"/>
                    <a:gd name="T45" fmla="*/ 0 h 13616"/>
                    <a:gd name="T46" fmla="*/ 0 w 8629"/>
                    <a:gd name="T47" fmla="*/ 0 h 13616"/>
                    <a:gd name="T48" fmla="*/ 0 w 8629"/>
                    <a:gd name="T49" fmla="*/ 0 h 13616"/>
                    <a:gd name="T50" fmla="*/ 0 w 8629"/>
                    <a:gd name="T51" fmla="*/ 0 h 13616"/>
                    <a:gd name="T52" fmla="*/ 0 w 8629"/>
                    <a:gd name="T53" fmla="*/ 0 h 13616"/>
                    <a:gd name="T54" fmla="*/ 0 w 8629"/>
                    <a:gd name="T55" fmla="*/ 0 h 13616"/>
                    <a:gd name="T56" fmla="*/ 0 w 8629"/>
                    <a:gd name="T57" fmla="*/ 0 h 13616"/>
                    <a:gd name="T58" fmla="*/ 0 w 8629"/>
                    <a:gd name="T59" fmla="*/ 0 h 13616"/>
                    <a:gd name="T60" fmla="*/ 0 w 8629"/>
                    <a:gd name="T61" fmla="*/ 0 h 13616"/>
                    <a:gd name="T62" fmla="*/ 0 w 8629"/>
                    <a:gd name="T63" fmla="*/ 0 h 13616"/>
                    <a:gd name="T64" fmla="*/ 0 w 8629"/>
                    <a:gd name="T65" fmla="*/ 0 h 13616"/>
                    <a:gd name="T66" fmla="*/ 0 w 8629"/>
                    <a:gd name="T67" fmla="*/ 0 h 13616"/>
                    <a:gd name="T68" fmla="*/ 0 w 8629"/>
                    <a:gd name="T69" fmla="*/ 0 h 13616"/>
                    <a:gd name="T70" fmla="*/ 0 w 8629"/>
                    <a:gd name="T71" fmla="*/ 0 h 13616"/>
                    <a:gd name="T72" fmla="*/ 0 w 8629"/>
                    <a:gd name="T73" fmla="*/ 0 h 13616"/>
                    <a:gd name="T74" fmla="*/ 0 w 8629"/>
                    <a:gd name="T75" fmla="*/ 0 h 13616"/>
                    <a:gd name="T76" fmla="*/ 0 w 8629"/>
                    <a:gd name="T77" fmla="*/ 0 h 13616"/>
                    <a:gd name="T78" fmla="*/ 0 w 8629"/>
                    <a:gd name="T79" fmla="*/ 0 h 13616"/>
                    <a:gd name="T80" fmla="*/ 0 w 8629"/>
                    <a:gd name="T81" fmla="*/ 0 h 13616"/>
                    <a:gd name="T82" fmla="*/ 0 w 8629"/>
                    <a:gd name="T83" fmla="*/ 0 h 13616"/>
                    <a:gd name="T84" fmla="*/ 0 w 8629"/>
                    <a:gd name="T85" fmla="*/ 0 h 13616"/>
                    <a:gd name="T86" fmla="*/ 0 w 8629"/>
                    <a:gd name="T87" fmla="*/ 0 h 13616"/>
                    <a:gd name="T88" fmla="*/ 0 w 8629"/>
                    <a:gd name="T89" fmla="*/ 0 h 13616"/>
                    <a:gd name="T90" fmla="*/ 0 w 8629"/>
                    <a:gd name="T91" fmla="*/ 0 h 13616"/>
                    <a:gd name="T92" fmla="*/ 0 w 8629"/>
                    <a:gd name="T93" fmla="*/ 0 h 13616"/>
                    <a:gd name="T94" fmla="*/ 0 w 8629"/>
                    <a:gd name="T95" fmla="*/ 0 h 13616"/>
                    <a:gd name="T96" fmla="*/ 0 w 8629"/>
                    <a:gd name="T97" fmla="*/ 0 h 13616"/>
                    <a:gd name="T98" fmla="*/ 0 w 8629"/>
                    <a:gd name="T99" fmla="*/ 0 h 13616"/>
                    <a:gd name="T100" fmla="*/ 0 w 8629"/>
                    <a:gd name="T101" fmla="*/ 0 h 13616"/>
                    <a:gd name="T102" fmla="*/ 0 w 8629"/>
                    <a:gd name="T103" fmla="*/ 0 h 13616"/>
                    <a:gd name="T104" fmla="*/ 0 w 8629"/>
                    <a:gd name="T105" fmla="*/ 0 h 13616"/>
                    <a:gd name="T106" fmla="*/ 0 w 8629"/>
                    <a:gd name="T107" fmla="*/ 0 h 13616"/>
                    <a:gd name="T108" fmla="*/ 0 w 8629"/>
                    <a:gd name="T109" fmla="*/ 0 h 13616"/>
                    <a:gd name="T110" fmla="*/ 0 w 8629"/>
                    <a:gd name="T111" fmla="*/ 0 h 136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29"/>
                    <a:gd name="T169" fmla="*/ 0 h 13616"/>
                    <a:gd name="T170" fmla="*/ 8629 w 8629"/>
                    <a:gd name="T171" fmla="*/ 13616 h 136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29" h="13616">
                      <a:moveTo>
                        <a:pt x="3243" y="13616"/>
                      </a:moveTo>
                      <a:lnTo>
                        <a:pt x="3041" y="13487"/>
                      </a:lnTo>
                      <a:lnTo>
                        <a:pt x="2838" y="13356"/>
                      </a:lnTo>
                      <a:lnTo>
                        <a:pt x="2636" y="13226"/>
                      </a:lnTo>
                      <a:lnTo>
                        <a:pt x="2433" y="13096"/>
                      </a:lnTo>
                      <a:lnTo>
                        <a:pt x="2230" y="12966"/>
                      </a:lnTo>
                      <a:lnTo>
                        <a:pt x="2027" y="12836"/>
                      </a:lnTo>
                      <a:lnTo>
                        <a:pt x="1825" y="12706"/>
                      </a:lnTo>
                      <a:lnTo>
                        <a:pt x="1622" y="12577"/>
                      </a:lnTo>
                      <a:lnTo>
                        <a:pt x="1419" y="12446"/>
                      </a:lnTo>
                      <a:lnTo>
                        <a:pt x="1216" y="12317"/>
                      </a:lnTo>
                      <a:lnTo>
                        <a:pt x="1013" y="12187"/>
                      </a:lnTo>
                      <a:lnTo>
                        <a:pt x="811" y="12057"/>
                      </a:lnTo>
                      <a:lnTo>
                        <a:pt x="609" y="11927"/>
                      </a:lnTo>
                      <a:lnTo>
                        <a:pt x="406" y="11799"/>
                      </a:lnTo>
                      <a:lnTo>
                        <a:pt x="203" y="11670"/>
                      </a:lnTo>
                      <a:lnTo>
                        <a:pt x="0" y="11540"/>
                      </a:lnTo>
                      <a:lnTo>
                        <a:pt x="142" y="11535"/>
                      </a:lnTo>
                      <a:lnTo>
                        <a:pt x="274" y="11530"/>
                      </a:lnTo>
                      <a:lnTo>
                        <a:pt x="396" y="11526"/>
                      </a:lnTo>
                      <a:lnTo>
                        <a:pt x="507" y="11524"/>
                      </a:lnTo>
                      <a:lnTo>
                        <a:pt x="701" y="11521"/>
                      </a:lnTo>
                      <a:lnTo>
                        <a:pt x="860" y="11517"/>
                      </a:lnTo>
                      <a:lnTo>
                        <a:pt x="928" y="11515"/>
                      </a:lnTo>
                      <a:lnTo>
                        <a:pt x="987" y="11510"/>
                      </a:lnTo>
                      <a:lnTo>
                        <a:pt x="1041" y="11503"/>
                      </a:lnTo>
                      <a:lnTo>
                        <a:pt x="1088" y="11495"/>
                      </a:lnTo>
                      <a:lnTo>
                        <a:pt x="1127" y="11484"/>
                      </a:lnTo>
                      <a:lnTo>
                        <a:pt x="1162" y="11472"/>
                      </a:lnTo>
                      <a:lnTo>
                        <a:pt x="1191" y="11454"/>
                      </a:lnTo>
                      <a:lnTo>
                        <a:pt x="1216" y="11434"/>
                      </a:lnTo>
                      <a:lnTo>
                        <a:pt x="1237" y="11410"/>
                      </a:lnTo>
                      <a:lnTo>
                        <a:pt x="1253" y="11381"/>
                      </a:lnTo>
                      <a:lnTo>
                        <a:pt x="1266" y="11347"/>
                      </a:lnTo>
                      <a:lnTo>
                        <a:pt x="1275" y="11308"/>
                      </a:lnTo>
                      <a:lnTo>
                        <a:pt x="1282" y="11264"/>
                      </a:lnTo>
                      <a:lnTo>
                        <a:pt x="1287" y="11214"/>
                      </a:lnTo>
                      <a:lnTo>
                        <a:pt x="1291" y="11158"/>
                      </a:lnTo>
                      <a:lnTo>
                        <a:pt x="1292" y="11095"/>
                      </a:lnTo>
                      <a:lnTo>
                        <a:pt x="1293" y="10947"/>
                      </a:lnTo>
                      <a:lnTo>
                        <a:pt x="1294" y="10768"/>
                      </a:lnTo>
                      <a:lnTo>
                        <a:pt x="1296" y="10665"/>
                      </a:lnTo>
                      <a:lnTo>
                        <a:pt x="1299" y="10553"/>
                      </a:lnTo>
                      <a:lnTo>
                        <a:pt x="1303" y="10433"/>
                      </a:lnTo>
                      <a:lnTo>
                        <a:pt x="1310" y="10302"/>
                      </a:lnTo>
                      <a:lnTo>
                        <a:pt x="1333" y="10160"/>
                      </a:lnTo>
                      <a:lnTo>
                        <a:pt x="1356" y="10019"/>
                      </a:lnTo>
                      <a:lnTo>
                        <a:pt x="1379" y="9879"/>
                      </a:lnTo>
                      <a:lnTo>
                        <a:pt x="1404" y="9741"/>
                      </a:lnTo>
                      <a:lnTo>
                        <a:pt x="1428" y="9604"/>
                      </a:lnTo>
                      <a:lnTo>
                        <a:pt x="1454" y="9468"/>
                      </a:lnTo>
                      <a:lnTo>
                        <a:pt x="1479" y="9334"/>
                      </a:lnTo>
                      <a:lnTo>
                        <a:pt x="1506" y="9200"/>
                      </a:lnTo>
                      <a:lnTo>
                        <a:pt x="1534" y="9067"/>
                      </a:lnTo>
                      <a:lnTo>
                        <a:pt x="1562" y="8935"/>
                      </a:lnTo>
                      <a:lnTo>
                        <a:pt x="1591" y="8804"/>
                      </a:lnTo>
                      <a:lnTo>
                        <a:pt x="1622" y="8674"/>
                      </a:lnTo>
                      <a:lnTo>
                        <a:pt x="1653" y="8544"/>
                      </a:lnTo>
                      <a:lnTo>
                        <a:pt x="1685" y="8415"/>
                      </a:lnTo>
                      <a:lnTo>
                        <a:pt x="1717" y="8287"/>
                      </a:lnTo>
                      <a:lnTo>
                        <a:pt x="1751" y="8159"/>
                      </a:lnTo>
                      <a:lnTo>
                        <a:pt x="1786" y="8031"/>
                      </a:lnTo>
                      <a:lnTo>
                        <a:pt x="1822" y="7904"/>
                      </a:lnTo>
                      <a:lnTo>
                        <a:pt x="1859" y="7778"/>
                      </a:lnTo>
                      <a:lnTo>
                        <a:pt x="1898" y="7651"/>
                      </a:lnTo>
                      <a:lnTo>
                        <a:pt x="1938" y="7525"/>
                      </a:lnTo>
                      <a:lnTo>
                        <a:pt x="1977" y="7398"/>
                      </a:lnTo>
                      <a:lnTo>
                        <a:pt x="2019" y="7272"/>
                      </a:lnTo>
                      <a:lnTo>
                        <a:pt x="2062" y="7146"/>
                      </a:lnTo>
                      <a:lnTo>
                        <a:pt x="2107" y="7019"/>
                      </a:lnTo>
                      <a:lnTo>
                        <a:pt x="2152" y="6893"/>
                      </a:lnTo>
                      <a:lnTo>
                        <a:pt x="2200" y="6766"/>
                      </a:lnTo>
                      <a:lnTo>
                        <a:pt x="2248" y="6639"/>
                      </a:lnTo>
                      <a:lnTo>
                        <a:pt x="2298" y="6512"/>
                      </a:lnTo>
                      <a:lnTo>
                        <a:pt x="2349" y="6385"/>
                      </a:lnTo>
                      <a:lnTo>
                        <a:pt x="2402" y="6257"/>
                      </a:lnTo>
                      <a:lnTo>
                        <a:pt x="2456" y="6128"/>
                      </a:lnTo>
                      <a:lnTo>
                        <a:pt x="2500" y="6043"/>
                      </a:lnTo>
                      <a:lnTo>
                        <a:pt x="2542" y="5959"/>
                      </a:lnTo>
                      <a:lnTo>
                        <a:pt x="2585" y="5876"/>
                      </a:lnTo>
                      <a:lnTo>
                        <a:pt x="2628" y="5792"/>
                      </a:lnTo>
                      <a:lnTo>
                        <a:pt x="2671" y="5708"/>
                      </a:lnTo>
                      <a:lnTo>
                        <a:pt x="2714" y="5624"/>
                      </a:lnTo>
                      <a:lnTo>
                        <a:pt x="2757" y="5540"/>
                      </a:lnTo>
                      <a:lnTo>
                        <a:pt x="2800" y="5456"/>
                      </a:lnTo>
                      <a:lnTo>
                        <a:pt x="2843" y="5372"/>
                      </a:lnTo>
                      <a:lnTo>
                        <a:pt x="2888" y="5289"/>
                      </a:lnTo>
                      <a:lnTo>
                        <a:pt x="2931" y="5205"/>
                      </a:lnTo>
                      <a:lnTo>
                        <a:pt x="2974" y="5123"/>
                      </a:lnTo>
                      <a:lnTo>
                        <a:pt x="3018" y="5039"/>
                      </a:lnTo>
                      <a:lnTo>
                        <a:pt x="3063" y="4956"/>
                      </a:lnTo>
                      <a:lnTo>
                        <a:pt x="3107" y="4873"/>
                      </a:lnTo>
                      <a:lnTo>
                        <a:pt x="3150" y="4789"/>
                      </a:lnTo>
                      <a:lnTo>
                        <a:pt x="3172" y="4789"/>
                      </a:lnTo>
                      <a:lnTo>
                        <a:pt x="3194" y="4789"/>
                      </a:lnTo>
                      <a:lnTo>
                        <a:pt x="3218" y="4789"/>
                      </a:lnTo>
                      <a:lnTo>
                        <a:pt x="3243" y="4789"/>
                      </a:lnTo>
                      <a:lnTo>
                        <a:pt x="3252" y="4759"/>
                      </a:lnTo>
                      <a:lnTo>
                        <a:pt x="3268" y="4720"/>
                      </a:lnTo>
                      <a:lnTo>
                        <a:pt x="3290" y="4673"/>
                      </a:lnTo>
                      <a:lnTo>
                        <a:pt x="3319" y="4617"/>
                      </a:lnTo>
                      <a:lnTo>
                        <a:pt x="3355" y="4555"/>
                      </a:lnTo>
                      <a:lnTo>
                        <a:pt x="3397" y="4486"/>
                      </a:lnTo>
                      <a:lnTo>
                        <a:pt x="3444" y="4412"/>
                      </a:lnTo>
                      <a:lnTo>
                        <a:pt x="3496" y="4331"/>
                      </a:lnTo>
                      <a:lnTo>
                        <a:pt x="3554" y="4246"/>
                      </a:lnTo>
                      <a:lnTo>
                        <a:pt x="3614" y="4157"/>
                      </a:lnTo>
                      <a:lnTo>
                        <a:pt x="3678" y="4065"/>
                      </a:lnTo>
                      <a:lnTo>
                        <a:pt x="3746" y="3971"/>
                      </a:lnTo>
                      <a:lnTo>
                        <a:pt x="3817" y="3873"/>
                      </a:lnTo>
                      <a:lnTo>
                        <a:pt x="3889" y="3775"/>
                      </a:lnTo>
                      <a:lnTo>
                        <a:pt x="3964" y="3676"/>
                      </a:lnTo>
                      <a:lnTo>
                        <a:pt x="4041" y="3576"/>
                      </a:lnTo>
                      <a:lnTo>
                        <a:pt x="4118" y="3477"/>
                      </a:lnTo>
                      <a:lnTo>
                        <a:pt x="4196" y="3378"/>
                      </a:lnTo>
                      <a:lnTo>
                        <a:pt x="4274" y="3281"/>
                      </a:lnTo>
                      <a:lnTo>
                        <a:pt x="4351" y="3187"/>
                      </a:lnTo>
                      <a:lnTo>
                        <a:pt x="4429" y="3094"/>
                      </a:lnTo>
                      <a:lnTo>
                        <a:pt x="4505" y="3006"/>
                      </a:lnTo>
                      <a:lnTo>
                        <a:pt x="4579" y="2922"/>
                      </a:lnTo>
                      <a:lnTo>
                        <a:pt x="4652" y="2843"/>
                      </a:lnTo>
                      <a:lnTo>
                        <a:pt x="4722" y="2768"/>
                      </a:lnTo>
                      <a:lnTo>
                        <a:pt x="4788" y="2699"/>
                      </a:lnTo>
                      <a:lnTo>
                        <a:pt x="4852" y="2638"/>
                      </a:lnTo>
                      <a:lnTo>
                        <a:pt x="4912" y="2583"/>
                      </a:lnTo>
                      <a:lnTo>
                        <a:pt x="4968" y="2536"/>
                      </a:lnTo>
                      <a:lnTo>
                        <a:pt x="5019" y="2498"/>
                      </a:lnTo>
                      <a:lnTo>
                        <a:pt x="5064" y="2468"/>
                      </a:lnTo>
                      <a:lnTo>
                        <a:pt x="5105" y="2449"/>
                      </a:lnTo>
                      <a:lnTo>
                        <a:pt x="5111" y="2423"/>
                      </a:lnTo>
                      <a:lnTo>
                        <a:pt x="5116" y="2399"/>
                      </a:lnTo>
                      <a:lnTo>
                        <a:pt x="5122" y="2376"/>
                      </a:lnTo>
                      <a:lnTo>
                        <a:pt x="5127" y="2355"/>
                      </a:lnTo>
                      <a:lnTo>
                        <a:pt x="5326" y="2179"/>
                      </a:lnTo>
                      <a:lnTo>
                        <a:pt x="5525" y="2006"/>
                      </a:lnTo>
                      <a:lnTo>
                        <a:pt x="5625" y="1919"/>
                      </a:lnTo>
                      <a:lnTo>
                        <a:pt x="5727" y="1833"/>
                      </a:lnTo>
                      <a:lnTo>
                        <a:pt x="5828" y="1748"/>
                      </a:lnTo>
                      <a:lnTo>
                        <a:pt x="5931" y="1663"/>
                      </a:lnTo>
                      <a:lnTo>
                        <a:pt x="6033" y="1579"/>
                      </a:lnTo>
                      <a:lnTo>
                        <a:pt x="6137" y="1495"/>
                      </a:lnTo>
                      <a:lnTo>
                        <a:pt x="6242" y="1414"/>
                      </a:lnTo>
                      <a:lnTo>
                        <a:pt x="6347" y="1332"/>
                      </a:lnTo>
                      <a:lnTo>
                        <a:pt x="6452" y="1252"/>
                      </a:lnTo>
                      <a:lnTo>
                        <a:pt x="6558" y="1172"/>
                      </a:lnTo>
                      <a:lnTo>
                        <a:pt x="6665" y="1093"/>
                      </a:lnTo>
                      <a:lnTo>
                        <a:pt x="6774" y="1016"/>
                      </a:lnTo>
                      <a:lnTo>
                        <a:pt x="6882" y="940"/>
                      </a:lnTo>
                      <a:lnTo>
                        <a:pt x="6992" y="866"/>
                      </a:lnTo>
                      <a:lnTo>
                        <a:pt x="7101" y="792"/>
                      </a:lnTo>
                      <a:lnTo>
                        <a:pt x="7213" y="721"/>
                      </a:lnTo>
                      <a:lnTo>
                        <a:pt x="7325" y="651"/>
                      </a:lnTo>
                      <a:lnTo>
                        <a:pt x="7438" y="583"/>
                      </a:lnTo>
                      <a:lnTo>
                        <a:pt x="7552" y="515"/>
                      </a:lnTo>
                      <a:lnTo>
                        <a:pt x="7668" y="451"/>
                      </a:lnTo>
                      <a:lnTo>
                        <a:pt x="7783" y="387"/>
                      </a:lnTo>
                      <a:lnTo>
                        <a:pt x="7901" y="325"/>
                      </a:lnTo>
                      <a:lnTo>
                        <a:pt x="8020" y="266"/>
                      </a:lnTo>
                      <a:lnTo>
                        <a:pt x="8139" y="208"/>
                      </a:lnTo>
                      <a:lnTo>
                        <a:pt x="8260" y="152"/>
                      </a:lnTo>
                      <a:lnTo>
                        <a:pt x="8381" y="100"/>
                      </a:lnTo>
                      <a:lnTo>
                        <a:pt x="8505" y="49"/>
                      </a:lnTo>
                      <a:lnTo>
                        <a:pt x="8629" y="0"/>
                      </a:lnTo>
                      <a:lnTo>
                        <a:pt x="8540" y="110"/>
                      </a:lnTo>
                      <a:lnTo>
                        <a:pt x="8451" y="221"/>
                      </a:lnTo>
                      <a:lnTo>
                        <a:pt x="8364" y="332"/>
                      </a:lnTo>
                      <a:lnTo>
                        <a:pt x="8276" y="444"/>
                      </a:lnTo>
                      <a:lnTo>
                        <a:pt x="8189" y="557"/>
                      </a:lnTo>
                      <a:lnTo>
                        <a:pt x="8102" y="670"/>
                      </a:lnTo>
                      <a:lnTo>
                        <a:pt x="8015" y="784"/>
                      </a:lnTo>
                      <a:lnTo>
                        <a:pt x="7929" y="898"/>
                      </a:lnTo>
                      <a:lnTo>
                        <a:pt x="7843" y="1014"/>
                      </a:lnTo>
                      <a:lnTo>
                        <a:pt x="7758" y="1129"/>
                      </a:lnTo>
                      <a:lnTo>
                        <a:pt x="7674" y="1246"/>
                      </a:lnTo>
                      <a:lnTo>
                        <a:pt x="7590" y="1362"/>
                      </a:lnTo>
                      <a:lnTo>
                        <a:pt x="7506" y="1481"/>
                      </a:lnTo>
                      <a:lnTo>
                        <a:pt x="7424" y="1600"/>
                      </a:lnTo>
                      <a:lnTo>
                        <a:pt x="7341" y="1719"/>
                      </a:lnTo>
                      <a:lnTo>
                        <a:pt x="7261" y="1840"/>
                      </a:lnTo>
                      <a:lnTo>
                        <a:pt x="7232" y="1852"/>
                      </a:lnTo>
                      <a:lnTo>
                        <a:pt x="7199" y="1875"/>
                      </a:lnTo>
                      <a:lnTo>
                        <a:pt x="7164" y="1909"/>
                      </a:lnTo>
                      <a:lnTo>
                        <a:pt x="7128" y="1952"/>
                      </a:lnTo>
                      <a:lnTo>
                        <a:pt x="7088" y="2005"/>
                      </a:lnTo>
                      <a:lnTo>
                        <a:pt x="7048" y="2065"/>
                      </a:lnTo>
                      <a:lnTo>
                        <a:pt x="7006" y="2134"/>
                      </a:lnTo>
                      <a:lnTo>
                        <a:pt x="6963" y="2210"/>
                      </a:lnTo>
                      <a:lnTo>
                        <a:pt x="6917" y="2291"/>
                      </a:lnTo>
                      <a:lnTo>
                        <a:pt x="6870" y="2380"/>
                      </a:lnTo>
                      <a:lnTo>
                        <a:pt x="6824" y="2472"/>
                      </a:lnTo>
                      <a:lnTo>
                        <a:pt x="6776" y="2570"/>
                      </a:lnTo>
                      <a:lnTo>
                        <a:pt x="6728" y="2671"/>
                      </a:lnTo>
                      <a:lnTo>
                        <a:pt x="6680" y="2775"/>
                      </a:lnTo>
                      <a:lnTo>
                        <a:pt x="6631" y="2882"/>
                      </a:lnTo>
                      <a:lnTo>
                        <a:pt x="6584" y="2991"/>
                      </a:lnTo>
                      <a:lnTo>
                        <a:pt x="6536" y="3100"/>
                      </a:lnTo>
                      <a:lnTo>
                        <a:pt x="6488" y="3211"/>
                      </a:lnTo>
                      <a:lnTo>
                        <a:pt x="6441" y="3322"/>
                      </a:lnTo>
                      <a:lnTo>
                        <a:pt x="6395" y="3431"/>
                      </a:lnTo>
                      <a:lnTo>
                        <a:pt x="6307" y="3646"/>
                      </a:lnTo>
                      <a:lnTo>
                        <a:pt x="6225" y="3850"/>
                      </a:lnTo>
                      <a:lnTo>
                        <a:pt x="6150" y="4037"/>
                      </a:lnTo>
                      <a:lnTo>
                        <a:pt x="6085" y="4204"/>
                      </a:lnTo>
                      <a:lnTo>
                        <a:pt x="6029" y="4344"/>
                      </a:lnTo>
                      <a:lnTo>
                        <a:pt x="5987" y="4452"/>
                      </a:lnTo>
                      <a:lnTo>
                        <a:pt x="5918" y="4711"/>
                      </a:lnTo>
                      <a:lnTo>
                        <a:pt x="5857" y="4949"/>
                      </a:lnTo>
                      <a:lnTo>
                        <a:pt x="5801" y="5168"/>
                      </a:lnTo>
                      <a:lnTo>
                        <a:pt x="5751" y="5367"/>
                      </a:lnTo>
                      <a:lnTo>
                        <a:pt x="5706" y="5551"/>
                      </a:lnTo>
                      <a:lnTo>
                        <a:pt x="5665" y="5718"/>
                      </a:lnTo>
                      <a:lnTo>
                        <a:pt x="5628" y="5870"/>
                      </a:lnTo>
                      <a:lnTo>
                        <a:pt x="5595" y="6006"/>
                      </a:lnTo>
                      <a:lnTo>
                        <a:pt x="5566" y="6130"/>
                      </a:lnTo>
                      <a:lnTo>
                        <a:pt x="5539" y="6242"/>
                      </a:lnTo>
                      <a:lnTo>
                        <a:pt x="5515" y="6341"/>
                      </a:lnTo>
                      <a:lnTo>
                        <a:pt x="5492" y="6430"/>
                      </a:lnTo>
                      <a:lnTo>
                        <a:pt x="5471" y="6510"/>
                      </a:lnTo>
                      <a:lnTo>
                        <a:pt x="5452" y="6581"/>
                      </a:lnTo>
                      <a:lnTo>
                        <a:pt x="5432" y="6644"/>
                      </a:lnTo>
                      <a:lnTo>
                        <a:pt x="5413" y="6701"/>
                      </a:lnTo>
                      <a:lnTo>
                        <a:pt x="5397" y="6986"/>
                      </a:lnTo>
                      <a:lnTo>
                        <a:pt x="5383" y="7238"/>
                      </a:lnTo>
                      <a:lnTo>
                        <a:pt x="5370" y="7460"/>
                      </a:lnTo>
                      <a:lnTo>
                        <a:pt x="5359" y="7658"/>
                      </a:lnTo>
                      <a:lnTo>
                        <a:pt x="5350" y="7835"/>
                      </a:lnTo>
                      <a:lnTo>
                        <a:pt x="5343" y="7996"/>
                      </a:lnTo>
                      <a:lnTo>
                        <a:pt x="5337" y="8145"/>
                      </a:lnTo>
                      <a:lnTo>
                        <a:pt x="5331" y="8287"/>
                      </a:lnTo>
                      <a:lnTo>
                        <a:pt x="5328" y="8426"/>
                      </a:lnTo>
                      <a:lnTo>
                        <a:pt x="5326" y="8566"/>
                      </a:lnTo>
                      <a:lnTo>
                        <a:pt x="5323" y="8711"/>
                      </a:lnTo>
                      <a:lnTo>
                        <a:pt x="5322" y="8868"/>
                      </a:lnTo>
                      <a:lnTo>
                        <a:pt x="5321" y="9038"/>
                      </a:lnTo>
                      <a:lnTo>
                        <a:pt x="5321" y="9227"/>
                      </a:lnTo>
                      <a:lnTo>
                        <a:pt x="5321" y="9439"/>
                      </a:lnTo>
                      <a:lnTo>
                        <a:pt x="5320" y="9679"/>
                      </a:lnTo>
                      <a:lnTo>
                        <a:pt x="5355" y="9906"/>
                      </a:lnTo>
                      <a:lnTo>
                        <a:pt x="5385" y="10115"/>
                      </a:lnTo>
                      <a:lnTo>
                        <a:pt x="5412" y="10304"/>
                      </a:lnTo>
                      <a:lnTo>
                        <a:pt x="5436" y="10475"/>
                      </a:lnTo>
                      <a:lnTo>
                        <a:pt x="5457" y="10629"/>
                      </a:lnTo>
                      <a:lnTo>
                        <a:pt x="5475" y="10765"/>
                      </a:lnTo>
                      <a:lnTo>
                        <a:pt x="5491" y="10886"/>
                      </a:lnTo>
                      <a:lnTo>
                        <a:pt x="5505" y="10993"/>
                      </a:lnTo>
                      <a:lnTo>
                        <a:pt x="5517" y="11085"/>
                      </a:lnTo>
                      <a:lnTo>
                        <a:pt x="5527" y="11163"/>
                      </a:lnTo>
                      <a:lnTo>
                        <a:pt x="5536" y="11227"/>
                      </a:lnTo>
                      <a:lnTo>
                        <a:pt x="5544" y="11280"/>
                      </a:lnTo>
                      <a:lnTo>
                        <a:pt x="5551" y="11321"/>
                      </a:lnTo>
                      <a:lnTo>
                        <a:pt x="5558" y="11352"/>
                      </a:lnTo>
                      <a:lnTo>
                        <a:pt x="5561" y="11363"/>
                      </a:lnTo>
                      <a:lnTo>
                        <a:pt x="5565" y="11372"/>
                      </a:lnTo>
                      <a:lnTo>
                        <a:pt x="5568" y="11378"/>
                      </a:lnTo>
                      <a:lnTo>
                        <a:pt x="5570" y="11383"/>
                      </a:lnTo>
                      <a:lnTo>
                        <a:pt x="5629" y="11381"/>
                      </a:lnTo>
                      <a:lnTo>
                        <a:pt x="5686" y="11377"/>
                      </a:lnTo>
                      <a:lnTo>
                        <a:pt x="5744" y="11375"/>
                      </a:lnTo>
                      <a:lnTo>
                        <a:pt x="5802" y="11372"/>
                      </a:lnTo>
                      <a:lnTo>
                        <a:pt x="5860" y="11370"/>
                      </a:lnTo>
                      <a:lnTo>
                        <a:pt x="5918" y="11368"/>
                      </a:lnTo>
                      <a:lnTo>
                        <a:pt x="5975" y="11364"/>
                      </a:lnTo>
                      <a:lnTo>
                        <a:pt x="6033" y="11362"/>
                      </a:lnTo>
                      <a:lnTo>
                        <a:pt x="6090" y="11360"/>
                      </a:lnTo>
                      <a:lnTo>
                        <a:pt x="6149" y="11359"/>
                      </a:lnTo>
                      <a:lnTo>
                        <a:pt x="6206" y="11356"/>
                      </a:lnTo>
                      <a:lnTo>
                        <a:pt x="6264" y="11354"/>
                      </a:lnTo>
                      <a:lnTo>
                        <a:pt x="6321" y="11352"/>
                      </a:lnTo>
                      <a:lnTo>
                        <a:pt x="6380" y="11350"/>
                      </a:lnTo>
                      <a:lnTo>
                        <a:pt x="6437" y="11349"/>
                      </a:lnTo>
                      <a:lnTo>
                        <a:pt x="6495" y="11347"/>
                      </a:lnTo>
                      <a:lnTo>
                        <a:pt x="6158" y="11600"/>
                      </a:lnTo>
                      <a:lnTo>
                        <a:pt x="5863" y="11820"/>
                      </a:lnTo>
                      <a:lnTo>
                        <a:pt x="5608" y="12011"/>
                      </a:lnTo>
                      <a:lnTo>
                        <a:pt x="5387" y="12176"/>
                      </a:lnTo>
                      <a:lnTo>
                        <a:pt x="5201" y="12314"/>
                      </a:lnTo>
                      <a:lnTo>
                        <a:pt x="5045" y="12431"/>
                      </a:lnTo>
                      <a:lnTo>
                        <a:pt x="4915" y="12526"/>
                      </a:lnTo>
                      <a:lnTo>
                        <a:pt x="4810" y="12603"/>
                      </a:lnTo>
                      <a:lnTo>
                        <a:pt x="4726" y="12664"/>
                      </a:lnTo>
                      <a:lnTo>
                        <a:pt x="4661" y="12711"/>
                      </a:lnTo>
                      <a:lnTo>
                        <a:pt x="4611" y="12744"/>
                      </a:lnTo>
                      <a:lnTo>
                        <a:pt x="4574" y="12769"/>
                      </a:lnTo>
                      <a:lnTo>
                        <a:pt x="4546" y="12785"/>
                      </a:lnTo>
                      <a:lnTo>
                        <a:pt x="4525" y="12796"/>
                      </a:lnTo>
                      <a:lnTo>
                        <a:pt x="4506" y="12803"/>
                      </a:lnTo>
                      <a:lnTo>
                        <a:pt x="4490" y="12807"/>
                      </a:lnTo>
                      <a:lnTo>
                        <a:pt x="4490" y="12829"/>
                      </a:lnTo>
                      <a:lnTo>
                        <a:pt x="4490" y="12852"/>
                      </a:lnTo>
                      <a:lnTo>
                        <a:pt x="4490" y="12875"/>
                      </a:lnTo>
                      <a:lnTo>
                        <a:pt x="4490" y="12901"/>
                      </a:lnTo>
                      <a:lnTo>
                        <a:pt x="4461" y="12911"/>
                      </a:lnTo>
                      <a:lnTo>
                        <a:pt x="4431" y="12922"/>
                      </a:lnTo>
                      <a:lnTo>
                        <a:pt x="4403" y="12933"/>
                      </a:lnTo>
                      <a:lnTo>
                        <a:pt x="4377" y="12946"/>
                      </a:lnTo>
                      <a:lnTo>
                        <a:pt x="4350" y="12959"/>
                      </a:lnTo>
                      <a:lnTo>
                        <a:pt x="4323" y="12973"/>
                      </a:lnTo>
                      <a:lnTo>
                        <a:pt x="4297" y="12988"/>
                      </a:lnTo>
                      <a:lnTo>
                        <a:pt x="4272" y="13003"/>
                      </a:lnTo>
                      <a:lnTo>
                        <a:pt x="4220" y="13035"/>
                      </a:lnTo>
                      <a:lnTo>
                        <a:pt x="4171" y="13067"/>
                      </a:lnTo>
                      <a:lnTo>
                        <a:pt x="4122" y="13102"/>
                      </a:lnTo>
                      <a:lnTo>
                        <a:pt x="4075" y="13136"/>
                      </a:lnTo>
                      <a:lnTo>
                        <a:pt x="4026" y="13171"/>
                      </a:lnTo>
                      <a:lnTo>
                        <a:pt x="3977" y="13205"/>
                      </a:lnTo>
                      <a:lnTo>
                        <a:pt x="3928" y="13237"/>
                      </a:lnTo>
                      <a:lnTo>
                        <a:pt x="3878" y="13268"/>
                      </a:lnTo>
                      <a:lnTo>
                        <a:pt x="3852" y="13283"/>
                      </a:lnTo>
                      <a:lnTo>
                        <a:pt x="3825" y="13297"/>
                      </a:lnTo>
                      <a:lnTo>
                        <a:pt x="3800" y="13311"/>
                      </a:lnTo>
                      <a:lnTo>
                        <a:pt x="3773" y="13324"/>
                      </a:lnTo>
                      <a:lnTo>
                        <a:pt x="3745" y="13335"/>
                      </a:lnTo>
                      <a:lnTo>
                        <a:pt x="3717" y="13347"/>
                      </a:lnTo>
                      <a:lnTo>
                        <a:pt x="3689" y="13358"/>
                      </a:lnTo>
                      <a:lnTo>
                        <a:pt x="3660" y="13366"/>
                      </a:lnTo>
                      <a:lnTo>
                        <a:pt x="3656" y="13381"/>
                      </a:lnTo>
                      <a:lnTo>
                        <a:pt x="3651" y="13395"/>
                      </a:lnTo>
                      <a:lnTo>
                        <a:pt x="3646" y="13409"/>
                      </a:lnTo>
                      <a:lnTo>
                        <a:pt x="3639" y="13422"/>
                      </a:lnTo>
                      <a:lnTo>
                        <a:pt x="3630" y="13434"/>
                      </a:lnTo>
                      <a:lnTo>
                        <a:pt x="3622" y="13446"/>
                      </a:lnTo>
                      <a:lnTo>
                        <a:pt x="3612" y="13459"/>
                      </a:lnTo>
                      <a:lnTo>
                        <a:pt x="3601" y="13469"/>
                      </a:lnTo>
                      <a:lnTo>
                        <a:pt x="3590" y="13481"/>
                      </a:lnTo>
                      <a:lnTo>
                        <a:pt x="3578" y="13492"/>
                      </a:lnTo>
                      <a:lnTo>
                        <a:pt x="3564" y="13501"/>
                      </a:lnTo>
                      <a:lnTo>
                        <a:pt x="3551" y="13511"/>
                      </a:lnTo>
                      <a:lnTo>
                        <a:pt x="3537" y="13521"/>
                      </a:lnTo>
                      <a:lnTo>
                        <a:pt x="3522" y="13529"/>
                      </a:lnTo>
                      <a:lnTo>
                        <a:pt x="3507" y="13537"/>
                      </a:lnTo>
                      <a:lnTo>
                        <a:pt x="3492" y="13545"/>
                      </a:lnTo>
                      <a:lnTo>
                        <a:pt x="3460" y="13560"/>
                      </a:lnTo>
                      <a:lnTo>
                        <a:pt x="3428" y="13573"/>
                      </a:lnTo>
                      <a:lnTo>
                        <a:pt x="3395" y="13584"/>
                      </a:lnTo>
                      <a:lnTo>
                        <a:pt x="3362" y="13594"/>
                      </a:lnTo>
                      <a:lnTo>
                        <a:pt x="3330" y="13602"/>
                      </a:lnTo>
                      <a:lnTo>
                        <a:pt x="3299" y="13608"/>
                      </a:lnTo>
                      <a:lnTo>
                        <a:pt x="3270" y="13614"/>
                      </a:lnTo>
                      <a:lnTo>
                        <a:pt x="3243" y="13616"/>
                      </a:ln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nvGrpSpPr>
              <p:cNvPr id="30736" name="Group 30">
                <a:extLst>
                  <a:ext uri="{FF2B5EF4-FFF2-40B4-BE49-F238E27FC236}">
                    <a16:creationId xmlns:a16="http://schemas.microsoft.com/office/drawing/2014/main" id="{63BE100E-01DD-4287-888B-E7A7573C0815}"/>
                  </a:ext>
                </a:extLst>
              </p:cNvPr>
              <p:cNvGrpSpPr>
                <a:grpSpLocks/>
              </p:cNvGrpSpPr>
              <p:nvPr/>
            </p:nvGrpSpPr>
            <p:grpSpPr bwMode="auto">
              <a:xfrm flipH="1" flipV="1">
                <a:off x="2976" y="672"/>
                <a:ext cx="1029" cy="1556"/>
                <a:chOff x="1321" y="1223"/>
                <a:chExt cx="1029" cy="1556"/>
              </a:xfrm>
            </p:grpSpPr>
            <p:sp>
              <p:nvSpPr>
                <p:cNvPr id="30737" name="Freeform 31">
                  <a:extLst>
                    <a:ext uri="{FF2B5EF4-FFF2-40B4-BE49-F238E27FC236}">
                      <a16:creationId xmlns:a16="http://schemas.microsoft.com/office/drawing/2014/main" id="{72526595-643D-48AF-9E0F-E80C7338C43B}"/>
                    </a:ext>
                  </a:extLst>
                </p:cNvPr>
                <p:cNvSpPr>
                  <a:spLocks/>
                </p:cNvSpPr>
                <p:nvPr/>
              </p:nvSpPr>
              <p:spPr bwMode="auto">
                <a:xfrm>
                  <a:off x="1321" y="1223"/>
                  <a:ext cx="1029" cy="1556"/>
                </a:xfrm>
                <a:custGeom>
                  <a:avLst/>
                  <a:gdLst>
                    <a:gd name="T0" fmla="*/ 0 w 9617"/>
                    <a:gd name="T1" fmla="*/ 0 h 14541"/>
                    <a:gd name="T2" fmla="*/ 0 w 9617"/>
                    <a:gd name="T3" fmla="*/ 0 h 14541"/>
                    <a:gd name="T4" fmla="*/ 0 w 9617"/>
                    <a:gd name="T5" fmla="*/ 0 h 14541"/>
                    <a:gd name="T6" fmla="*/ 0 w 9617"/>
                    <a:gd name="T7" fmla="*/ 0 h 14541"/>
                    <a:gd name="T8" fmla="*/ 0 w 9617"/>
                    <a:gd name="T9" fmla="*/ 0 h 14541"/>
                    <a:gd name="T10" fmla="*/ 0 w 9617"/>
                    <a:gd name="T11" fmla="*/ 0 h 14541"/>
                    <a:gd name="T12" fmla="*/ 0 w 9617"/>
                    <a:gd name="T13" fmla="*/ 0 h 14541"/>
                    <a:gd name="T14" fmla="*/ 0 w 9617"/>
                    <a:gd name="T15" fmla="*/ 0 h 14541"/>
                    <a:gd name="T16" fmla="*/ 0 w 9617"/>
                    <a:gd name="T17" fmla="*/ 0 h 14541"/>
                    <a:gd name="T18" fmla="*/ 0 w 9617"/>
                    <a:gd name="T19" fmla="*/ 0 h 14541"/>
                    <a:gd name="T20" fmla="*/ 0 w 9617"/>
                    <a:gd name="T21" fmla="*/ 0 h 14541"/>
                    <a:gd name="T22" fmla="*/ 0 w 9617"/>
                    <a:gd name="T23" fmla="*/ 0 h 14541"/>
                    <a:gd name="T24" fmla="*/ 0 w 9617"/>
                    <a:gd name="T25" fmla="*/ 0 h 14541"/>
                    <a:gd name="T26" fmla="*/ 0 w 9617"/>
                    <a:gd name="T27" fmla="*/ 0 h 14541"/>
                    <a:gd name="T28" fmla="*/ 0 w 9617"/>
                    <a:gd name="T29" fmla="*/ 0 h 14541"/>
                    <a:gd name="T30" fmla="*/ 0 w 9617"/>
                    <a:gd name="T31" fmla="*/ 0 h 14541"/>
                    <a:gd name="T32" fmla="*/ 0 w 9617"/>
                    <a:gd name="T33" fmla="*/ 0 h 14541"/>
                    <a:gd name="T34" fmla="*/ 0 w 9617"/>
                    <a:gd name="T35" fmla="*/ 0 h 14541"/>
                    <a:gd name="T36" fmla="*/ 0 w 9617"/>
                    <a:gd name="T37" fmla="*/ 0 h 14541"/>
                    <a:gd name="T38" fmla="*/ 0 w 9617"/>
                    <a:gd name="T39" fmla="*/ 0 h 14541"/>
                    <a:gd name="T40" fmla="*/ 0 w 9617"/>
                    <a:gd name="T41" fmla="*/ 0 h 14541"/>
                    <a:gd name="T42" fmla="*/ 0 w 9617"/>
                    <a:gd name="T43" fmla="*/ 0 h 14541"/>
                    <a:gd name="T44" fmla="*/ 0 w 9617"/>
                    <a:gd name="T45" fmla="*/ 0 h 14541"/>
                    <a:gd name="T46" fmla="*/ 0 w 9617"/>
                    <a:gd name="T47" fmla="*/ 0 h 14541"/>
                    <a:gd name="T48" fmla="*/ 0 w 9617"/>
                    <a:gd name="T49" fmla="*/ 0 h 14541"/>
                    <a:gd name="T50" fmla="*/ 0 w 9617"/>
                    <a:gd name="T51" fmla="*/ 0 h 14541"/>
                    <a:gd name="T52" fmla="*/ 0 w 9617"/>
                    <a:gd name="T53" fmla="*/ 0 h 14541"/>
                    <a:gd name="T54" fmla="*/ 0 w 9617"/>
                    <a:gd name="T55" fmla="*/ 0 h 14541"/>
                    <a:gd name="T56" fmla="*/ 0 w 9617"/>
                    <a:gd name="T57" fmla="*/ 0 h 14541"/>
                    <a:gd name="T58" fmla="*/ 0 w 9617"/>
                    <a:gd name="T59" fmla="*/ 0 h 14541"/>
                    <a:gd name="T60" fmla="*/ 0 w 9617"/>
                    <a:gd name="T61" fmla="*/ 0 h 14541"/>
                    <a:gd name="T62" fmla="*/ 0 w 9617"/>
                    <a:gd name="T63" fmla="*/ 0 h 14541"/>
                    <a:gd name="T64" fmla="*/ 0 w 9617"/>
                    <a:gd name="T65" fmla="*/ 0 h 14541"/>
                    <a:gd name="T66" fmla="*/ 0 w 9617"/>
                    <a:gd name="T67" fmla="*/ 0 h 14541"/>
                    <a:gd name="T68" fmla="*/ 0 w 9617"/>
                    <a:gd name="T69" fmla="*/ 0 h 14541"/>
                    <a:gd name="T70" fmla="*/ 0 w 9617"/>
                    <a:gd name="T71" fmla="*/ 0 h 14541"/>
                    <a:gd name="T72" fmla="*/ 0 w 9617"/>
                    <a:gd name="T73" fmla="*/ 0 h 14541"/>
                    <a:gd name="T74" fmla="*/ 0 w 9617"/>
                    <a:gd name="T75" fmla="*/ 0 h 14541"/>
                    <a:gd name="T76" fmla="*/ 0 w 9617"/>
                    <a:gd name="T77" fmla="*/ 0 h 14541"/>
                    <a:gd name="T78" fmla="*/ 0 w 9617"/>
                    <a:gd name="T79" fmla="*/ 0 h 14541"/>
                    <a:gd name="T80" fmla="*/ 0 w 9617"/>
                    <a:gd name="T81" fmla="*/ 0 h 14541"/>
                    <a:gd name="T82" fmla="*/ 0 w 9617"/>
                    <a:gd name="T83" fmla="*/ 0 h 14541"/>
                    <a:gd name="T84" fmla="*/ 0 w 9617"/>
                    <a:gd name="T85" fmla="*/ 0 h 14541"/>
                    <a:gd name="T86" fmla="*/ 0 w 9617"/>
                    <a:gd name="T87" fmla="*/ 0 h 14541"/>
                    <a:gd name="T88" fmla="*/ 0 w 9617"/>
                    <a:gd name="T89" fmla="*/ 0 h 14541"/>
                    <a:gd name="T90" fmla="*/ 0 w 9617"/>
                    <a:gd name="T91" fmla="*/ 0 h 14541"/>
                    <a:gd name="T92" fmla="*/ 0 w 9617"/>
                    <a:gd name="T93" fmla="*/ 0 h 14541"/>
                    <a:gd name="T94" fmla="*/ 0 w 9617"/>
                    <a:gd name="T95" fmla="*/ 0 h 14541"/>
                    <a:gd name="T96" fmla="*/ 0 w 9617"/>
                    <a:gd name="T97" fmla="*/ 0 h 14541"/>
                    <a:gd name="T98" fmla="*/ 0 w 9617"/>
                    <a:gd name="T99" fmla="*/ 0 h 14541"/>
                    <a:gd name="T100" fmla="*/ 0 w 9617"/>
                    <a:gd name="T101" fmla="*/ 0 h 14541"/>
                    <a:gd name="T102" fmla="*/ 0 w 9617"/>
                    <a:gd name="T103" fmla="*/ 0 h 14541"/>
                    <a:gd name="T104" fmla="*/ 0 w 9617"/>
                    <a:gd name="T105" fmla="*/ 0 h 14541"/>
                    <a:gd name="T106" fmla="*/ 0 w 9617"/>
                    <a:gd name="T107" fmla="*/ 0 h 14541"/>
                    <a:gd name="T108" fmla="*/ 0 w 9617"/>
                    <a:gd name="T109" fmla="*/ 0 h 14541"/>
                    <a:gd name="T110" fmla="*/ 0 w 9617"/>
                    <a:gd name="T111" fmla="*/ 0 h 14541"/>
                    <a:gd name="T112" fmla="*/ 0 w 9617"/>
                    <a:gd name="T113" fmla="*/ 0 h 14541"/>
                    <a:gd name="T114" fmla="*/ 0 w 9617"/>
                    <a:gd name="T115" fmla="*/ 0 h 14541"/>
                    <a:gd name="T116" fmla="*/ 0 w 9617"/>
                    <a:gd name="T117" fmla="*/ 0 h 14541"/>
                    <a:gd name="T118" fmla="*/ 0 w 9617"/>
                    <a:gd name="T119" fmla="*/ 0 h 14541"/>
                    <a:gd name="T120" fmla="*/ 0 w 9617"/>
                    <a:gd name="T121" fmla="*/ 0 h 14541"/>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617"/>
                    <a:gd name="T184" fmla="*/ 0 h 14541"/>
                    <a:gd name="T185" fmla="*/ 9617 w 9617"/>
                    <a:gd name="T186" fmla="*/ 14541 h 14541"/>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617" h="14541">
                      <a:moveTo>
                        <a:pt x="3551" y="14541"/>
                      </a:moveTo>
                      <a:lnTo>
                        <a:pt x="3538" y="14506"/>
                      </a:lnTo>
                      <a:lnTo>
                        <a:pt x="3526" y="14472"/>
                      </a:lnTo>
                      <a:lnTo>
                        <a:pt x="3512" y="14440"/>
                      </a:lnTo>
                      <a:lnTo>
                        <a:pt x="3499" y="14406"/>
                      </a:lnTo>
                      <a:lnTo>
                        <a:pt x="3486" y="14373"/>
                      </a:lnTo>
                      <a:lnTo>
                        <a:pt x="3474" y="14341"/>
                      </a:lnTo>
                      <a:lnTo>
                        <a:pt x="3463" y="14309"/>
                      </a:lnTo>
                      <a:lnTo>
                        <a:pt x="3451" y="14277"/>
                      </a:lnTo>
                      <a:lnTo>
                        <a:pt x="3297" y="14175"/>
                      </a:lnTo>
                      <a:lnTo>
                        <a:pt x="3143" y="14075"/>
                      </a:lnTo>
                      <a:lnTo>
                        <a:pt x="2989" y="13974"/>
                      </a:lnTo>
                      <a:lnTo>
                        <a:pt x="2837" y="13873"/>
                      </a:lnTo>
                      <a:lnTo>
                        <a:pt x="2684" y="13773"/>
                      </a:lnTo>
                      <a:lnTo>
                        <a:pt x="2531" y="13674"/>
                      </a:lnTo>
                      <a:lnTo>
                        <a:pt x="2378" y="13576"/>
                      </a:lnTo>
                      <a:lnTo>
                        <a:pt x="2226" y="13479"/>
                      </a:lnTo>
                      <a:lnTo>
                        <a:pt x="2074" y="13384"/>
                      </a:lnTo>
                      <a:lnTo>
                        <a:pt x="1923" y="13289"/>
                      </a:lnTo>
                      <a:lnTo>
                        <a:pt x="1771" y="13197"/>
                      </a:lnTo>
                      <a:lnTo>
                        <a:pt x="1619" y="13108"/>
                      </a:lnTo>
                      <a:lnTo>
                        <a:pt x="1469" y="13020"/>
                      </a:lnTo>
                      <a:lnTo>
                        <a:pt x="1317" y="12935"/>
                      </a:lnTo>
                      <a:lnTo>
                        <a:pt x="1243" y="12893"/>
                      </a:lnTo>
                      <a:lnTo>
                        <a:pt x="1167" y="12852"/>
                      </a:lnTo>
                      <a:lnTo>
                        <a:pt x="1092" y="12813"/>
                      </a:lnTo>
                      <a:lnTo>
                        <a:pt x="1017" y="12773"/>
                      </a:lnTo>
                      <a:lnTo>
                        <a:pt x="1017" y="12747"/>
                      </a:lnTo>
                      <a:lnTo>
                        <a:pt x="1017" y="12724"/>
                      </a:lnTo>
                      <a:lnTo>
                        <a:pt x="1017" y="12702"/>
                      </a:lnTo>
                      <a:lnTo>
                        <a:pt x="1017" y="12680"/>
                      </a:lnTo>
                      <a:lnTo>
                        <a:pt x="953" y="12644"/>
                      </a:lnTo>
                      <a:lnTo>
                        <a:pt x="888" y="12608"/>
                      </a:lnTo>
                      <a:lnTo>
                        <a:pt x="824" y="12571"/>
                      </a:lnTo>
                      <a:lnTo>
                        <a:pt x="760" y="12536"/>
                      </a:lnTo>
                      <a:lnTo>
                        <a:pt x="696" y="12500"/>
                      </a:lnTo>
                      <a:lnTo>
                        <a:pt x="633" y="12465"/>
                      </a:lnTo>
                      <a:lnTo>
                        <a:pt x="569" y="12430"/>
                      </a:lnTo>
                      <a:lnTo>
                        <a:pt x="506" y="12394"/>
                      </a:lnTo>
                      <a:lnTo>
                        <a:pt x="442" y="12359"/>
                      </a:lnTo>
                      <a:lnTo>
                        <a:pt x="379" y="12324"/>
                      </a:lnTo>
                      <a:lnTo>
                        <a:pt x="316" y="12289"/>
                      </a:lnTo>
                      <a:lnTo>
                        <a:pt x="253" y="12254"/>
                      </a:lnTo>
                      <a:lnTo>
                        <a:pt x="189" y="12219"/>
                      </a:lnTo>
                      <a:lnTo>
                        <a:pt x="126" y="12184"/>
                      </a:lnTo>
                      <a:lnTo>
                        <a:pt x="63" y="12149"/>
                      </a:lnTo>
                      <a:lnTo>
                        <a:pt x="0" y="12114"/>
                      </a:lnTo>
                      <a:lnTo>
                        <a:pt x="0" y="12088"/>
                      </a:lnTo>
                      <a:lnTo>
                        <a:pt x="0" y="12061"/>
                      </a:lnTo>
                      <a:lnTo>
                        <a:pt x="0" y="12034"/>
                      </a:lnTo>
                      <a:lnTo>
                        <a:pt x="0" y="12007"/>
                      </a:lnTo>
                      <a:lnTo>
                        <a:pt x="0" y="11980"/>
                      </a:lnTo>
                      <a:lnTo>
                        <a:pt x="0" y="11954"/>
                      </a:lnTo>
                      <a:lnTo>
                        <a:pt x="0" y="11927"/>
                      </a:lnTo>
                      <a:lnTo>
                        <a:pt x="0" y="11900"/>
                      </a:lnTo>
                      <a:lnTo>
                        <a:pt x="58" y="11899"/>
                      </a:lnTo>
                      <a:lnTo>
                        <a:pt x="124" y="11899"/>
                      </a:lnTo>
                      <a:lnTo>
                        <a:pt x="197" y="11900"/>
                      </a:lnTo>
                      <a:lnTo>
                        <a:pt x="275" y="11900"/>
                      </a:lnTo>
                      <a:lnTo>
                        <a:pt x="357" y="11900"/>
                      </a:lnTo>
                      <a:lnTo>
                        <a:pt x="443" y="11899"/>
                      </a:lnTo>
                      <a:lnTo>
                        <a:pt x="530" y="11897"/>
                      </a:lnTo>
                      <a:lnTo>
                        <a:pt x="619" y="11892"/>
                      </a:lnTo>
                      <a:lnTo>
                        <a:pt x="663" y="11888"/>
                      </a:lnTo>
                      <a:lnTo>
                        <a:pt x="708" y="11885"/>
                      </a:lnTo>
                      <a:lnTo>
                        <a:pt x="751" y="11880"/>
                      </a:lnTo>
                      <a:lnTo>
                        <a:pt x="794" y="11874"/>
                      </a:lnTo>
                      <a:lnTo>
                        <a:pt x="837" y="11869"/>
                      </a:lnTo>
                      <a:lnTo>
                        <a:pt x="878" y="11862"/>
                      </a:lnTo>
                      <a:lnTo>
                        <a:pt x="919" y="11853"/>
                      </a:lnTo>
                      <a:lnTo>
                        <a:pt x="958" y="11844"/>
                      </a:lnTo>
                      <a:lnTo>
                        <a:pt x="997" y="11834"/>
                      </a:lnTo>
                      <a:lnTo>
                        <a:pt x="1034" y="11823"/>
                      </a:lnTo>
                      <a:lnTo>
                        <a:pt x="1069" y="11810"/>
                      </a:lnTo>
                      <a:lnTo>
                        <a:pt x="1103" y="11796"/>
                      </a:lnTo>
                      <a:lnTo>
                        <a:pt x="1134" y="11781"/>
                      </a:lnTo>
                      <a:lnTo>
                        <a:pt x="1165" y="11765"/>
                      </a:lnTo>
                      <a:lnTo>
                        <a:pt x="1192" y="11747"/>
                      </a:lnTo>
                      <a:lnTo>
                        <a:pt x="1217" y="11727"/>
                      </a:lnTo>
                      <a:lnTo>
                        <a:pt x="1228" y="11750"/>
                      </a:lnTo>
                      <a:lnTo>
                        <a:pt x="1239" y="11772"/>
                      </a:lnTo>
                      <a:lnTo>
                        <a:pt x="1250" y="11795"/>
                      </a:lnTo>
                      <a:lnTo>
                        <a:pt x="1260" y="11821"/>
                      </a:lnTo>
                      <a:lnTo>
                        <a:pt x="1282" y="11810"/>
                      </a:lnTo>
                      <a:lnTo>
                        <a:pt x="1308" y="11800"/>
                      </a:lnTo>
                      <a:lnTo>
                        <a:pt x="1334" y="11788"/>
                      </a:lnTo>
                      <a:lnTo>
                        <a:pt x="1361" y="11778"/>
                      </a:lnTo>
                      <a:lnTo>
                        <a:pt x="1372" y="11751"/>
                      </a:lnTo>
                      <a:lnTo>
                        <a:pt x="1383" y="11725"/>
                      </a:lnTo>
                      <a:lnTo>
                        <a:pt x="1392" y="11696"/>
                      </a:lnTo>
                      <a:lnTo>
                        <a:pt x="1400" y="11662"/>
                      </a:lnTo>
                      <a:lnTo>
                        <a:pt x="1410" y="11621"/>
                      </a:lnTo>
                      <a:lnTo>
                        <a:pt x="1419" y="11569"/>
                      </a:lnTo>
                      <a:lnTo>
                        <a:pt x="1429" y="11503"/>
                      </a:lnTo>
                      <a:lnTo>
                        <a:pt x="1440" y="11420"/>
                      </a:lnTo>
                      <a:lnTo>
                        <a:pt x="1453" y="11317"/>
                      </a:lnTo>
                      <a:lnTo>
                        <a:pt x="1467" y="11194"/>
                      </a:lnTo>
                      <a:lnTo>
                        <a:pt x="1483" y="11043"/>
                      </a:lnTo>
                      <a:lnTo>
                        <a:pt x="1503" y="10866"/>
                      </a:lnTo>
                      <a:lnTo>
                        <a:pt x="1525" y="10657"/>
                      </a:lnTo>
                      <a:lnTo>
                        <a:pt x="1549" y="10414"/>
                      </a:lnTo>
                      <a:lnTo>
                        <a:pt x="1579" y="10135"/>
                      </a:lnTo>
                      <a:lnTo>
                        <a:pt x="1611" y="9816"/>
                      </a:lnTo>
                      <a:lnTo>
                        <a:pt x="1646" y="9655"/>
                      </a:lnTo>
                      <a:lnTo>
                        <a:pt x="1684" y="9491"/>
                      </a:lnTo>
                      <a:lnTo>
                        <a:pt x="1722" y="9322"/>
                      </a:lnTo>
                      <a:lnTo>
                        <a:pt x="1764" y="9149"/>
                      </a:lnTo>
                      <a:lnTo>
                        <a:pt x="1808" y="8974"/>
                      </a:lnTo>
                      <a:lnTo>
                        <a:pt x="1855" y="8796"/>
                      </a:lnTo>
                      <a:lnTo>
                        <a:pt x="1904" y="8615"/>
                      </a:lnTo>
                      <a:lnTo>
                        <a:pt x="1955" y="8434"/>
                      </a:lnTo>
                      <a:lnTo>
                        <a:pt x="2009" y="8249"/>
                      </a:lnTo>
                      <a:lnTo>
                        <a:pt x="2065" y="8064"/>
                      </a:lnTo>
                      <a:lnTo>
                        <a:pt x="2123" y="7878"/>
                      </a:lnTo>
                      <a:lnTo>
                        <a:pt x="2185" y="7690"/>
                      </a:lnTo>
                      <a:lnTo>
                        <a:pt x="2248" y="7503"/>
                      </a:lnTo>
                      <a:lnTo>
                        <a:pt x="2314" y="7317"/>
                      </a:lnTo>
                      <a:lnTo>
                        <a:pt x="2383" y="7130"/>
                      </a:lnTo>
                      <a:lnTo>
                        <a:pt x="2454" y="6945"/>
                      </a:lnTo>
                      <a:lnTo>
                        <a:pt x="2528" y="6762"/>
                      </a:lnTo>
                      <a:lnTo>
                        <a:pt x="2605" y="6579"/>
                      </a:lnTo>
                      <a:lnTo>
                        <a:pt x="2684" y="6400"/>
                      </a:lnTo>
                      <a:lnTo>
                        <a:pt x="2765" y="6221"/>
                      </a:lnTo>
                      <a:lnTo>
                        <a:pt x="2849" y="6048"/>
                      </a:lnTo>
                      <a:lnTo>
                        <a:pt x="2936" y="5875"/>
                      </a:lnTo>
                      <a:lnTo>
                        <a:pt x="3025" y="5707"/>
                      </a:lnTo>
                      <a:lnTo>
                        <a:pt x="3118" y="5544"/>
                      </a:lnTo>
                      <a:lnTo>
                        <a:pt x="3212" y="5384"/>
                      </a:lnTo>
                      <a:lnTo>
                        <a:pt x="3310" y="5229"/>
                      </a:lnTo>
                      <a:lnTo>
                        <a:pt x="3410" y="5079"/>
                      </a:lnTo>
                      <a:lnTo>
                        <a:pt x="3513" y="4934"/>
                      </a:lnTo>
                      <a:lnTo>
                        <a:pt x="3619" y="4796"/>
                      </a:lnTo>
                      <a:lnTo>
                        <a:pt x="3727" y="4663"/>
                      </a:lnTo>
                      <a:lnTo>
                        <a:pt x="3839" y="4537"/>
                      </a:lnTo>
                      <a:lnTo>
                        <a:pt x="3952" y="4418"/>
                      </a:lnTo>
                      <a:lnTo>
                        <a:pt x="3983" y="4371"/>
                      </a:lnTo>
                      <a:lnTo>
                        <a:pt x="4015" y="4324"/>
                      </a:lnTo>
                      <a:lnTo>
                        <a:pt x="4051" y="4276"/>
                      </a:lnTo>
                      <a:lnTo>
                        <a:pt x="4089" y="4227"/>
                      </a:lnTo>
                      <a:lnTo>
                        <a:pt x="4167" y="4130"/>
                      </a:lnTo>
                      <a:lnTo>
                        <a:pt x="4247" y="4033"/>
                      </a:lnTo>
                      <a:lnTo>
                        <a:pt x="4287" y="3986"/>
                      </a:lnTo>
                      <a:lnTo>
                        <a:pt x="4325" y="3937"/>
                      </a:lnTo>
                      <a:lnTo>
                        <a:pt x="4363" y="3889"/>
                      </a:lnTo>
                      <a:lnTo>
                        <a:pt x="4397" y="3842"/>
                      </a:lnTo>
                      <a:lnTo>
                        <a:pt x="4429" y="3796"/>
                      </a:lnTo>
                      <a:lnTo>
                        <a:pt x="4458" y="3749"/>
                      </a:lnTo>
                      <a:lnTo>
                        <a:pt x="4471" y="3727"/>
                      </a:lnTo>
                      <a:lnTo>
                        <a:pt x="4483" y="3704"/>
                      </a:lnTo>
                      <a:lnTo>
                        <a:pt x="4494" y="3681"/>
                      </a:lnTo>
                      <a:lnTo>
                        <a:pt x="4504" y="3659"/>
                      </a:lnTo>
                      <a:lnTo>
                        <a:pt x="4526" y="3659"/>
                      </a:lnTo>
                      <a:lnTo>
                        <a:pt x="4548" y="3659"/>
                      </a:lnTo>
                      <a:lnTo>
                        <a:pt x="4571" y="3659"/>
                      </a:lnTo>
                      <a:lnTo>
                        <a:pt x="4597" y="3659"/>
                      </a:lnTo>
                      <a:lnTo>
                        <a:pt x="4615" y="3620"/>
                      </a:lnTo>
                      <a:lnTo>
                        <a:pt x="4634" y="3580"/>
                      </a:lnTo>
                      <a:lnTo>
                        <a:pt x="4658" y="3539"/>
                      </a:lnTo>
                      <a:lnTo>
                        <a:pt x="4683" y="3497"/>
                      </a:lnTo>
                      <a:lnTo>
                        <a:pt x="4711" y="3454"/>
                      </a:lnTo>
                      <a:lnTo>
                        <a:pt x="4742" y="3411"/>
                      </a:lnTo>
                      <a:lnTo>
                        <a:pt x="4774" y="3368"/>
                      </a:lnTo>
                      <a:lnTo>
                        <a:pt x="4809" y="3325"/>
                      </a:lnTo>
                      <a:lnTo>
                        <a:pt x="4847" y="3280"/>
                      </a:lnTo>
                      <a:lnTo>
                        <a:pt x="4885" y="3235"/>
                      </a:lnTo>
                      <a:lnTo>
                        <a:pt x="4925" y="3191"/>
                      </a:lnTo>
                      <a:lnTo>
                        <a:pt x="4965" y="3145"/>
                      </a:lnTo>
                      <a:lnTo>
                        <a:pt x="5009" y="3101"/>
                      </a:lnTo>
                      <a:lnTo>
                        <a:pt x="5052" y="3055"/>
                      </a:lnTo>
                      <a:lnTo>
                        <a:pt x="5096" y="3010"/>
                      </a:lnTo>
                      <a:lnTo>
                        <a:pt x="5142" y="2966"/>
                      </a:lnTo>
                      <a:lnTo>
                        <a:pt x="5232" y="2876"/>
                      </a:lnTo>
                      <a:lnTo>
                        <a:pt x="5325" y="2789"/>
                      </a:lnTo>
                      <a:lnTo>
                        <a:pt x="5417" y="2702"/>
                      </a:lnTo>
                      <a:lnTo>
                        <a:pt x="5505" y="2620"/>
                      </a:lnTo>
                      <a:lnTo>
                        <a:pt x="5592" y="2539"/>
                      </a:lnTo>
                      <a:lnTo>
                        <a:pt x="5672" y="2462"/>
                      </a:lnTo>
                      <a:lnTo>
                        <a:pt x="5748" y="2389"/>
                      </a:lnTo>
                      <a:lnTo>
                        <a:pt x="5814" y="2320"/>
                      </a:lnTo>
                      <a:lnTo>
                        <a:pt x="5921" y="2231"/>
                      </a:lnTo>
                      <a:lnTo>
                        <a:pt x="6028" y="2143"/>
                      </a:lnTo>
                      <a:lnTo>
                        <a:pt x="6136" y="2057"/>
                      </a:lnTo>
                      <a:lnTo>
                        <a:pt x="6243" y="1971"/>
                      </a:lnTo>
                      <a:lnTo>
                        <a:pt x="6353" y="1888"/>
                      </a:lnTo>
                      <a:lnTo>
                        <a:pt x="6461" y="1804"/>
                      </a:lnTo>
                      <a:lnTo>
                        <a:pt x="6572" y="1722"/>
                      </a:lnTo>
                      <a:lnTo>
                        <a:pt x="6683" y="1642"/>
                      </a:lnTo>
                      <a:lnTo>
                        <a:pt x="6794" y="1562"/>
                      </a:lnTo>
                      <a:lnTo>
                        <a:pt x="6905" y="1484"/>
                      </a:lnTo>
                      <a:lnTo>
                        <a:pt x="7019" y="1407"/>
                      </a:lnTo>
                      <a:lnTo>
                        <a:pt x="7132" y="1332"/>
                      </a:lnTo>
                      <a:lnTo>
                        <a:pt x="7245" y="1256"/>
                      </a:lnTo>
                      <a:lnTo>
                        <a:pt x="7359" y="1182"/>
                      </a:lnTo>
                      <a:lnTo>
                        <a:pt x="7474" y="1109"/>
                      </a:lnTo>
                      <a:lnTo>
                        <a:pt x="7591" y="1037"/>
                      </a:lnTo>
                      <a:lnTo>
                        <a:pt x="7706" y="966"/>
                      </a:lnTo>
                      <a:lnTo>
                        <a:pt x="7824" y="896"/>
                      </a:lnTo>
                      <a:lnTo>
                        <a:pt x="7942" y="827"/>
                      </a:lnTo>
                      <a:lnTo>
                        <a:pt x="8061" y="758"/>
                      </a:lnTo>
                      <a:lnTo>
                        <a:pt x="8180" y="692"/>
                      </a:lnTo>
                      <a:lnTo>
                        <a:pt x="8300" y="625"/>
                      </a:lnTo>
                      <a:lnTo>
                        <a:pt x="8420" y="559"/>
                      </a:lnTo>
                      <a:lnTo>
                        <a:pt x="8541" y="495"/>
                      </a:lnTo>
                      <a:lnTo>
                        <a:pt x="8664" y="431"/>
                      </a:lnTo>
                      <a:lnTo>
                        <a:pt x="8786" y="366"/>
                      </a:lnTo>
                      <a:lnTo>
                        <a:pt x="8910" y="303"/>
                      </a:lnTo>
                      <a:lnTo>
                        <a:pt x="9034" y="242"/>
                      </a:lnTo>
                      <a:lnTo>
                        <a:pt x="9159" y="181"/>
                      </a:lnTo>
                      <a:lnTo>
                        <a:pt x="9285" y="120"/>
                      </a:lnTo>
                      <a:lnTo>
                        <a:pt x="9411" y="60"/>
                      </a:lnTo>
                      <a:lnTo>
                        <a:pt x="9538" y="0"/>
                      </a:lnTo>
                      <a:lnTo>
                        <a:pt x="9556" y="17"/>
                      </a:lnTo>
                      <a:lnTo>
                        <a:pt x="9575" y="33"/>
                      </a:lnTo>
                      <a:lnTo>
                        <a:pt x="9595" y="49"/>
                      </a:lnTo>
                      <a:lnTo>
                        <a:pt x="9617" y="66"/>
                      </a:lnTo>
                      <a:lnTo>
                        <a:pt x="9617" y="104"/>
                      </a:lnTo>
                      <a:lnTo>
                        <a:pt x="9617" y="145"/>
                      </a:lnTo>
                      <a:lnTo>
                        <a:pt x="9617" y="187"/>
                      </a:lnTo>
                      <a:lnTo>
                        <a:pt x="9617" y="230"/>
                      </a:lnTo>
                      <a:lnTo>
                        <a:pt x="9590" y="237"/>
                      </a:lnTo>
                      <a:lnTo>
                        <a:pt x="9564" y="245"/>
                      </a:lnTo>
                      <a:lnTo>
                        <a:pt x="9539" y="255"/>
                      </a:lnTo>
                      <a:lnTo>
                        <a:pt x="9517" y="266"/>
                      </a:lnTo>
                      <a:lnTo>
                        <a:pt x="9517" y="288"/>
                      </a:lnTo>
                      <a:lnTo>
                        <a:pt x="9517" y="313"/>
                      </a:lnTo>
                      <a:lnTo>
                        <a:pt x="9517" y="340"/>
                      </a:lnTo>
                      <a:lnTo>
                        <a:pt x="9517" y="366"/>
                      </a:lnTo>
                      <a:lnTo>
                        <a:pt x="9484" y="377"/>
                      </a:lnTo>
                      <a:lnTo>
                        <a:pt x="9453" y="387"/>
                      </a:lnTo>
                      <a:lnTo>
                        <a:pt x="9423" y="398"/>
                      </a:lnTo>
                      <a:lnTo>
                        <a:pt x="9395" y="408"/>
                      </a:lnTo>
                      <a:lnTo>
                        <a:pt x="9269" y="548"/>
                      </a:lnTo>
                      <a:lnTo>
                        <a:pt x="9144" y="687"/>
                      </a:lnTo>
                      <a:lnTo>
                        <a:pt x="9023" y="826"/>
                      </a:lnTo>
                      <a:lnTo>
                        <a:pt x="8905" y="966"/>
                      </a:lnTo>
                      <a:lnTo>
                        <a:pt x="8788" y="1105"/>
                      </a:lnTo>
                      <a:lnTo>
                        <a:pt x="8675" y="1245"/>
                      </a:lnTo>
                      <a:lnTo>
                        <a:pt x="8565" y="1386"/>
                      </a:lnTo>
                      <a:lnTo>
                        <a:pt x="8456" y="1527"/>
                      </a:lnTo>
                      <a:lnTo>
                        <a:pt x="8351" y="1668"/>
                      </a:lnTo>
                      <a:lnTo>
                        <a:pt x="8247" y="1811"/>
                      </a:lnTo>
                      <a:lnTo>
                        <a:pt x="8146" y="1954"/>
                      </a:lnTo>
                      <a:lnTo>
                        <a:pt x="8047" y="2098"/>
                      </a:lnTo>
                      <a:lnTo>
                        <a:pt x="7950" y="2243"/>
                      </a:lnTo>
                      <a:lnTo>
                        <a:pt x="7856" y="2390"/>
                      </a:lnTo>
                      <a:lnTo>
                        <a:pt x="7762" y="2537"/>
                      </a:lnTo>
                      <a:lnTo>
                        <a:pt x="7671" y="2685"/>
                      </a:lnTo>
                      <a:lnTo>
                        <a:pt x="7583" y="2834"/>
                      </a:lnTo>
                      <a:lnTo>
                        <a:pt x="7497" y="2984"/>
                      </a:lnTo>
                      <a:lnTo>
                        <a:pt x="7410" y="3137"/>
                      </a:lnTo>
                      <a:lnTo>
                        <a:pt x="7328" y="3291"/>
                      </a:lnTo>
                      <a:lnTo>
                        <a:pt x="7246" y="3446"/>
                      </a:lnTo>
                      <a:lnTo>
                        <a:pt x="7165" y="3603"/>
                      </a:lnTo>
                      <a:lnTo>
                        <a:pt x="7086" y="3762"/>
                      </a:lnTo>
                      <a:lnTo>
                        <a:pt x="7009" y="3921"/>
                      </a:lnTo>
                      <a:lnTo>
                        <a:pt x="6933" y="4084"/>
                      </a:lnTo>
                      <a:lnTo>
                        <a:pt x="6859" y="4248"/>
                      </a:lnTo>
                      <a:lnTo>
                        <a:pt x="6787" y="4413"/>
                      </a:lnTo>
                      <a:lnTo>
                        <a:pt x="6714" y="4582"/>
                      </a:lnTo>
                      <a:lnTo>
                        <a:pt x="6643" y="4753"/>
                      </a:lnTo>
                      <a:lnTo>
                        <a:pt x="6573" y="4925"/>
                      </a:lnTo>
                      <a:lnTo>
                        <a:pt x="6506" y="5100"/>
                      </a:lnTo>
                      <a:lnTo>
                        <a:pt x="6438" y="5277"/>
                      </a:lnTo>
                      <a:lnTo>
                        <a:pt x="6390" y="5445"/>
                      </a:lnTo>
                      <a:lnTo>
                        <a:pt x="6345" y="5613"/>
                      </a:lnTo>
                      <a:lnTo>
                        <a:pt x="6302" y="5779"/>
                      </a:lnTo>
                      <a:lnTo>
                        <a:pt x="6261" y="5946"/>
                      </a:lnTo>
                      <a:lnTo>
                        <a:pt x="6221" y="6113"/>
                      </a:lnTo>
                      <a:lnTo>
                        <a:pt x="6184" y="6278"/>
                      </a:lnTo>
                      <a:lnTo>
                        <a:pt x="6149" y="6444"/>
                      </a:lnTo>
                      <a:lnTo>
                        <a:pt x="6115" y="6609"/>
                      </a:lnTo>
                      <a:lnTo>
                        <a:pt x="6084" y="6774"/>
                      </a:lnTo>
                      <a:lnTo>
                        <a:pt x="6054" y="6939"/>
                      </a:lnTo>
                      <a:lnTo>
                        <a:pt x="6028" y="7104"/>
                      </a:lnTo>
                      <a:lnTo>
                        <a:pt x="6002" y="7269"/>
                      </a:lnTo>
                      <a:lnTo>
                        <a:pt x="5979" y="7435"/>
                      </a:lnTo>
                      <a:lnTo>
                        <a:pt x="5958" y="7599"/>
                      </a:lnTo>
                      <a:lnTo>
                        <a:pt x="5938" y="7764"/>
                      </a:lnTo>
                      <a:lnTo>
                        <a:pt x="5920" y="7931"/>
                      </a:lnTo>
                      <a:lnTo>
                        <a:pt x="5905" y="8097"/>
                      </a:lnTo>
                      <a:lnTo>
                        <a:pt x="5891" y="8263"/>
                      </a:lnTo>
                      <a:lnTo>
                        <a:pt x="5880" y="8430"/>
                      </a:lnTo>
                      <a:lnTo>
                        <a:pt x="5870" y="8598"/>
                      </a:lnTo>
                      <a:lnTo>
                        <a:pt x="5862" y="8766"/>
                      </a:lnTo>
                      <a:lnTo>
                        <a:pt x="5857" y="8935"/>
                      </a:lnTo>
                      <a:lnTo>
                        <a:pt x="5853" y="9105"/>
                      </a:lnTo>
                      <a:lnTo>
                        <a:pt x="5852" y="9275"/>
                      </a:lnTo>
                      <a:lnTo>
                        <a:pt x="5852" y="9446"/>
                      </a:lnTo>
                      <a:lnTo>
                        <a:pt x="5854" y="9619"/>
                      </a:lnTo>
                      <a:lnTo>
                        <a:pt x="5859" y="9791"/>
                      </a:lnTo>
                      <a:lnTo>
                        <a:pt x="5864" y="9966"/>
                      </a:lnTo>
                      <a:lnTo>
                        <a:pt x="5873" y="10141"/>
                      </a:lnTo>
                      <a:lnTo>
                        <a:pt x="5882" y="10318"/>
                      </a:lnTo>
                      <a:lnTo>
                        <a:pt x="5893" y="10497"/>
                      </a:lnTo>
                      <a:lnTo>
                        <a:pt x="5907" y="10675"/>
                      </a:lnTo>
                      <a:lnTo>
                        <a:pt x="5941" y="10843"/>
                      </a:lnTo>
                      <a:lnTo>
                        <a:pt x="5972" y="10990"/>
                      </a:lnTo>
                      <a:lnTo>
                        <a:pt x="5997" y="11117"/>
                      </a:lnTo>
                      <a:lnTo>
                        <a:pt x="6021" y="11226"/>
                      </a:lnTo>
                      <a:lnTo>
                        <a:pt x="6040" y="11320"/>
                      </a:lnTo>
                      <a:lnTo>
                        <a:pt x="6057" y="11398"/>
                      </a:lnTo>
                      <a:lnTo>
                        <a:pt x="6072" y="11463"/>
                      </a:lnTo>
                      <a:lnTo>
                        <a:pt x="6084" y="11515"/>
                      </a:lnTo>
                      <a:lnTo>
                        <a:pt x="6095" y="11558"/>
                      </a:lnTo>
                      <a:lnTo>
                        <a:pt x="6105" y="11591"/>
                      </a:lnTo>
                      <a:lnTo>
                        <a:pt x="6114" y="11617"/>
                      </a:lnTo>
                      <a:lnTo>
                        <a:pt x="6122" y="11637"/>
                      </a:lnTo>
                      <a:lnTo>
                        <a:pt x="6130" y="11652"/>
                      </a:lnTo>
                      <a:lnTo>
                        <a:pt x="6139" y="11665"/>
                      </a:lnTo>
                      <a:lnTo>
                        <a:pt x="6148" y="11675"/>
                      </a:lnTo>
                      <a:lnTo>
                        <a:pt x="6158" y="11684"/>
                      </a:lnTo>
                      <a:lnTo>
                        <a:pt x="6235" y="11684"/>
                      </a:lnTo>
                      <a:lnTo>
                        <a:pt x="6311" y="11686"/>
                      </a:lnTo>
                      <a:lnTo>
                        <a:pt x="6385" y="11686"/>
                      </a:lnTo>
                      <a:lnTo>
                        <a:pt x="6461" y="11684"/>
                      </a:lnTo>
                      <a:lnTo>
                        <a:pt x="6536" y="11684"/>
                      </a:lnTo>
                      <a:lnTo>
                        <a:pt x="6611" y="11683"/>
                      </a:lnTo>
                      <a:lnTo>
                        <a:pt x="6686" y="11682"/>
                      </a:lnTo>
                      <a:lnTo>
                        <a:pt x="6761" y="11681"/>
                      </a:lnTo>
                      <a:lnTo>
                        <a:pt x="6836" y="11677"/>
                      </a:lnTo>
                      <a:lnTo>
                        <a:pt x="6910" y="11674"/>
                      </a:lnTo>
                      <a:lnTo>
                        <a:pt x="6986" y="11669"/>
                      </a:lnTo>
                      <a:lnTo>
                        <a:pt x="7062" y="11663"/>
                      </a:lnTo>
                      <a:lnTo>
                        <a:pt x="7137" y="11656"/>
                      </a:lnTo>
                      <a:lnTo>
                        <a:pt x="7214" y="11648"/>
                      </a:lnTo>
                      <a:lnTo>
                        <a:pt x="7291" y="11639"/>
                      </a:lnTo>
                      <a:lnTo>
                        <a:pt x="7368" y="11627"/>
                      </a:lnTo>
                      <a:lnTo>
                        <a:pt x="7368" y="11649"/>
                      </a:lnTo>
                      <a:lnTo>
                        <a:pt x="7368" y="11672"/>
                      </a:lnTo>
                      <a:lnTo>
                        <a:pt x="7368" y="11695"/>
                      </a:lnTo>
                      <a:lnTo>
                        <a:pt x="7368" y="11721"/>
                      </a:lnTo>
                      <a:lnTo>
                        <a:pt x="7386" y="11727"/>
                      </a:lnTo>
                      <a:lnTo>
                        <a:pt x="7406" y="11736"/>
                      </a:lnTo>
                      <a:lnTo>
                        <a:pt x="7425" y="11746"/>
                      </a:lnTo>
                      <a:lnTo>
                        <a:pt x="7448" y="11757"/>
                      </a:lnTo>
                      <a:lnTo>
                        <a:pt x="7442" y="11768"/>
                      </a:lnTo>
                      <a:lnTo>
                        <a:pt x="7430" y="11783"/>
                      </a:lnTo>
                      <a:lnTo>
                        <a:pt x="7410" y="11802"/>
                      </a:lnTo>
                      <a:lnTo>
                        <a:pt x="7385" y="11824"/>
                      </a:lnTo>
                      <a:lnTo>
                        <a:pt x="7353" y="11850"/>
                      </a:lnTo>
                      <a:lnTo>
                        <a:pt x="7317" y="11879"/>
                      </a:lnTo>
                      <a:lnTo>
                        <a:pt x="7275" y="11910"/>
                      </a:lnTo>
                      <a:lnTo>
                        <a:pt x="7228" y="11943"/>
                      </a:lnTo>
                      <a:lnTo>
                        <a:pt x="7123" y="12017"/>
                      </a:lnTo>
                      <a:lnTo>
                        <a:pt x="7006" y="12096"/>
                      </a:lnTo>
                      <a:lnTo>
                        <a:pt x="6880" y="12180"/>
                      </a:lnTo>
                      <a:lnTo>
                        <a:pt x="6748" y="12265"/>
                      </a:lnTo>
                      <a:lnTo>
                        <a:pt x="6615" y="12350"/>
                      </a:lnTo>
                      <a:lnTo>
                        <a:pt x="6483" y="12434"/>
                      </a:lnTo>
                      <a:lnTo>
                        <a:pt x="6356" y="12513"/>
                      </a:lnTo>
                      <a:lnTo>
                        <a:pt x="6240" y="12587"/>
                      </a:lnTo>
                      <a:lnTo>
                        <a:pt x="6136" y="12651"/>
                      </a:lnTo>
                      <a:lnTo>
                        <a:pt x="6047" y="12704"/>
                      </a:lnTo>
                      <a:lnTo>
                        <a:pt x="5980" y="12746"/>
                      </a:lnTo>
                      <a:lnTo>
                        <a:pt x="5937" y="12773"/>
                      </a:lnTo>
                      <a:lnTo>
                        <a:pt x="5937" y="12795"/>
                      </a:lnTo>
                      <a:lnTo>
                        <a:pt x="5937" y="12817"/>
                      </a:lnTo>
                      <a:lnTo>
                        <a:pt x="5937" y="12841"/>
                      </a:lnTo>
                      <a:lnTo>
                        <a:pt x="5937" y="12866"/>
                      </a:lnTo>
                      <a:lnTo>
                        <a:pt x="5870" y="12908"/>
                      </a:lnTo>
                      <a:lnTo>
                        <a:pt x="5805" y="12949"/>
                      </a:lnTo>
                      <a:lnTo>
                        <a:pt x="5738" y="12991"/>
                      </a:lnTo>
                      <a:lnTo>
                        <a:pt x="5673" y="13033"/>
                      </a:lnTo>
                      <a:lnTo>
                        <a:pt x="5608" y="13075"/>
                      </a:lnTo>
                      <a:lnTo>
                        <a:pt x="5541" y="13116"/>
                      </a:lnTo>
                      <a:lnTo>
                        <a:pt x="5476" y="13158"/>
                      </a:lnTo>
                      <a:lnTo>
                        <a:pt x="5410" y="13200"/>
                      </a:lnTo>
                      <a:lnTo>
                        <a:pt x="5344" y="13242"/>
                      </a:lnTo>
                      <a:lnTo>
                        <a:pt x="5278" y="13284"/>
                      </a:lnTo>
                      <a:lnTo>
                        <a:pt x="5213" y="13327"/>
                      </a:lnTo>
                      <a:lnTo>
                        <a:pt x="5147" y="13369"/>
                      </a:lnTo>
                      <a:lnTo>
                        <a:pt x="5081" y="13411"/>
                      </a:lnTo>
                      <a:lnTo>
                        <a:pt x="5016" y="13454"/>
                      </a:lnTo>
                      <a:lnTo>
                        <a:pt x="4949" y="13496"/>
                      </a:lnTo>
                      <a:lnTo>
                        <a:pt x="4884" y="13539"/>
                      </a:lnTo>
                      <a:lnTo>
                        <a:pt x="4884" y="13561"/>
                      </a:lnTo>
                      <a:lnTo>
                        <a:pt x="4884" y="13583"/>
                      </a:lnTo>
                      <a:lnTo>
                        <a:pt x="4884" y="13606"/>
                      </a:lnTo>
                      <a:lnTo>
                        <a:pt x="4884" y="13632"/>
                      </a:lnTo>
                      <a:lnTo>
                        <a:pt x="4865" y="13638"/>
                      </a:lnTo>
                      <a:lnTo>
                        <a:pt x="4847" y="13646"/>
                      </a:lnTo>
                      <a:lnTo>
                        <a:pt x="4826" y="13655"/>
                      </a:lnTo>
                      <a:lnTo>
                        <a:pt x="4805" y="13668"/>
                      </a:lnTo>
                      <a:lnTo>
                        <a:pt x="4758" y="13697"/>
                      </a:lnTo>
                      <a:lnTo>
                        <a:pt x="4707" y="13731"/>
                      </a:lnTo>
                      <a:lnTo>
                        <a:pt x="4679" y="13750"/>
                      </a:lnTo>
                      <a:lnTo>
                        <a:pt x="4651" y="13767"/>
                      </a:lnTo>
                      <a:lnTo>
                        <a:pt x="4620" y="13786"/>
                      </a:lnTo>
                      <a:lnTo>
                        <a:pt x="4590" y="13805"/>
                      </a:lnTo>
                      <a:lnTo>
                        <a:pt x="4557" y="13822"/>
                      </a:lnTo>
                      <a:lnTo>
                        <a:pt x="4525" y="13838"/>
                      </a:lnTo>
                      <a:lnTo>
                        <a:pt x="4490" y="13855"/>
                      </a:lnTo>
                      <a:lnTo>
                        <a:pt x="4454" y="13869"/>
                      </a:lnTo>
                      <a:lnTo>
                        <a:pt x="4454" y="13891"/>
                      </a:lnTo>
                      <a:lnTo>
                        <a:pt x="4454" y="13915"/>
                      </a:lnTo>
                      <a:lnTo>
                        <a:pt x="4454" y="13942"/>
                      </a:lnTo>
                      <a:lnTo>
                        <a:pt x="4454" y="13969"/>
                      </a:lnTo>
                      <a:lnTo>
                        <a:pt x="4428" y="13976"/>
                      </a:lnTo>
                      <a:lnTo>
                        <a:pt x="4402" y="13984"/>
                      </a:lnTo>
                      <a:lnTo>
                        <a:pt x="4377" y="13993"/>
                      </a:lnTo>
                      <a:lnTo>
                        <a:pt x="4353" y="14003"/>
                      </a:lnTo>
                      <a:lnTo>
                        <a:pt x="4329" y="14012"/>
                      </a:lnTo>
                      <a:lnTo>
                        <a:pt x="4307" y="14023"/>
                      </a:lnTo>
                      <a:lnTo>
                        <a:pt x="4285" y="14033"/>
                      </a:lnTo>
                      <a:lnTo>
                        <a:pt x="4262" y="14044"/>
                      </a:lnTo>
                      <a:lnTo>
                        <a:pt x="4220" y="14067"/>
                      </a:lnTo>
                      <a:lnTo>
                        <a:pt x="4180" y="14092"/>
                      </a:lnTo>
                      <a:lnTo>
                        <a:pt x="4140" y="14118"/>
                      </a:lnTo>
                      <a:lnTo>
                        <a:pt x="4103" y="14146"/>
                      </a:lnTo>
                      <a:lnTo>
                        <a:pt x="4064" y="14174"/>
                      </a:lnTo>
                      <a:lnTo>
                        <a:pt x="4027" y="14204"/>
                      </a:lnTo>
                      <a:lnTo>
                        <a:pt x="3990" y="14235"/>
                      </a:lnTo>
                      <a:lnTo>
                        <a:pt x="3951" y="14266"/>
                      </a:lnTo>
                      <a:lnTo>
                        <a:pt x="3913" y="14299"/>
                      </a:lnTo>
                      <a:lnTo>
                        <a:pt x="3873" y="14331"/>
                      </a:lnTo>
                      <a:lnTo>
                        <a:pt x="3831" y="14365"/>
                      </a:lnTo>
                      <a:lnTo>
                        <a:pt x="3788" y="14398"/>
                      </a:lnTo>
                      <a:lnTo>
                        <a:pt x="3788" y="14432"/>
                      </a:lnTo>
                      <a:lnTo>
                        <a:pt x="3788" y="14467"/>
                      </a:lnTo>
                      <a:lnTo>
                        <a:pt x="3788" y="14504"/>
                      </a:lnTo>
                      <a:lnTo>
                        <a:pt x="3788" y="14541"/>
                      </a:lnTo>
                      <a:lnTo>
                        <a:pt x="3759" y="14541"/>
                      </a:lnTo>
                      <a:lnTo>
                        <a:pt x="3728" y="14541"/>
                      </a:lnTo>
                      <a:lnTo>
                        <a:pt x="3699" y="14541"/>
                      </a:lnTo>
                      <a:lnTo>
                        <a:pt x="3670" y="14541"/>
                      </a:lnTo>
                      <a:lnTo>
                        <a:pt x="3640" y="14541"/>
                      </a:lnTo>
                      <a:lnTo>
                        <a:pt x="3611" y="14541"/>
                      </a:lnTo>
                      <a:lnTo>
                        <a:pt x="3582" y="14541"/>
                      </a:lnTo>
                      <a:lnTo>
                        <a:pt x="3551" y="14541"/>
                      </a:lnTo>
                      <a:close/>
                    </a:path>
                  </a:pathLst>
                </a:custGeom>
                <a:solidFill>
                  <a:srgbClr val="24262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0738" name="Freeform 32">
                  <a:extLst>
                    <a:ext uri="{FF2B5EF4-FFF2-40B4-BE49-F238E27FC236}">
                      <a16:creationId xmlns:a16="http://schemas.microsoft.com/office/drawing/2014/main" id="{E2C90226-6A10-42F7-937F-86350CE15E07}"/>
                    </a:ext>
                  </a:extLst>
                </p:cNvPr>
                <p:cNvSpPr>
                  <a:spLocks/>
                </p:cNvSpPr>
                <p:nvPr/>
              </p:nvSpPr>
              <p:spPr bwMode="auto">
                <a:xfrm>
                  <a:off x="1358" y="1280"/>
                  <a:ext cx="924" cy="1458"/>
                </a:xfrm>
                <a:custGeom>
                  <a:avLst/>
                  <a:gdLst>
                    <a:gd name="T0" fmla="*/ 0 w 8629"/>
                    <a:gd name="T1" fmla="*/ 0 h 13616"/>
                    <a:gd name="T2" fmla="*/ 0 w 8629"/>
                    <a:gd name="T3" fmla="*/ 0 h 13616"/>
                    <a:gd name="T4" fmla="*/ 0 w 8629"/>
                    <a:gd name="T5" fmla="*/ 0 h 13616"/>
                    <a:gd name="T6" fmla="*/ 0 w 8629"/>
                    <a:gd name="T7" fmla="*/ 0 h 13616"/>
                    <a:gd name="T8" fmla="*/ 0 w 8629"/>
                    <a:gd name="T9" fmla="*/ 0 h 13616"/>
                    <a:gd name="T10" fmla="*/ 0 w 8629"/>
                    <a:gd name="T11" fmla="*/ 0 h 13616"/>
                    <a:gd name="T12" fmla="*/ 0 w 8629"/>
                    <a:gd name="T13" fmla="*/ 0 h 13616"/>
                    <a:gd name="T14" fmla="*/ 0 w 8629"/>
                    <a:gd name="T15" fmla="*/ 0 h 13616"/>
                    <a:gd name="T16" fmla="*/ 0 w 8629"/>
                    <a:gd name="T17" fmla="*/ 0 h 13616"/>
                    <a:gd name="T18" fmla="*/ 0 w 8629"/>
                    <a:gd name="T19" fmla="*/ 0 h 13616"/>
                    <a:gd name="T20" fmla="*/ 0 w 8629"/>
                    <a:gd name="T21" fmla="*/ 0 h 13616"/>
                    <a:gd name="T22" fmla="*/ 0 w 8629"/>
                    <a:gd name="T23" fmla="*/ 0 h 13616"/>
                    <a:gd name="T24" fmla="*/ 0 w 8629"/>
                    <a:gd name="T25" fmla="*/ 0 h 13616"/>
                    <a:gd name="T26" fmla="*/ 0 w 8629"/>
                    <a:gd name="T27" fmla="*/ 0 h 13616"/>
                    <a:gd name="T28" fmla="*/ 0 w 8629"/>
                    <a:gd name="T29" fmla="*/ 0 h 13616"/>
                    <a:gd name="T30" fmla="*/ 0 w 8629"/>
                    <a:gd name="T31" fmla="*/ 0 h 13616"/>
                    <a:gd name="T32" fmla="*/ 0 w 8629"/>
                    <a:gd name="T33" fmla="*/ 0 h 13616"/>
                    <a:gd name="T34" fmla="*/ 0 w 8629"/>
                    <a:gd name="T35" fmla="*/ 0 h 13616"/>
                    <a:gd name="T36" fmla="*/ 0 w 8629"/>
                    <a:gd name="T37" fmla="*/ 0 h 13616"/>
                    <a:gd name="T38" fmla="*/ 0 w 8629"/>
                    <a:gd name="T39" fmla="*/ 0 h 13616"/>
                    <a:gd name="T40" fmla="*/ 0 w 8629"/>
                    <a:gd name="T41" fmla="*/ 0 h 13616"/>
                    <a:gd name="T42" fmla="*/ 0 w 8629"/>
                    <a:gd name="T43" fmla="*/ 0 h 13616"/>
                    <a:gd name="T44" fmla="*/ 0 w 8629"/>
                    <a:gd name="T45" fmla="*/ 0 h 13616"/>
                    <a:gd name="T46" fmla="*/ 0 w 8629"/>
                    <a:gd name="T47" fmla="*/ 0 h 13616"/>
                    <a:gd name="T48" fmla="*/ 0 w 8629"/>
                    <a:gd name="T49" fmla="*/ 0 h 13616"/>
                    <a:gd name="T50" fmla="*/ 0 w 8629"/>
                    <a:gd name="T51" fmla="*/ 0 h 13616"/>
                    <a:gd name="T52" fmla="*/ 0 w 8629"/>
                    <a:gd name="T53" fmla="*/ 0 h 13616"/>
                    <a:gd name="T54" fmla="*/ 0 w 8629"/>
                    <a:gd name="T55" fmla="*/ 0 h 13616"/>
                    <a:gd name="T56" fmla="*/ 0 w 8629"/>
                    <a:gd name="T57" fmla="*/ 0 h 13616"/>
                    <a:gd name="T58" fmla="*/ 0 w 8629"/>
                    <a:gd name="T59" fmla="*/ 0 h 13616"/>
                    <a:gd name="T60" fmla="*/ 0 w 8629"/>
                    <a:gd name="T61" fmla="*/ 0 h 13616"/>
                    <a:gd name="T62" fmla="*/ 0 w 8629"/>
                    <a:gd name="T63" fmla="*/ 0 h 13616"/>
                    <a:gd name="T64" fmla="*/ 0 w 8629"/>
                    <a:gd name="T65" fmla="*/ 0 h 13616"/>
                    <a:gd name="T66" fmla="*/ 0 w 8629"/>
                    <a:gd name="T67" fmla="*/ 0 h 13616"/>
                    <a:gd name="T68" fmla="*/ 0 w 8629"/>
                    <a:gd name="T69" fmla="*/ 0 h 13616"/>
                    <a:gd name="T70" fmla="*/ 0 w 8629"/>
                    <a:gd name="T71" fmla="*/ 0 h 13616"/>
                    <a:gd name="T72" fmla="*/ 0 w 8629"/>
                    <a:gd name="T73" fmla="*/ 0 h 13616"/>
                    <a:gd name="T74" fmla="*/ 0 w 8629"/>
                    <a:gd name="T75" fmla="*/ 0 h 13616"/>
                    <a:gd name="T76" fmla="*/ 0 w 8629"/>
                    <a:gd name="T77" fmla="*/ 0 h 13616"/>
                    <a:gd name="T78" fmla="*/ 0 w 8629"/>
                    <a:gd name="T79" fmla="*/ 0 h 13616"/>
                    <a:gd name="T80" fmla="*/ 0 w 8629"/>
                    <a:gd name="T81" fmla="*/ 0 h 13616"/>
                    <a:gd name="T82" fmla="*/ 0 w 8629"/>
                    <a:gd name="T83" fmla="*/ 0 h 13616"/>
                    <a:gd name="T84" fmla="*/ 0 w 8629"/>
                    <a:gd name="T85" fmla="*/ 0 h 13616"/>
                    <a:gd name="T86" fmla="*/ 0 w 8629"/>
                    <a:gd name="T87" fmla="*/ 0 h 13616"/>
                    <a:gd name="T88" fmla="*/ 0 w 8629"/>
                    <a:gd name="T89" fmla="*/ 0 h 13616"/>
                    <a:gd name="T90" fmla="*/ 0 w 8629"/>
                    <a:gd name="T91" fmla="*/ 0 h 13616"/>
                    <a:gd name="T92" fmla="*/ 0 w 8629"/>
                    <a:gd name="T93" fmla="*/ 0 h 13616"/>
                    <a:gd name="T94" fmla="*/ 0 w 8629"/>
                    <a:gd name="T95" fmla="*/ 0 h 13616"/>
                    <a:gd name="T96" fmla="*/ 0 w 8629"/>
                    <a:gd name="T97" fmla="*/ 0 h 13616"/>
                    <a:gd name="T98" fmla="*/ 0 w 8629"/>
                    <a:gd name="T99" fmla="*/ 0 h 13616"/>
                    <a:gd name="T100" fmla="*/ 0 w 8629"/>
                    <a:gd name="T101" fmla="*/ 0 h 13616"/>
                    <a:gd name="T102" fmla="*/ 0 w 8629"/>
                    <a:gd name="T103" fmla="*/ 0 h 13616"/>
                    <a:gd name="T104" fmla="*/ 0 w 8629"/>
                    <a:gd name="T105" fmla="*/ 0 h 13616"/>
                    <a:gd name="T106" fmla="*/ 0 w 8629"/>
                    <a:gd name="T107" fmla="*/ 0 h 13616"/>
                    <a:gd name="T108" fmla="*/ 0 w 8629"/>
                    <a:gd name="T109" fmla="*/ 0 h 13616"/>
                    <a:gd name="T110" fmla="*/ 0 w 8629"/>
                    <a:gd name="T111" fmla="*/ 0 h 1361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8629"/>
                    <a:gd name="T169" fmla="*/ 0 h 13616"/>
                    <a:gd name="T170" fmla="*/ 8629 w 8629"/>
                    <a:gd name="T171" fmla="*/ 13616 h 13616"/>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8629" h="13616">
                      <a:moveTo>
                        <a:pt x="3243" y="13616"/>
                      </a:moveTo>
                      <a:lnTo>
                        <a:pt x="3041" y="13487"/>
                      </a:lnTo>
                      <a:lnTo>
                        <a:pt x="2838" y="13356"/>
                      </a:lnTo>
                      <a:lnTo>
                        <a:pt x="2636" y="13226"/>
                      </a:lnTo>
                      <a:lnTo>
                        <a:pt x="2433" y="13096"/>
                      </a:lnTo>
                      <a:lnTo>
                        <a:pt x="2230" y="12966"/>
                      </a:lnTo>
                      <a:lnTo>
                        <a:pt x="2027" y="12836"/>
                      </a:lnTo>
                      <a:lnTo>
                        <a:pt x="1825" y="12706"/>
                      </a:lnTo>
                      <a:lnTo>
                        <a:pt x="1622" y="12577"/>
                      </a:lnTo>
                      <a:lnTo>
                        <a:pt x="1419" y="12446"/>
                      </a:lnTo>
                      <a:lnTo>
                        <a:pt x="1216" y="12317"/>
                      </a:lnTo>
                      <a:lnTo>
                        <a:pt x="1013" y="12187"/>
                      </a:lnTo>
                      <a:lnTo>
                        <a:pt x="811" y="12057"/>
                      </a:lnTo>
                      <a:lnTo>
                        <a:pt x="609" y="11927"/>
                      </a:lnTo>
                      <a:lnTo>
                        <a:pt x="406" y="11799"/>
                      </a:lnTo>
                      <a:lnTo>
                        <a:pt x="203" y="11670"/>
                      </a:lnTo>
                      <a:lnTo>
                        <a:pt x="0" y="11540"/>
                      </a:lnTo>
                      <a:lnTo>
                        <a:pt x="142" y="11535"/>
                      </a:lnTo>
                      <a:lnTo>
                        <a:pt x="274" y="11530"/>
                      </a:lnTo>
                      <a:lnTo>
                        <a:pt x="396" y="11526"/>
                      </a:lnTo>
                      <a:lnTo>
                        <a:pt x="507" y="11524"/>
                      </a:lnTo>
                      <a:lnTo>
                        <a:pt x="701" y="11521"/>
                      </a:lnTo>
                      <a:lnTo>
                        <a:pt x="860" y="11517"/>
                      </a:lnTo>
                      <a:lnTo>
                        <a:pt x="928" y="11515"/>
                      </a:lnTo>
                      <a:lnTo>
                        <a:pt x="987" y="11510"/>
                      </a:lnTo>
                      <a:lnTo>
                        <a:pt x="1041" y="11503"/>
                      </a:lnTo>
                      <a:lnTo>
                        <a:pt x="1088" y="11495"/>
                      </a:lnTo>
                      <a:lnTo>
                        <a:pt x="1127" y="11484"/>
                      </a:lnTo>
                      <a:lnTo>
                        <a:pt x="1162" y="11472"/>
                      </a:lnTo>
                      <a:lnTo>
                        <a:pt x="1191" y="11454"/>
                      </a:lnTo>
                      <a:lnTo>
                        <a:pt x="1216" y="11434"/>
                      </a:lnTo>
                      <a:lnTo>
                        <a:pt x="1237" y="11410"/>
                      </a:lnTo>
                      <a:lnTo>
                        <a:pt x="1253" y="11381"/>
                      </a:lnTo>
                      <a:lnTo>
                        <a:pt x="1266" y="11347"/>
                      </a:lnTo>
                      <a:lnTo>
                        <a:pt x="1275" y="11308"/>
                      </a:lnTo>
                      <a:lnTo>
                        <a:pt x="1282" y="11264"/>
                      </a:lnTo>
                      <a:lnTo>
                        <a:pt x="1287" y="11214"/>
                      </a:lnTo>
                      <a:lnTo>
                        <a:pt x="1291" y="11158"/>
                      </a:lnTo>
                      <a:lnTo>
                        <a:pt x="1292" y="11095"/>
                      </a:lnTo>
                      <a:lnTo>
                        <a:pt x="1293" y="10947"/>
                      </a:lnTo>
                      <a:lnTo>
                        <a:pt x="1294" y="10768"/>
                      </a:lnTo>
                      <a:lnTo>
                        <a:pt x="1296" y="10665"/>
                      </a:lnTo>
                      <a:lnTo>
                        <a:pt x="1299" y="10553"/>
                      </a:lnTo>
                      <a:lnTo>
                        <a:pt x="1303" y="10433"/>
                      </a:lnTo>
                      <a:lnTo>
                        <a:pt x="1310" y="10302"/>
                      </a:lnTo>
                      <a:lnTo>
                        <a:pt x="1333" y="10160"/>
                      </a:lnTo>
                      <a:lnTo>
                        <a:pt x="1356" y="10019"/>
                      </a:lnTo>
                      <a:lnTo>
                        <a:pt x="1379" y="9879"/>
                      </a:lnTo>
                      <a:lnTo>
                        <a:pt x="1404" y="9741"/>
                      </a:lnTo>
                      <a:lnTo>
                        <a:pt x="1428" y="9604"/>
                      </a:lnTo>
                      <a:lnTo>
                        <a:pt x="1454" y="9468"/>
                      </a:lnTo>
                      <a:lnTo>
                        <a:pt x="1479" y="9334"/>
                      </a:lnTo>
                      <a:lnTo>
                        <a:pt x="1506" y="9200"/>
                      </a:lnTo>
                      <a:lnTo>
                        <a:pt x="1534" y="9067"/>
                      </a:lnTo>
                      <a:lnTo>
                        <a:pt x="1562" y="8935"/>
                      </a:lnTo>
                      <a:lnTo>
                        <a:pt x="1591" y="8804"/>
                      </a:lnTo>
                      <a:lnTo>
                        <a:pt x="1622" y="8674"/>
                      </a:lnTo>
                      <a:lnTo>
                        <a:pt x="1653" y="8544"/>
                      </a:lnTo>
                      <a:lnTo>
                        <a:pt x="1685" y="8415"/>
                      </a:lnTo>
                      <a:lnTo>
                        <a:pt x="1717" y="8287"/>
                      </a:lnTo>
                      <a:lnTo>
                        <a:pt x="1751" y="8159"/>
                      </a:lnTo>
                      <a:lnTo>
                        <a:pt x="1786" y="8031"/>
                      </a:lnTo>
                      <a:lnTo>
                        <a:pt x="1822" y="7904"/>
                      </a:lnTo>
                      <a:lnTo>
                        <a:pt x="1859" y="7778"/>
                      </a:lnTo>
                      <a:lnTo>
                        <a:pt x="1898" y="7651"/>
                      </a:lnTo>
                      <a:lnTo>
                        <a:pt x="1938" y="7525"/>
                      </a:lnTo>
                      <a:lnTo>
                        <a:pt x="1977" y="7398"/>
                      </a:lnTo>
                      <a:lnTo>
                        <a:pt x="2019" y="7272"/>
                      </a:lnTo>
                      <a:lnTo>
                        <a:pt x="2062" y="7146"/>
                      </a:lnTo>
                      <a:lnTo>
                        <a:pt x="2107" y="7019"/>
                      </a:lnTo>
                      <a:lnTo>
                        <a:pt x="2152" y="6893"/>
                      </a:lnTo>
                      <a:lnTo>
                        <a:pt x="2200" y="6766"/>
                      </a:lnTo>
                      <a:lnTo>
                        <a:pt x="2248" y="6639"/>
                      </a:lnTo>
                      <a:lnTo>
                        <a:pt x="2298" y="6512"/>
                      </a:lnTo>
                      <a:lnTo>
                        <a:pt x="2349" y="6385"/>
                      </a:lnTo>
                      <a:lnTo>
                        <a:pt x="2402" y="6257"/>
                      </a:lnTo>
                      <a:lnTo>
                        <a:pt x="2456" y="6128"/>
                      </a:lnTo>
                      <a:lnTo>
                        <a:pt x="2500" y="6043"/>
                      </a:lnTo>
                      <a:lnTo>
                        <a:pt x="2542" y="5959"/>
                      </a:lnTo>
                      <a:lnTo>
                        <a:pt x="2585" y="5876"/>
                      </a:lnTo>
                      <a:lnTo>
                        <a:pt x="2628" y="5792"/>
                      </a:lnTo>
                      <a:lnTo>
                        <a:pt x="2671" y="5708"/>
                      </a:lnTo>
                      <a:lnTo>
                        <a:pt x="2714" y="5624"/>
                      </a:lnTo>
                      <a:lnTo>
                        <a:pt x="2757" y="5540"/>
                      </a:lnTo>
                      <a:lnTo>
                        <a:pt x="2800" y="5456"/>
                      </a:lnTo>
                      <a:lnTo>
                        <a:pt x="2843" y="5372"/>
                      </a:lnTo>
                      <a:lnTo>
                        <a:pt x="2888" y="5289"/>
                      </a:lnTo>
                      <a:lnTo>
                        <a:pt x="2931" y="5205"/>
                      </a:lnTo>
                      <a:lnTo>
                        <a:pt x="2974" y="5123"/>
                      </a:lnTo>
                      <a:lnTo>
                        <a:pt x="3018" y="5039"/>
                      </a:lnTo>
                      <a:lnTo>
                        <a:pt x="3063" y="4956"/>
                      </a:lnTo>
                      <a:lnTo>
                        <a:pt x="3107" y="4873"/>
                      </a:lnTo>
                      <a:lnTo>
                        <a:pt x="3150" y="4789"/>
                      </a:lnTo>
                      <a:lnTo>
                        <a:pt x="3172" y="4789"/>
                      </a:lnTo>
                      <a:lnTo>
                        <a:pt x="3194" y="4789"/>
                      </a:lnTo>
                      <a:lnTo>
                        <a:pt x="3218" y="4789"/>
                      </a:lnTo>
                      <a:lnTo>
                        <a:pt x="3243" y="4789"/>
                      </a:lnTo>
                      <a:lnTo>
                        <a:pt x="3252" y="4759"/>
                      </a:lnTo>
                      <a:lnTo>
                        <a:pt x="3268" y="4720"/>
                      </a:lnTo>
                      <a:lnTo>
                        <a:pt x="3290" y="4673"/>
                      </a:lnTo>
                      <a:lnTo>
                        <a:pt x="3319" y="4617"/>
                      </a:lnTo>
                      <a:lnTo>
                        <a:pt x="3355" y="4555"/>
                      </a:lnTo>
                      <a:lnTo>
                        <a:pt x="3397" y="4486"/>
                      </a:lnTo>
                      <a:lnTo>
                        <a:pt x="3444" y="4412"/>
                      </a:lnTo>
                      <a:lnTo>
                        <a:pt x="3496" y="4331"/>
                      </a:lnTo>
                      <a:lnTo>
                        <a:pt x="3554" y="4246"/>
                      </a:lnTo>
                      <a:lnTo>
                        <a:pt x="3614" y="4157"/>
                      </a:lnTo>
                      <a:lnTo>
                        <a:pt x="3678" y="4065"/>
                      </a:lnTo>
                      <a:lnTo>
                        <a:pt x="3746" y="3971"/>
                      </a:lnTo>
                      <a:lnTo>
                        <a:pt x="3817" y="3873"/>
                      </a:lnTo>
                      <a:lnTo>
                        <a:pt x="3889" y="3775"/>
                      </a:lnTo>
                      <a:lnTo>
                        <a:pt x="3964" y="3676"/>
                      </a:lnTo>
                      <a:lnTo>
                        <a:pt x="4041" y="3576"/>
                      </a:lnTo>
                      <a:lnTo>
                        <a:pt x="4118" y="3477"/>
                      </a:lnTo>
                      <a:lnTo>
                        <a:pt x="4196" y="3378"/>
                      </a:lnTo>
                      <a:lnTo>
                        <a:pt x="4274" y="3281"/>
                      </a:lnTo>
                      <a:lnTo>
                        <a:pt x="4351" y="3187"/>
                      </a:lnTo>
                      <a:lnTo>
                        <a:pt x="4429" y="3094"/>
                      </a:lnTo>
                      <a:lnTo>
                        <a:pt x="4505" y="3006"/>
                      </a:lnTo>
                      <a:lnTo>
                        <a:pt x="4579" y="2922"/>
                      </a:lnTo>
                      <a:lnTo>
                        <a:pt x="4652" y="2843"/>
                      </a:lnTo>
                      <a:lnTo>
                        <a:pt x="4722" y="2768"/>
                      </a:lnTo>
                      <a:lnTo>
                        <a:pt x="4788" y="2699"/>
                      </a:lnTo>
                      <a:lnTo>
                        <a:pt x="4852" y="2638"/>
                      </a:lnTo>
                      <a:lnTo>
                        <a:pt x="4912" y="2583"/>
                      </a:lnTo>
                      <a:lnTo>
                        <a:pt x="4968" y="2536"/>
                      </a:lnTo>
                      <a:lnTo>
                        <a:pt x="5019" y="2498"/>
                      </a:lnTo>
                      <a:lnTo>
                        <a:pt x="5064" y="2468"/>
                      </a:lnTo>
                      <a:lnTo>
                        <a:pt x="5105" y="2449"/>
                      </a:lnTo>
                      <a:lnTo>
                        <a:pt x="5111" y="2423"/>
                      </a:lnTo>
                      <a:lnTo>
                        <a:pt x="5116" y="2399"/>
                      </a:lnTo>
                      <a:lnTo>
                        <a:pt x="5122" y="2376"/>
                      </a:lnTo>
                      <a:lnTo>
                        <a:pt x="5127" y="2355"/>
                      </a:lnTo>
                      <a:lnTo>
                        <a:pt x="5326" y="2179"/>
                      </a:lnTo>
                      <a:lnTo>
                        <a:pt x="5525" y="2006"/>
                      </a:lnTo>
                      <a:lnTo>
                        <a:pt x="5625" y="1919"/>
                      </a:lnTo>
                      <a:lnTo>
                        <a:pt x="5727" y="1833"/>
                      </a:lnTo>
                      <a:lnTo>
                        <a:pt x="5828" y="1748"/>
                      </a:lnTo>
                      <a:lnTo>
                        <a:pt x="5931" y="1663"/>
                      </a:lnTo>
                      <a:lnTo>
                        <a:pt x="6033" y="1579"/>
                      </a:lnTo>
                      <a:lnTo>
                        <a:pt x="6137" y="1495"/>
                      </a:lnTo>
                      <a:lnTo>
                        <a:pt x="6242" y="1414"/>
                      </a:lnTo>
                      <a:lnTo>
                        <a:pt x="6347" y="1332"/>
                      </a:lnTo>
                      <a:lnTo>
                        <a:pt x="6452" y="1252"/>
                      </a:lnTo>
                      <a:lnTo>
                        <a:pt x="6558" y="1172"/>
                      </a:lnTo>
                      <a:lnTo>
                        <a:pt x="6665" y="1093"/>
                      </a:lnTo>
                      <a:lnTo>
                        <a:pt x="6774" y="1016"/>
                      </a:lnTo>
                      <a:lnTo>
                        <a:pt x="6882" y="940"/>
                      </a:lnTo>
                      <a:lnTo>
                        <a:pt x="6992" y="866"/>
                      </a:lnTo>
                      <a:lnTo>
                        <a:pt x="7101" y="792"/>
                      </a:lnTo>
                      <a:lnTo>
                        <a:pt x="7213" y="721"/>
                      </a:lnTo>
                      <a:lnTo>
                        <a:pt x="7325" y="651"/>
                      </a:lnTo>
                      <a:lnTo>
                        <a:pt x="7438" y="583"/>
                      </a:lnTo>
                      <a:lnTo>
                        <a:pt x="7552" y="515"/>
                      </a:lnTo>
                      <a:lnTo>
                        <a:pt x="7668" y="451"/>
                      </a:lnTo>
                      <a:lnTo>
                        <a:pt x="7783" y="387"/>
                      </a:lnTo>
                      <a:lnTo>
                        <a:pt x="7901" y="325"/>
                      </a:lnTo>
                      <a:lnTo>
                        <a:pt x="8020" y="266"/>
                      </a:lnTo>
                      <a:lnTo>
                        <a:pt x="8139" y="208"/>
                      </a:lnTo>
                      <a:lnTo>
                        <a:pt x="8260" y="152"/>
                      </a:lnTo>
                      <a:lnTo>
                        <a:pt x="8381" y="100"/>
                      </a:lnTo>
                      <a:lnTo>
                        <a:pt x="8505" y="49"/>
                      </a:lnTo>
                      <a:lnTo>
                        <a:pt x="8629" y="0"/>
                      </a:lnTo>
                      <a:lnTo>
                        <a:pt x="8540" y="110"/>
                      </a:lnTo>
                      <a:lnTo>
                        <a:pt x="8451" y="221"/>
                      </a:lnTo>
                      <a:lnTo>
                        <a:pt x="8364" y="332"/>
                      </a:lnTo>
                      <a:lnTo>
                        <a:pt x="8276" y="444"/>
                      </a:lnTo>
                      <a:lnTo>
                        <a:pt x="8189" y="557"/>
                      </a:lnTo>
                      <a:lnTo>
                        <a:pt x="8102" y="670"/>
                      </a:lnTo>
                      <a:lnTo>
                        <a:pt x="8015" y="784"/>
                      </a:lnTo>
                      <a:lnTo>
                        <a:pt x="7929" y="898"/>
                      </a:lnTo>
                      <a:lnTo>
                        <a:pt x="7843" y="1014"/>
                      </a:lnTo>
                      <a:lnTo>
                        <a:pt x="7758" y="1129"/>
                      </a:lnTo>
                      <a:lnTo>
                        <a:pt x="7674" y="1246"/>
                      </a:lnTo>
                      <a:lnTo>
                        <a:pt x="7590" y="1362"/>
                      </a:lnTo>
                      <a:lnTo>
                        <a:pt x="7506" y="1481"/>
                      </a:lnTo>
                      <a:lnTo>
                        <a:pt x="7424" y="1600"/>
                      </a:lnTo>
                      <a:lnTo>
                        <a:pt x="7341" y="1719"/>
                      </a:lnTo>
                      <a:lnTo>
                        <a:pt x="7261" y="1840"/>
                      </a:lnTo>
                      <a:lnTo>
                        <a:pt x="7232" y="1852"/>
                      </a:lnTo>
                      <a:lnTo>
                        <a:pt x="7199" y="1875"/>
                      </a:lnTo>
                      <a:lnTo>
                        <a:pt x="7164" y="1909"/>
                      </a:lnTo>
                      <a:lnTo>
                        <a:pt x="7128" y="1952"/>
                      </a:lnTo>
                      <a:lnTo>
                        <a:pt x="7088" y="2005"/>
                      </a:lnTo>
                      <a:lnTo>
                        <a:pt x="7048" y="2065"/>
                      </a:lnTo>
                      <a:lnTo>
                        <a:pt x="7006" y="2134"/>
                      </a:lnTo>
                      <a:lnTo>
                        <a:pt x="6963" y="2210"/>
                      </a:lnTo>
                      <a:lnTo>
                        <a:pt x="6917" y="2291"/>
                      </a:lnTo>
                      <a:lnTo>
                        <a:pt x="6870" y="2380"/>
                      </a:lnTo>
                      <a:lnTo>
                        <a:pt x="6824" y="2472"/>
                      </a:lnTo>
                      <a:lnTo>
                        <a:pt x="6776" y="2570"/>
                      </a:lnTo>
                      <a:lnTo>
                        <a:pt x="6728" y="2671"/>
                      </a:lnTo>
                      <a:lnTo>
                        <a:pt x="6680" y="2775"/>
                      </a:lnTo>
                      <a:lnTo>
                        <a:pt x="6631" y="2882"/>
                      </a:lnTo>
                      <a:lnTo>
                        <a:pt x="6584" y="2991"/>
                      </a:lnTo>
                      <a:lnTo>
                        <a:pt x="6536" y="3100"/>
                      </a:lnTo>
                      <a:lnTo>
                        <a:pt x="6488" y="3211"/>
                      </a:lnTo>
                      <a:lnTo>
                        <a:pt x="6441" y="3322"/>
                      </a:lnTo>
                      <a:lnTo>
                        <a:pt x="6395" y="3431"/>
                      </a:lnTo>
                      <a:lnTo>
                        <a:pt x="6307" y="3646"/>
                      </a:lnTo>
                      <a:lnTo>
                        <a:pt x="6225" y="3850"/>
                      </a:lnTo>
                      <a:lnTo>
                        <a:pt x="6150" y="4037"/>
                      </a:lnTo>
                      <a:lnTo>
                        <a:pt x="6085" y="4204"/>
                      </a:lnTo>
                      <a:lnTo>
                        <a:pt x="6029" y="4344"/>
                      </a:lnTo>
                      <a:lnTo>
                        <a:pt x="5987" y="4452"/>
                      </a:lnTo>
                      <a:lnTo>
                        <a:pt x="5918" y="4711"/>
                      </a:lnTo>
                      <a:lnTo>
                        <a:pt x="5857" y="4949"/>
                      </a:lnTo>
                      <a:lnTo>
                        <a:pt x="5801" y="5168"/>
                      </a:lnTo>
                      <a:lnTo>
                        <a:pt x="5751" y="5367"/>
                      </a:lnTo>
                      <a:lnTo>
                        <a:pt x="5706" y="5551"/>
                      </a:lnTo>
                      <a:lnTo>
                        <a:pt x="5665" y="5718"/>
                      </a:lnTo>
                      <a:lnTo>
                        <a:pt x="5628" y="5870"/>
                      </a:lnTo>
                      <a:lnTo>
                        <a:pt x="5595" y="6006"/>
                      </a:lnTo>
                      <a:lnTo>
                        <a:pt x="5566" y="6130"/>
                      </a:lnTo>
                      <a:lnTo>
                        <a:pt x="5539" y="6242"/>
                      </a:lnTo>
                      <a:lnTo>
                        <a:pt x="5515" y="6341"/>
                      </a:lnTo>
                      <a:lnTo>
                        <a:pt x="5492" y="6430"/>
                      </a:lnTo>
                      <a:lnTo>
                        <a:pt x="5471" y="6510"/>
                      </a:lnTo>
                      <a:lnTo>
                        <a:pt x="5452" y="6581"/>
                      </a:lnTo>
                      <a:lnTo>
                        <a:pt x="5432" y="6644"/>
                      </a:lnTo>
                      <a:lnTo>
                        <a:pt x="5413" y="6701"/>
                      </a:lnTo>
                      <a:lnTo>
                        <a:pt x="5397" y="6986"/>
                      </a:lnTo>
                      <a:lnTo>
                        <a:pt x="5383" y="7238"/>
                      </a:lnTo>
                      <a:lnTo>
                        <a:pt x="5370" y="7460"/>
                      </a:lnTo>
                      <a:lnTo>
                        <a:pt x="5359" y="7658"/>
                      </a:lnTo>
                      <a:lnTo>
                        <a:pt x="5350" y="7835"/>
                      </a:lnTo>
                      <a:lnTo>
                        <a:pt x="5343" y="7996"/>
                      </a:lnTo>
                      <a:lnTo>
                        <a:pt x="5337" y="8145"/>
                      </a:lnTo>
                      <a:lnTo>
                        <a:pt x="5331" y="8287"/>
                      </a:lnTo>
                      <a:lnTo>
                        <a:pt x="5328" y="8426"/>
                      </a:lnTo>
                      <a:lnTo>
                        <a:pt x="5326" y="8566"/>
                      </a:lnTo>
                      <a:lnTo>
                        <a:pt x="5323" y="8711"/>
                      </a:lnTo>
                      <a:lnTo>
                        <a:pt x="5322" y="8868"/>
                      </a:lnTo>
                      <a:lnTo>
                        <a:pt x="5321" y="9038"/>
                      </a:lnTo>
                      <a:lnTo>
                        <a:pt x="5321" y="9227"/>
                      </a:lnTo>
                      <a:lnTo>
                        <a:pt x="5321" y="9439"/>
                      </a:lnTo>
                      <a:lnTo>
                        <a:pt x="5320" y="9679"/>
                      </a:lnTo>
                      <a:lnTo>
                        <a:pt x="5355" y="9906"/>
                      </a:lnTo>
                      <a:lnTo>
                        <a:pt x="5385" y="10115"/>
                      </a:lnTo>
                      <a:lnTo>
                        <a:pt x="5412" y="10304"/>
                      </a:lnTo>
                      <a:lnTo>
                        <a:pt x="5436" y="10475"/>
                      </a:lnTo>
                      <a:lnTo>
                        <a:pt x="5457" y="10629"/>
                      </a:lnTo>
                      <a:lnTo>
                        <a:pt x="5475" y="10765"/>
                      </a:lnTo>
                      <a:lnTo>
                        <a:pt x="5491" y="10886"/>
                      </a:lnTo>
                      <a:lnTo>
                        <a:pt x="5505" y="10993"/>
                      </a:lnTo>
                      <a:lnTo>
                        <a:pt x="5517" y="11085"/>
                      </a:lnTo>
                      <a:lnTo>
                        <a:pt x="5527" y="11163"/>
                      </a:lnTo>
                      <a:lnTo>
                        <a:pt x="5536" y="11227"/>
                      </a:lnTo>
                      <a:lnTo>
                        <a:pt x="5544" y="11280"/>
                      </a:lnTo>
                      <a:lnTo>
                        <a:pt x="5551" y="11321"/>
                      </a:lnTo>
                      <a:lnTo>
                        <a:pt x="5558" y="11352"/>
                      </a:lnTo>
                      <a:lnTo>
                        <a:pt x="5561" y="11363"/>
                      </a:lnTo>
                      <a:lnTo>
                        <a:pt x="5565" y="11372"/>
                      </a:lnTo>
                      <a:lnTo>
                        <a:pt x="5568" y="11378"/>
                      </a:lnTo>
                      <a:lnTo>
                        <a:pt x="5570" y="11383"/>
                      </a:lnTo>
                      <a:lnTo>
                        <a:pt x="5629" y="11381"/>
                      </a:lnTo>
                      <a:lnTo>
                        <a:pt x="5686" y="11377"/>
                      </a:lnTo>
                      <a:lnTo>
                        <a:pt x="5744" y="11375"/>
                      </a:lnTo>
                      <a:lnTo>
                        <a:pt x="5802" y="11372"/>
                      </a:lnTo>
                      <a:lnTo>
                        <a:pt x="5860" y="11370"/>
                      </a:lnTo>
                      <a:lnTo>
                        <a:pt x="5918" y="11368"/>
                      </a:lnTo>
                      <a:lnTo>
                        <a:pt x="5975" y="11364"/>
                      </a:lnTo>
                      <a:lnTo>
                        <a:pt x="6033" y="11362"/>
                      </a:lnTo>
                      <a:lnTo>
                        <a:pt x="6090" y="11360"/>
                      </a:lnTo>
                      <a:lnTo>
                        <a:pt x="6149" y="11359"/>
                      </a:lnTo>
                      <a:lnTo>
                        <a:pt x="6206" y="11356"/>
                      </a:lnTo>
                      <a:lnTo>
                        <a:pt x="6264" y="11354"/>
                      </a:lnTo>
                      <a:lnTo>
                        <a:pt x="6321" y="11352"/>
                      </a:lnTo>
                      <a:lnTo>
                        <a:pt x="6380" y="11350"/>
                      </a:lnTo>
                      <a:lnTo>
                        <a:pt x="6437" y="11349"/>
                      </a:lnTo>
                      <a:lnTo>
                        <a:pt x="6495" y="11347"/>
                      </a:lnTo>
                      <a:lnTo>
                        <a:pt x="6158" y="11600"/>
                      </a:lnTo>
                      <a:lnTo>
                        <a:pt x="5863" y="11820"/>
                      </a:lnTo>
                      <a:lnTo>
                        <a:pt x="5608" y="12011"/>
                      </a:lnTo>
                      <a:lnTo>
                        <a:pt x="5387" y="12176"/>
                      </a:lnTo>
                      <a:lnTo>
                        <a:pt x="5201" y="12314"/>
                      </a:lnTo>
                      <a:lnTo>
                        <a:pt x="5045" y="12431"/>
                      </a:lnTo>
                      <a:lnTo>
                        <a:pt x="4915" y="12526"/>
                      </a:lnTo>
                      <a:lnTo>
                        <a:pt x="4810" y="12603"/>
                      </a:lnTo>
                      <a:lnTo>
                        <a:pt x="4726" y="12664"/>
                      </a:lnTo>
                      <a:lnTo>
                        <a:pt x="4661" y="12711"/>
                      </a:lnTo>
                      <a:lnTo>
                        <a:pt x="4611" y="12744"/>
                      </a:lnTo>
                      <a:lnTo>
                        <a:pt x="4574" y="12769"/>
                      </a:lnTo>
                      <a:lnTo>
                        <a:pt x="4546" y="12785"/>
                      </a:lnTo>
                      <a:lnTo>
                        <a:pt x="4525" y="12796"/>
                      </a:lnTo>
                      <a:lnTo>
                        <a:pt x="4506" y="12803"/>
                      </a:lnTo>
                      <a:lnTo>
                        <a:pt x="4490" y="12807"/>
                      </a:lnTo>
                      <a:lnTo>
                        <a:pt x="4490" y="12829"/>
                      </a:lnTo>
                      <a:lnTo>
                        <a:pt x="4490" y="12852"/>
                      </a:lnTo>
                      <a:lnTo>
                        <a:pt x="4490" y="12875"/>
                      </a:lnTo>
                      <a:lnTo>
                        <a:pt x="4490" y="12901"/>
                      </a:lnTo>
                      <a:lnTo>
                        <a:pt x="4461" y="12911"/>
                      </a:lnTo>
                      <a:lnTo>
                        <a:pt x="4431" y="12922"/>
                      </a:lnTo>
                      <a:lnTo>
                        <a:pt x="4403" y="12933"/>
                      </a:lnTo>
                      <a:lnTo>
                        <a:pt x="4377" y="12946"/>
                      </a:lnTo>
                      <a:lnTo>
                        <a:pt x="4350" y="12959"/>
                      </a:lnTo>
                      <a:lnTo>
                        <a:pt x="4323" y="12973"/>
                      </a:lnTo>
                      <a:lnTo>
                        <a:pt x="4297" y="12988"/>
                      </a:lnTo>
                      <a:lnTo>
                        <a:pt x="4272" y="13003"/>
                      </a:lnTo>
                      <a:lnTo>
                        <a:pt x="4220" y="13035"/>
                      </a:lnTo>
                      <a:lnTo>
                        <a:pt x="4171" y="13067"/>
                      </a:lnTo>
                      <a:lnTo>
                        <a:pt x="4122" y="13102"/>
                      </a:lnTo>
                      <a:lnTo>
                        <a:pt x="4075" y="13136"/>
                      </a:lnTo>
                      <a:lnTo>
                        <a:pt x="4026" y="13171"/>
                      </a:lnTo>
                      <a:lnTo>
                        <a:pt x="3977" y="13205"/>
                      </a:lnTo>
                      <a:lnTo>
                        <a:pt x="3928" y="13237"/>
                      </a:lnTo>
                      <a:lnTo>
                        <a:pt x="3878" y="13268"/>
                      </a:lnTo>
                      <a:lnTo>
                        <a:pt x="3852" y="13283"/>
                      </a:lnTo>
                      <a:lnTo>
                        <a:pt x="3825" y="13297"/>
                      </a:lnTo>
                      <a:lnTo>
                        <a:pt x="3800" y="13311"/>
                      </a:lnTo>
                      <a:lnTo>
                        <a:pt x="3773" y="13324"/>
                      </a:lnTo>
                      <a:lnTo>
                        <a:pt x="3745" y="13335"/>
                      </a:lnTo>
                      <a:lnTo>
                        <a:pt x="3717" y="13347"/>
                      </a:lnTo>
                      <a:lnTo>
                        <a:pt x="3689" y="13358"/>
                      </a:lnTo>
                      <a:lnTo>
                        <a:pt x="3660" y="13366"/>
                      </a:lnTo>
                      <a:lnTo>
                        <a:pt x="3656" y="13381"/>
                      </a:lnTo>
                      <a:lnTo>
                        <a:pt x="3651" y="13395"/>
                      </a:lnTo>
                      <a:lnTo>
                        <a:pt x="3646" y="13409"/>
                      </a:lnTo>
                      <a:lnTo>
                        <a:pt x="3639" y="13422"/>
                      </a:lnTo>
                      <a:lnTo>
                        <a:pt x="3630" y="13434"/>
                      </a:lnTo>
                      <a:lnTo>
                        <a:pt x="3622" y="13446"/>
                      </a:lnTo>
                      <a:lnTo>
                        <a:pt x="3612" y="13459"/>
                      </a:lnTo>
                      <a:lnTo>
                        <a:pt x="3601" y="13469"/>
                      </a:lnTo>
                      <a:lnTo>
                        <a:pt x="3590" y="13481"/>
                      </a:lnTo>
                      <a:lnTo>
                        <a:pt x="3578" y="13492"/>
                      </a:lnTo>
                      <a:lnTo>
                        <a:pt x="3564" y="13501"/>
                      </a:lnTo>
                      <a:lnTo>
                        <a:pt x="3551" y="13511"/>
                      </a:lnTo>
                      <a:lnTo>
                        <a:pt x="3537" y="13521"/>
                      </a:lnTo>
                      <a:lnTo>
                        <a:pt x="3522" y="13529"/>
                      </a:lnTo>
                      <a:lnTo>
                        <a:pt x="3507" y="13537"/>
                      </a:lnTo>
                      <a:lnTo>
                        <a:pt x="3492" y="13545"/>
                      </a:lnTo>
                      <a:lnTo>
                        <a:pt x="3460" y="13560"/>
                      </a:lnTo>
                      <a:lnTo>
                        <a:pt x="3428" y="13573"/>
                      </a:lnTo>
                      <a:lnTo>
                        <a:pt x="3395" y="13584"/>
                      </a:lnTo>
                      <a:lnTo>
                        <a:pt x="3362" y="13594"/>
                      </a:lnTo>
                      <a:lnTo>
                        <a:pt x="3330" y="13602"/>
                      </a:lnTo>
                      <a:lnTo>
                        <a:pt x="3299" y="13608"/>
                      </a:lnTo>
                      <a:lnTo>
                        <a:pt x="3270" y="13614"/>
                      </a:lnTo>
                      <a:lnTo>
                        <a:pt x="3243" y="13616"/>
                      </a:lnTo>
                      <a:close/>
                    </a:path>
                  </a:pathLst>
                </a:custGeom>
                <a:solidFill>
                  <a:srgbClr val="66C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grpSp>
      <p:sp>
        <p:nvSpPr>
          <p:cNvPr id="30730" name="Rectangle 23">
            <a:extLst>
              <a:ext uri="{FF2B5EF4-FFF2-40B4-BE49-F238E27FC236}">
                <a16:creationId xmlns:a16="http://schemas.microsoft.com/office/drawing/2014/main" id="{FBCA0558-587D-4225-AF49-8872FDC0CD5C}"/>
              </a:ext>
            </a:extLst>
          </p:cNvPr>
          <p:cNvSpPr>
            <a:spLocks noChangeArrowheads="1"/>
          </p:cNvSpPr>
          <p:nvPr/>
        </p:nvSpPr>
        <p:spPr bwMode="auto">
          <a:xfrm>
            <a:off x="6858000" y="5715000"/>
            <a:ext cx="2133600" cy="10668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0724"/>
                                        </p:tgtEl>
                                        <p:attrNameLst>
                                          <p:attrName>style.visibility</p:attrName>
                                        </p:attrNameLst>
                                      </p:cBhvr>
                                      <p:to>
                                        <p:strVal val="visible"/>
                                      </p:to>
                                    </p:set>
                                    <p:animEffect transition="in" filter="fade">
                                      <p:cBhvr>
                                        <p:cTn id="7" dur="1000"/>
                                        <p:tgtEl>
                                          <p:spTgt spid="30724"/>
                                        </p:tgtEl>
                                      </p:cBhvr>
                                    </p:animEffect>
                                    <p:anim calcmode="lin" valueType="num">
                                      <p:cBhvr>
                                        <p:cTn id="8" dur="1000" fill="hold"/>
                                        <p:tgtEl>
                                          <p:spTgt spid="30724"/>
                                        </p:tgtEl>
                                        <p:attrNameLst>
                                          <p:attrName>ppt_x</p:attrName>
                                        </p:attrNameLst>
                                      </p:cBhvr>
                                      <p:tavLst>
                                        <p:tav tm="0">
                                          <p:val>
                                            <p:strVal val="#ppt_x"/>
                                          </p:val>
                                        </p:tav>
                                        <p:tav tm="100000">
                                          <p:val>
                                            <p:strVal val="#ppt_x"/>
                                          </p:val>
                                        </p:tav>
                                      </p:tavLst>
                                    </p:anim>
                                    <p:anim calcmode="lin" valueType="num">
                                      <p:cBhvr>
                                        <p:cTn id="9" dur="1000" fill="hold"/>
                                        <p:tgtEl>
                                          <p:spTgt spid="3072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grpId="0" nodeType="clickEffect">
                                  <p:stCondLst>
                                    <p:cond delay="0"/>
                                  </p:stCondLst>
                                  <p:childTnLst>
                                    <p:set>
                                      <p:cBhvr>
                                        <p:cTn id="13" dur="1" fill="hold">
                                          <p:stCondLst>
                                            <p:cond delay="0"/>
                                          </p:stCondLst>
                                        </p:cTn>
                                        <p:tgtEl>
                                          <p:spTgt spid="30723"/>
                                        </p:tgtEl>
                                        <p:attrNameLst>
                                          <p:attrName>style.visibility</p:attrName>
                                        </p:attrNameLst>
                                      </p:cBhvr>
                                      <p:to>
                                        <p:strVal val="visible"/>
                                      </p:to>
                                    </p:set>
                                    <p:animEffect transition="in" filter="circle(in)">
                                      <p:cBhvr>
                                        <p:cTn id="14" dur="2000"/>
                                        <p:tgtEl>
                                          <p:spTgt spid="30723"/>
                                        </p:tgtEl>
                                      </p:cBhvr>
                                    </p:animEffec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nodeType="clickEffect">
                                  <p:stCondLst>
                                    <p:cond delay="0"/>
                                  </p:stCondLst>
                                  <p:childTnLst>
                                    <p:set>
                                      <p:cBhvr>
                                        <p:cTn id="18" dur="1" fill="hold">
                                          <p:stCondLst>
                                            <p:cond delay="0"/>
                                          </p:stCondLst>
                                        </p:cTn>
                                        <p:tgtEl>
                                          <p:spTgt spid="30729"/>
                                        </p:tgtEl>
                                        <p:attrNameLst>
                                          <p:attrName>style.visibility</p:attrName>
                                        </p:attrNameLst>
                                      </p:cBhvr>
                                      <p:to>
                                        <p:strVal val="visible"/>
                                      </p:to>
                                    </p:set>
                                    <p:anim calcmode="lin" valueType="num">
                                      <p:cBhvr>
                                        <p:cTn id="19" dur="500" fill="hold"/>
                                        <p:tgtEl>
                                          <p:spTgt spid="30729"/>
                                        </p:tgtEl>
                                        <p:attrNameLst>
                                          <p:attrName>ppt_w</p:attrName>
                                        </p:attrNameLst>
                                      </p:cBhvr>
                                      <p:tavLst>
                                        <p:tav tm="0">
                                          <p:val>
                                            <p:fltVal val="0"/>
                                          </p:val>
                                        </p:tav>
                                        <p:tav tm="100000">
                                          <p:val>
                                            <p:strVal val="#ppt_w"/>
                                          </p:val>
                                        </p:tav>
                                      </p:tavLst>
                                    </p:anim>
                                    <p:anim calcmode="lin" valueType="num">
                                      <p:cBhvr>
                                        <p:cTn id="20" dur="500" fill="hold"/>
                                        <p:tgtEl>
                                          <p:spTgt spid="30729"/>
                                        </p:tgtEl>
                                        <p:attrNameLst>
                                          <p:attrName>ppt_h</p:attrName>
                                        </p:attrNameLst>
                                      </p:cBhvr>
                                      <p:tavLst>
                                        <p:tav tm="0">
                                          <p:val>
                                            <p:fltVal val="0"/>
                                          </p:val>
                                        </p:tav>
                                        <p:tav tm="100000">
                                          <p:val>
                                            <p:strVal val="#ppt_h"/>
                                          </p:val>
                                        </p:tav>
                                      </p:tavLst>
                                    </p:anim>
                                    <p:animEffect transition="in" filter="fade">
                                      <p:cBhvr>
                                        <p:cTn id="21" dur="500"/>
                                        <p:tgtEl>
                                          <p:spTgt spid="30729"/>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30728"/>
                                        </p:tgtEl>
                                        <p:attrNameLst>
                                          <p:attrName>style.visibility</p:attrName>
                                        </p:attrNameLst>
                                      </p:cBhvr>
                                      <p:to>
                                        <p:strVal val="visible"/>
                                      </p:to>
                                    </p:set>
                                    <p:animEffect transition="in" filter="wipe(down)">
                                      <p:cBhvr>
                                        <p:cTn id="26" dur="500"/>
                                        <p:tgtEl>
                                          <p:spTgt spid="30728"/>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4" fill="hold" grpId="0" nodeType="clickEffect">
                                  <p:stCondLst>
                                    <p:cond delay="0"/>
                                  </p:stCondLst>
                                  <p:childTnLst>
                                    <p:set>
                                      <p:cBhvr>
                                        <p:cTn id="30" dur="1" fill="hold">
                                          <p:stCondLst>
                                            <p:cond delay="0"/>
                                          </p:stCondLst>
                                        </p:cTn>
                                        <p:tgtEl>
                                          <p:spTgt spid="30725"/>
                                        </p:tgtEl>
                                        <p:attrNameLst>
                                          <p:attrName>style.visibility</p:attrName>
                                        </p:attrNameLst>
                                      </p:cBhvr>
                                      <p:to>
                                        <p:strVal val="visible"/>
                                      </p:to>
                                    </p:set>
                                    <p:animEffect transition="in" filter="wipe(down)">
                                      <p:cBhvr>
                                        <p:cTn id="31" dur="500"/>
                                        <p:tgtEl>
                                          <p:spTgt spid="30725"/>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grpId="0" nodeType="clickEffect">
                                  <p:stCondLst>
                                    <p:cond delay="0"/>
                                  </p:stCondLst>
                                  <p:childTnLst>
                                    <p:set>
                                      <p:cBhvr>
                                        <p:cTn id="35" dur="1" fill="hold">
                                          <p:stCondLst>
                                            <p:cond delay="0"/>
                                          </p:stCondLst>
                                        </p:cTn>
                                        <p:tgtEl>
                                          <p:spTgt spid="30727"/>
                                        </p:tgtEl>
                                        <p:attrNameLst>
                                          <p:attrName>style.visibility</p:attrName>
                                        </p:attrNameLst>
                                      </p:cBhvr>
                                      <p:to>
                                        <p:strVal val="visible"/>
                                      </p:to>
                                    </p:set>
                                    <p:animEffect transition="in" filter="wipe(down)">
                                      <p:cBhvr>
                                        <p:cTn id="36" dur="500"/>
                                        <p:tgtEl>
                                          <p:spTgt spid="30727"/>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4" fill="hold" grpId="0" nodeType="clickEffect">
                                  <p:stCondLst>
                                    <p:cond delay="0"/>
                                  </p:stCondLst>
                                  <p:childTnLst>
                                    <p:set>
                                      <p:cBhvr>
                                        <p:cTn id="40" dur="1" fill="hold">
                                          <p:stCondLst>
                                            <p:cond delay="0"/>
                                          </p:stCondLst>
                                        </p:cTn>
                                        <p:tgtEl>
                                          <p:spTgt spid="30726"/>
                                        </p:tgtEl>
                                        <p:attrNameLst>
                                          <p:attrName>style.visibility</p:attrName>
                                        </p:attrNameLst>
                                      </p:cBhvr>
                                      <p:to>
                                        <p:strVal val="visible"/>
                                      </p:to>
                                    </p:set>
                                    <p:animEffect transition="in" filter="wipe(down)">
                                      <p:cBhvr>
                                        <p:cTn id="41" dur="500"/>
                                        <p:tgtEl>
                                          <p:spTgt spid="307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3" grpId="0" animBg="1"/>
      <p:bldP spid="30724" grpId="0"/>
      <p:bldP spid="30725" grpId="0"/>
      <p:bldP spid="30726" grpId="0"/>
      <p:bldP spid="30727" grpId="0"/>
      <p:bldP spid="30728"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1746" name="Slide Number Placeholder 1">
            <a:extLst>
              <a:ext uri="{FF2B5EF4-FFF2-40B4-BE49-F238E27FC236}">
                <a16:creationId xmlns:a16="http://schemas.microsoft.com/office/drawing/2014/main" id="{16780A1B-1A2C-4250-9BEF-5E86FFA270E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02F9F171-49D5-4749-B11D-5DD2F3315766}" type="slidenum">
              <a:rPr lang="en-US" altLang="en-US" sz="1000">
                <a:solidFill>
                  <a:srgbClr val="66CCFF"/>
                </a:solidFill>
              </a:rPr>
              <a:pPr/>
              <a:t>23</a:t>
            </a:fld>
            <a:endParaRPr lang="en-US" altLang="en-US" sz="1000">
              <a:solidFill>
                <a:srgbClr val="66CCFF"/>
              </a:solidFill>
            </a:endParaRPr>
          </a:p>
        </p:txBody>
      </p:sp>
      <p:sp>
        <p:nvSpPr>
          <p:cNvPr id="31747" name="Rectangle 2">
            <a:extLst>
              <a:ext uri="{FF2B5EF4-FFF2-40B4-BE49-F238E27FC236}">
                <a16:creationId xmlns:a16="http://schemas.microsoft.com/office/drawing/2014/main" id="{B57BBC5C-E707-494E-9973-EE4B2A0A40E1}"/>
              </a:ext>
            </a:extLst>
          </p:cNvPr>
          <p:cNvSpPr>
            <a:spLocks noGrp="1" noChangeArrowheads="1"/>
          </p:cNvSpPr>
          <p:nvPr>
            <p:ph type="title" idx="4294967295"/>
          </p:nvPr>
        </p:nvSpPr>
        <p:spPr>
          <a:xfrm>
            <a:off x="304800" y="1066800"/>
            <a:ext cx="7772400" cy="3387725"/>
          </a:xfrm>
          <a:noFill/>
        </p:spPr>
        <p:txBody>
          <a:bodyPr>
            <a:spAutoFit/>
          </a:bodyPr>
          <a:lstStyle/>
          <a:p>
            <a:pPr eaLnBrk="1" hangingPunct="1"/>
            <a:r>
              <a:rPr lang="ja-JP" altLang="en-US" sz="3600" dirty="0"/>
              <a:t>“</a:t>
            </a:r>
            <a:r>
              <a:rPr lang="en-US" altLang="ja-JP" sz="3600" dirty="0">
                <a:solidFill>
                  <a:schemeClr val="bg1"/>
                </a:solidFill>
              </a:rPr>
              <a:t>If there is nothing very special about your work, no matter how hard you apply yourself, you won’t get noticed and that increasingly means you won’t get paid much, either.</a:t>
            </a:r>
            <a:r>
              <a:rPr lang="ja-JP" altLang="en-US" sz="3600" dirty="0"/>
              <a:t>”</a:t>
            </a:r>
            <a:endParaRPr lang="en-US" altLang="en-US" sz="3600" dirty="0"/>
          </a:p>
        </p:txBody>
      </p:sp>
      <p:sp>
        <p:nvSpPr>
          <p:cNvPr id="31748" name="Text Box 3">
            <a:extLst>
              <a:ext uri="{FF2B5EF4-FFF2-40B4-BE49-F238E27FC236}">
                <a16:creationId xmlns:a16="http://schemas.microsoft.com/office/drawing/2014/main" id="{419C5A6C-DCC6-47C4-80DB-E4471CB2F788}"/>
              </a:ext>
            </a:extLst>
          </p:cNvPr>
          <p:cNvSpPr txBox="1">
            <a:spLocks noChangeArrowheads="1"/>
          </p:cNvSpPr>
          <p:nvPr/>
        </p:nvSpPr>
        <p:spPr bwMode="auto">
          <a:xfrm>
            <a:off x="844550" y="4800600"/>
            <a:ext cx="64817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a:r>
              <a:rPr lang="en-US" altLang="en-US" sz="2000" b="1" dirty="0">
                <a:solidFill>
                  <a:srgbClr val="66CCFF"/>
                </a:solidFill>
              </a:rPr>
              <a:t>Michael Goldhaber, Wired</a:t>
            </a:r>
          </a:p>
        </p:txBody>
      </p:sp>
      <p:sp>
        <p:nvSpPr>
          <p:cNvPr id="31749" name="Rectangle 5">
            <a:extLst>
              <a:ext uri="{FF2B5EF4-FFF2-40B4-BE49-F238E27FC236}">
                <a16:creationId xmlns:a16="http://schemas.microsoft.com/office/drawing/2014/main" id="{490C91A7-3B30-4A95-B838-B9E2609E71CA}"/>
              </a:ext>
            </a:extLst>
          </p:cNvPr>
          <p:cNvSpPr>
            <a:spLocks noChangeArrowheads="1"/>
          </p:cNvSpPr>
          <p:nvPr/>
        </p:nvSpPr>
        <p:spPr bwMode="auto">
          <a:xfrm>
            <a:off x="6858000" y="5715000"/>
            <a:ext cx="2133600" cy="10668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1747"/>
                                        </p:tgtEl>
                                        <p:attrNameLst>
                                          <p:attrName>style.visibility</p:attrName>
                                        </p:attrNameLst>
                                      </p:cBhvr>
                                      <p:to>
                                        <p:strVal val="visible"/>
                                      </p:to>
                                    </p:set>
                                    <p:animEffect transition="in" filter="barn(inVertical)">
                                      <p:cBhvr>
                                        <p:cTn id="7" dur="500"/>
                                        <p:tgtEl>
                                          <p:spTgt spid="3174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1748">
                                            <p:txEl>
                                              <p:pRg st="0" end="0"/>
                                            </p:txEl>
                                          </p:spTgt>
                                        </p:tgtEl>
                                        <p:attrNameLst>
                                          <p:attrName>style.visibility</p:attrName>
                                        </p:attrNameLst>
                                      </p:cBhvr>
                                      <p:to>
                                        <p:strVal val="visible"/>
                                      </p:to>
                                    </p:set>
                                    <p:animEffect transition="in" filter="wipe(down)">
                                      <p:cBhvr>
                                        <p:cTn id="12" dur="500"/>
                                        <p:tgtEl>
                                          <p:spTgt spid="317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747"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2770" name="Slide Number Placeholder 3">
            <a:extLst>
              <a:ext uri="{FF2B5EF4-FFF2-40B4-BE49-F238E27FC236}">
                <a16:creationId xmlns:a16="http://schemas.microsoft.com/office/drawing/2014/main" id="{A1983019-B8FD-445E-B572-734170DB88C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B32B66F2-DFFD-4D0B-AEC4-C84F84630DC3}" type="slidenum">
              <a:rPr lang="en-US" altLang="en-US" sz="1000">
                <a:solidFill>
                  <a:srgbClr val="66CCFF"/>
                </a:solidFill>
              </a:rPr>
              <a:pPr/>
              <a:t>24</a:t>
            </a:fld>
            <a:endParaRPr lang="en-US" altLang="en-US" sz="1000">
              <a:solidFill>
                <a:srgbClr val="66CCFF"/>
              </a:solidFill>
            </a:endParaRPr>
          </a:p>
        </p:txBody>
      </p:sp>
      <p:sp>
        <p:nvSpPr>
          <p:cNvPr id="32771" name="Rectangle 8">
            <a:extLst>
              <a:ext uri="{FF2B5EF4-FFF2-40B4-BE49-F238E27FC236}">
                <a16:creationId xmlns:a16="http://schemas.microsoft.com/office/drawing/2014/main" id="{3E228DDD-B77A-448A-A4FE-2BD516163B79}"/>
              </a:ext>
            </a:extLst>
          </p:cNvPr>
          <p:cNvSpPr>
            <a:spLocks noGrp="1" noChangeArrowheads="1"/>
          </p:cNvSpPr>
          <p:nvPr>
            <p:ph type="title"/>
          </p:nvPr>
        </p:nvSpPr>
        <p:spPr/>
        <p:txBody>
          <a:bodyPr/>
          <a:lstStyle/>
          <a:p>
            <a:pPr eaLnBrk="1" hangingPunct="1"/>
            <a:r>
              <a:rPr lang="en-US" altLang="en-US" dirty="0"/>
              <a:t>Contribution/Talent Inventory</a:t>
            </a:r>
          </a:p>
        </p:txBody>
      </p:sp>
      <p:sp>
        <p:nvSpPr>
          <p:cNvPr id="32772" name="Rectangle 9">
            <a:extLst>
              <a:ext uri="{FF2B5EF4-FFF2-40B4-BE49-F238E27FC236}">
                <a16:creationId xmlns:a16="http://schemas.microsoft.com/office/drawing/2014/main" id="{27865315-1EB5-44E1-B42C-A7F137698C38}"/>
              </a:ext>
            </a:extLst>
          </p:cNvPr>
          <p:cNvSpPr>
            <a:spLocks noGrp="1" noChangeArrowheads="1"/>
          </p:cNvSpPr>
          <p:nvPr>
            <p:ph type="body" idx="1"/>
          </p:nvPr>
        </p:nvSpPr>
        <p:spPr/>
        <p:txBody>
          <a:bodyPr/>
          <a:lstStyle/>
          <a:p>
            <a:pPr eaLnBrk="1" hangingPunct="1"/>
            <a:r>
              <a:rPr lang="en-US" altLang="en-US" dirty="0"/>
              <a:t>What are my </a:t>
            </a:r>
            <a:r>
              <a:rPr lang="en-US" altLang="en-US" b="1" dirty="0"/>
              <a:t>aspirations</a:t>
            </a:r>
            <a:r>
              <a:rPr lang="en-US" altLang="en-US" dirty="0"/>
              <a:t>?</a:t>
            </a:r>
          </a:p>
          <a:p>
            <a:pPr eaLnBrk="1" hangingPunct="1"/>
            <a:r>
              <a:rPr lang="en-US" altLang="en-US" dirty="0"/>
              <a:t>What am I </a:t>
            </a:r>
            <a:r>
              <a:rPr lang="en-US" altLang="en-US" b="1" dirty="0"/>
              <a:t>passionate</a:t>
            </a:r>
            <a:r>
              <a:rPr lang="en-US" altLang="en-US" dirty="0"/>
              <a:t> about?</a:t>
            </a:r>
          </a:p>
          <a:p>
            <a:pPr eaLnBrk="1" hangingPunct="1"/>
            <a:r>
              <a:rPr lang="en-US" altLang="en-US" dirty="0"/>
              <a:t>What are my special </a:t>
            </a:r>
            <a:r>
              <a:rPr lang="en-US" altLang="en-US" b="1" dirty="0"/>
              <a:t>strengths</a:t>
            </a:r>
            <a:r>
              <a:rPr lang="en-US" altLang="en-US" dirty="0"/>
              <a:t>?</a:t>
            </a:r>
          </a:p>
          <a:p>
            <a:pPr eaLnBrk="1" hangingPunct="1"/>
            <a:r>
              <a:rPr lang="en-US" altLang="en-US" dirty="0"/>
              <a:t>What is my </a:t>
            </a:r>
            <a:r>
              <a:rPr lang="en-US" altLang="en-US" b="1" dirty="0"/>
              <a:t>contribution</a:t>
            </a:r>
            <a:r>
              <a:rPr lang="en-US" altLang="en-US" dirty="0"/>
              <a:t> to my </a:t>
            </a:r>
            <a:r>
              <a:rPr lang="en-US" altLang="en-US" b="1" dirty="0"/>
              <a:t>work, my team, my organization</a:t>
            </a:r>
            <a:r>
              <a:rPr lang="en-US" altLang="en-US" dirty="0"/>
              <a:t>, and it</a:t>
            </a:r>
            <a:r>
              <a:rPr lang="ja-JP" altLang="en-US" dirty="0"/>
              <a:t>’</a:t>
            </a:r>
            <a:r>
              <a:rPr lang="en-US" altLang="ja-JP" dirty="0"/>
              <a:t>s </a:t>
            </a:r>
            <a:r>
              <a:rPr lang="en-US" altLang="ja-JP" b="1" dirty="0"/>
              <a:t>strategic goals?</a:t>
            </a:r>
            <a:endParaRPr lang="en-US" altLang="en-US" b="1" dirty="0"/>
          </a:p>
        </p:txBody>
      </p:sp>
      <p:sp>
        <p:nvSpPr>
          <p:cNvPr id="32773" name="Rectangle 5">
            <a:extLst>
              <a:ext uri="{FF2B5EF4-FFF2-40B4-BE49-F238E27FC236}">
                <a16:creationId xmlns:a16="http://schemas.microsoft.com/office/drawing/2014/main" id="{A3808E2A-4F8E-4122-A71D-43466AE0408D}"/>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771"/>
                                        </p:tgtEl>
                                        <p:attrNameLst>
                                          <p:attrName>style.visibility</p:attrName>
                                        </p:attrNameLst>
                                      </p:cBhvr>
                                      <p:to>
                                        <p:strVal val="visible"/>
                                      </p:to>
                                    </p:set>
                                    <p:animEffect transition="in" filter="fade">
                                      <p:cBhvr>
                                        <p:cTn id="7" dur="1000"/>
                                        <p:tgtEl>
                                          <p:spTgt spid="32771"/>
                                        </p:tgtEl>
                                      </p:cBhvr>
                                    </p:animEffect>
                                    <p:anim calcmode="lin" valueType="num">
                                      <p:cBhvr>
                                        <p:cTn id="8" dur="1000" fill="hold"/>
                                        <p:tgtEl>
                                          <p:spTgt spid="32771"/>
                                        </p:tgtEl>
                                        <p:attrNameLst>
                                          <p:attrName>ppt_x</p:attrName>
                                        </p:attrNameLst>
                                      </p:cBhvr>
                                      <p:tavLst>
                                        <p:tav tm="0">
                                          <p:val>
                                            <p:strVal val="#ppt_x"/>
                                          </p:val>
                                        </p:tav>
                                        <p:tav tm="100000">
                                          <p:val>
                                            <p:strVal val="#ppt_x"/>
                                          </p:val>
                                        </p:tav>
                                      </p:tavLst>
                                    </p:anim>
                                    <p:anim calcmode="lin" valueType="num">
                                      <p:cBhvr>
                                        <p:cTn id="9" dur="1000" fill="hold"/>
                                        <p:tgtEl>
                                          <p:spTgt spid="3277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32772">
                                            <p:txEl>
                                              <p:pRg st="0" end="0"/>
                                            </p:txEl>
                                          </p:spTgt>
                                        </p:tgtEl>
                                        <p:attrNameLst>
                                          <p:attrName>style.visibility</p:attrName>
                                        </p:attrNameLst>
                                      </p:cBhvr>
                                      <p:to>
                                        <p:strVal val="visible"/>
                                      </p:to>
                                    </p:set>
                                    <p:animEffect transition="in" filter="barn(inVertical)">
                                      <p:cBhvr>
                                        <p:cTn id="14" dur="500"/>
                                        <p:tgtEl>
                                          <p:spTgt spid="3277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32772">
                                            <p:txEl>
                                              <p:pRg st="1" end="1"/>
                                            </p:txEl>
                                          </p:spTgt>
                                        </p:tgtEl>
                                        <p:attrNameLst>
                                          <p:attrName>style.visibility</p:attrName>
                                        </p:attrNameLst>
                                      </p:cBhvr>
                                      <p:to>
                                        <p:strVal val="visible"/>
                                      </p:to>
                                    </p:set>
                                    <p:animEffect transition="in" filter="barn(inVertical)">
                                      <p:cBhvr>
                                        <p:cTn id="19" dur="500"/>
                                        <p:tgtEl>
                                          <p:spTgt spid="3277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32772">
                                            <p:txEl>
                                              <p:pRg st="2" end="2"/>
                                            </p:txEl>
                                          </p:spTgt>
                                        </p:tgtEl>
                                        <p:attrNameLst>
                                          <p:attrName>style.visibility</p:attrName>
                                        </p:attrNameLst>
                                      </p:cBhvr>
                                      <p:to>
                                        <p:strVal val="visible"/>
                                      </p:to>
                                    </p:set>
                                    <p:animEffect transition="in" filter="barn(inVertical)">
                                      <p:cBhvr>
                                        <p:cTn id="24" dur="500"/>
                                        <p:tgtEl>
                                          <p:spTgt spid="32772">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32772">
                                            <p:txEl>
                                              <p:pRg st="3" end="3"/>
                                            </p:txEl>
                                          </p:spTgt>
                                        </p:tgtEl>
                                        <p:attrNameLst>
                                          <p:attrName>style.visibility</p:attrName>
                                        </p:attrNameLst>
                                      </p:cBhvr>
                                      <p:to>
                                        <p:strVal val="visible"/>
                                      </p:to>
                                    </p:set>
                                    <p:animEffect transition="in" filter="barn(inVertical)">
                                      <p:cBhvr>
                                        <p:cTn id="29" dur="500"/>
                                        <p:tgtEl>
                                          <p:spTgt spid="3277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p:bldP spid="32772"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0482" name="Slide Number Placeholder 1">
            <a:extLst>
              <a:ext uri="{FF2B5EF4-FFF2-40B4-BE49-F238E27FC236}">
                <a16:creationId xmlns:a16="http://schemas.microsoft.com/office/drawing/2014/main" id="{4F5D7B90-A460-44AA-AE26-82E1E46101D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A0C3405A-3616-4D4A-8C02-8A4310A79B1B}" type="slidenum">
              <a:rPr lang="en-US" altLang="en-US" sz="1000">
                <a:solidFill>
                  <a:srgbClr val="66CCFF"/>
                </a:solidFill>
              </a:rPr>
              <a:pPr/>
              <a:t>25</a:t>
            </a:fld>
            <a:endParaRPr lang="en-US" altLang="en-US" sz="1000">
              <a:solidFill>
                <a:srgbClr val="66CCFF"/>
              </a:solidFill>
            </a:endParaRPr>
          </a:p>
        </p:txBody>
      </p:sp>
      <p:sp>
        <p:nvSpPr>
          <p:cNvPr id="20483" name="Rectangle 2">
            <a:extLst>
              <a:ext uri="{FF2B5EF4-FFF2-40B4-BE49-F238E27FC236}">
                <a16:creationId xmlns:a16="http://schemas.microsoft.com/office/drawing/2014/main" id="{D81D3335-3B45-40ED-8281-E0AC8DF45432}"/>
              </a:ext>
            </a:extLst>
          </p:cNvPr>
          <p:cNvSpPr>
            <a:spLocks noGrp="1" noChangeArrowheads="1"/>
          </p:cNvSpPr>
          <p:nvPr>
            <p:ph type="title" idx="4294967295"/>
          </p:nvPr>
        </p:nvSpPr>
        <p:spPr>
          <a:xfrm>
            <a:off x="152400" y="1262588"/>
            <a:ext cx="8915399" cy="3600986"/>
          </a:xfrm>
          <a:noFill/>
        </p:spPr>
        <p:txBody>
          <a:bodyPr wrap="square">
            <a:spAutoFit/>
          </a:bodyPr>
          <a:lstStyle/>
          <a:p>
            <a:pPr algn="ctr" eaLnBrk="1" hangingPunct="1"/>
            <a:r>
              <a:rPr lang="en-US" altLang="en-US" sz="4800" i="1" dirty="0">
                <a:solidFill>
                  <a:schemeClr val="bg1"/>
                </a:solidFill>
              </a:rPr>
              <a:t>ACTIVITY 2</a:t>
            </a:r>
            <a:br>
              <a:rPr lang="en-US" altLang="en-US" sz="7200" i="1" dirty="0">
                <a:solidFill>
                  <a:schemeClr val="bg1"/>
                </a:solidFill>
              </a:rPr>
            </a:br>
            <a:r>
              <a:rPr lang="en-US" altLang="en-US" sz="6000" i="1" dirty="0">
                <a:solidFill>
                  <a:schemeClr val="bg1"/>
                </a:solidFill>
              </a:rPr>
              <a:t>Are YOU Distinct? </a:t>
            </a:r>
            <a:br>
              <a:rPr lang="en-US" altLang="en-US" sz="6000" i="1" dirty="0">
                <a:solidFill>
                  <a:schemeClr val="bg1"/>
                </a:solidFill>
              </a:rPr>
            </a:br>
            <a:r>
              <a:rPr lang="en-US" altLang="en-US" sz="6000" dirty="0">
                <a:solidFill>
                  <a:schemeClr val="bg1"/>
                </a:solidFill>
              </a:rPr>
              <a:t>or </a:t>
            </a:r>
            <a:br>
              <a:rPr lang="en-US" altLang="en-US" sz="6000" dirty="0">
                <a:solidFill>
                  <a:schemeClr val="bg1"/>
                </a:solidFill>
              </a:rPr>
            </a:br>
            <a:r>
              <a:rPr lang="en-US" altLang="en-US" sz="6000" i="1" dirty="0">
                <a:solidFill>
                  <a:schemeClr val="bg1"/>
                </a:solidFill>
              </a:rPr>
              <a:t>Extinct?</a:t>
            </a:r>
          </a:p>
        </p:txBody>
      </p:sp>
      <p:sp>
        <p:nvSpPr>
          <p:cNvPr id="20484" name="Rectangle 4">
            <a:extLst>
              <a:ext uri="{FF2B5EF4-FFF2-40B4-BE49-F238E27FC236}">
                <a16:creationId xmlns:a16="http://schemas.microsoft.com/office/drawing/2014/main" id="{8DC8F0B7-C4AD-4400-83DB-56E62BC512D3}"/>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5" name="Rectangle 2">
            <a:extLst>
              <a:ext uri="{FF2B5EF4-FFF2-40B4-BE49-F238E27FC236}">
                <a16:creationId xmlns:a16="http://schemas.microsoft.com/office/drawing/2014/main" id="{86C43A01-9991-49C7-95F0-B312260CBF2E}"/>
              </a:ext>
            </a:extLst>
          </p:cNvPr>
          <p:cNvSpPr txBox="1">
            <a:spLocks noChangeArrowheads="1"/>
          </p:cNvSpPr>
          <p:nvPr/>
        </p:nvSpPr>
        <p:spPr bwMode="auto">
          <a:xfrm>
            <a:off x="1066800" y="4981139"/>
            <a:ext cx="7050087"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b="1">
                <a:solidFill>
                  <a:srgbClr val="66CCFF"/>
                </a:solidFill>
                <a:latin typeface="+mj-lt"/>
                <a:ea typeface="MS PGothic" pitchFamily="34" charset="-128"/>
                <a:cs typeface="ＭＳ Ｐゴシック" charset="0"/>
              </a:defRPr>
            </a:lvl1pPr>
            <a:lvl2pPr algn="l" rtl="0" eaLnBrk="0" fontAlgn="base" hangingPunct="0">
              <a:spcBef>
                <a:spcPct val="0"/>
              </a:spcBef>
              <a:spcAft>
                <a:spcPct val="0"/>
              </a:spcAft>
              <a:defRPr sz="4000" b="1">
                <a:solidFill>
                  <a:srgbClr val="66CCFF"/>
                </a:solidFill>
                <a:latin typeface="Century Gothic" pitchFamily="-65" charset="0"/>
                <a:ea typeface="MS PGothic" pitchFamily="34" charset="-128"/>
                <a:cs typeface="ＭＳ Ｐゴシック" charset="0"/>
              </a:defRPr>
            </a:lvl2pPr>
            <a:lvl3pPr algn="l" rtl="0" eaLnBrk="0" fontAlgn="base" hangingPunct="0">
              <a:spcBef>
                <a:spcPct val="0"/>
              </a:spcBef>
              <a:spcAft>
                <a:spcPct val="0"/>
              </a:spcAft>
              <a:defRPr sz="4000" b="1">
                <a:solidFill>
                  <a:srgbClr val="66CCFF"/>
                </a:solidFill>
                <a:latin typeface="Century Gothic" pitchFamily="-65" charset="0"/>
                <a:ea typeface="MS PGothic" pitchFamily="34" charset="-128"/>
                <a:cs typeface="ＭＳ Ｐゴシック" charset="0"/>
              </a:defRPr>
            </a:lvl3pPr>
            <a:lvl4pPr algn="l" rtl="0" eaLnBrk="0" fontAlgn="base" hangingPunct="0">
              <a:spcBef>
                <a:spcPct val="0"/>
              </a:spcBef>
              <a:spcAft>
                <a:spcPct val="0"/>
              </a:spcAft>
              <a:defRPr sz="4000" b="1">
                <a:solidFill>
                  <a:srgbClr val="66CCFF"/>
                </a:solidFill>
                <a:latin typeface="Century Gothic" pitchFamily="-65" charset="0"/>
                <a:ea typeface="MS PGothic" pitchFamily="34" charset="-128"/>
                <a:cs typeface="ＭＳ Ｐゴシック" charset="0"/>
              </a:defRPr>
            </a:lvl4pPr>
            <a:lvl5pPr algn="l" rtl="0" eaLnBrk="0" fontAlgn="base" hangingPunct="0">
              <a:spcBef>
                <a:spcPct val="0"/>
              </a:spcBef>
              <a:spcAft>
                <a:spcPct val="0"/>
              </a:spcAft>
              <a:defRPr sz="4000" b="1">
                <a:solidFill>
                  <a:srgbClr val="66CCFF"/>
                </a:solidFill>
                <a:latin typeface="Century Gothic" pitchFamily="-65" charset="0"/>
                <a:ea typeface="MS PGothic" pitchFamily="34" charset="-128"/>
                <a:cs typeface="ＭＳ Ｐゴシック" charset="0"/>
              </a:defRPr>
            </a:lvl5pPr>
            <a:lvl6pPr marL="457200" algn="l" rtl="0" fontAlgn="base">
              <a:spcBef>
                <a:spcPct val="0"/>
              </a:spcBef>
              <a:spcAft>
                <a:spcPct val="0"/>
              </a:spcAft>
              <a:defRPr sz="4000" b="1">
                <a:solidFill>
                  <a:srgbClr val="66CCFF"/>
                </a:solidFill>
                <a:latin typeface="Century Gothic" pitchFamily="-65" charset="0"/>
              </a:defRPr>
            </a:lvl6pPr>
            <a:lvl7pPr marL="914400" algn="l" rtl="0" fontAlgn="base">
              <a:spcBef>
                <a:spcPct val="0"/>
              </a:spcBef>
              <a:spcAft>
                <a:spcPct val="0"/>
              </a:spcAft>
              <a:defRPr sz="4000" b="1">
                <a:solidFill>
                  <a:srgbClr val="66CCFF"/>
                </a:solidFill>
                <a:latin typeface="Century Gothic" pitchFamily="-65" charset="0"/>
              </a:defRPr>
            </a:lvl7pPr>
            <a:lvl8pPr marL="1371600" algn="l" rtl="0" fontAlgn="base">
              <a:spcBef>
                <a:spcPct val="0"/>
              </a:spcBef>
              <a:spcAft>
                <a:spcPct val="0"/>
              </a:spcAft>
              <a:defRPr sz="4000" b="1">
                <a:solidFill>
                  <a:srgbClr val="66CCFF"/>
                </a:solidFill>
                <a:latin typeface="Century Gothic" pitchFamily="-65" charset="0"/>
              </a:defRPr>
            </a:lvl8pPr>
            <a:lvl9pPr marL="1828800" algn="l" rtl="0" fontAlgn="base">
              <a:spcBef>
                <a:spcPct val="0"/>
              </a:spcBef>
              <a:spcAft>
                <a:spcPct val="0"/>
              </a:spcAft>
              <a:defRPr sz="4000" b="1">
                <a:solidFill>
                  <a:srgbClr val="66CCFF"/>
                </a:solidFill>
                <a:latin typeface="Century Gothic" pitchFamily="-65" charset="0"/>
              </a:defRPr>
            </a:lvl9pPr>
          </a:lstStyle>
          <a:p>
            <a:pPr algn="ctr" eaLnBrk="1" hangingPunct="1"/>
            <a:r>
              <a:rPr lang="en-US" altLang="en-US" sz="3200" i="1" kern="0" dirty="0">
                <a:solidFill>
                  <a:schemeClr val="bg1"/>
                </a:solidFill>
              </a:rPr>
              <a:t>Answer the Upcoming Questions to know</a:t>
            </a:r>
          </a:p>
        </p:txBody>
      </p:sp>
    </p:spTree>
    <p:extLst>
      <p:ext uri="{BB962C8B-B14F-4D97-AF65-F5344CB8AC3E}">
        <p14:creationId xmlns:p14="http://schemas.microsoft.com/office/powerpoint/2010/main" val="54282383"/>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barn(inVertical)">
                                      <p:cBhvr>
                                        <p:cTn id="7" dur="500"/>
                                        <p:tgtEl>
                                          <p:spTgt spid="2048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3"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1506" name="Slide Number Placeholder 1">
            <a:extLst>
              <a:ext uri="{FF2B5EF4-FFF2-40B4-BE49-F238E27FC236}">
                <a16:creationId xmlns:a16="http://schemas.microsoft.com/office/drawing/2014/main" id="{5A1FF314-12AF-4BCD-9A31-78FAF5BBFB5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AAE673BB-1C80-4952-8FE3-5044B6F9DFA2}" type="slidenum">
              <a:rPr lang="en-US" altLang="en-US" sz="1000">
                <a:solidFill>
                  <a:srgbClr val="66CCFF"/>
                </a:solidFill>
              </a:rPr>
              <a:pPr/>
              <a:t>26</a:t>
            </a:fld>
            <a:endParaRPr lang="en-US" altLang="en-US" sz="1000">
              <a:solidFill>
                <a:srgbClr val="66CCFF"/>
              </a:solidFill>
            </a:endParaRPr>
          </a:p>
        </p:txBody>
      </p:sp>
      <p:sp>
        <p:nvSpPr>
          <p:cNvPr id="21507" name="Rectangle 2">
            <a:extLst>
              <a:ext uri="{FF2B5EF4-FFF2-40B4-BE49-F238E27FC236}">
                <a16:creationId xmlns:a16="http://schemas.microsoft.com/office/drawing/2014/main" id="{111F8FF5-1751-4C86-B7EA-1B4FEAB19C40}"/>
              </a:ext>
            </a:extLst>
          </p:cNvPr>
          <p:cNvSpPr>
            <a:spLocks noGrp="1" noChangeArrowheads="1"/>
          </p:cNvSpPr>
          <p:nvPr>
            <p:ph type="title" idx="4294967295"/>
          </p:nvPr>
        </p:nvSpPr>
        <p:spPr>
          <a:xfrm>
            <a:off x="5257800" y="222250"/>
            <a:ext cx="3311525" cy="1782763"/>
          </a:xfrm>
          <a:noFill/>
        </p:spPr>
        <p:txBody>
          <a:bodyPr>
            <a:spAutoFit/>
          </a:bodyPr>
          <a:lstStyle/>
          <a:p>
            <a:pPr algn="ctr" eaLnBrk="1" hangingPunct="1"/>
            <a:r>
              <a:rPr lang="en-US" altLang="en-US" sz="3700" dirty="0">
                <a:solidFill>
                  <a:schemeClr val="bg1"/>
                </a:solidFill>
              </a:rPr>
              <a:t>Why Do People Choose </a:t>
            </a:r>
            <a:r>
              <a:rPr lang="en-US" altLang="en-US" sz="3700" dirty="0"/>
              <a:t>You</a:t>
            </a:r>
            <a:r>
              <a:rPr lang="en-US" altLang="en-US" sz="3700" dirty="0">
                <a:solidFill>
                  <a:schemeClr val="bg1"/>
                </a:solidFill>
              </a:rPr>
              <a:t>?</a:t>
            </a:r>
          </a:p>
        </p:txBody>
      </p:sp>
      <p:sp>
        <p:nvSpPr>
          <p:cNvPr id="21508" name="Rectangle 4">
            <a:extLst>
              <a:ext uri="{FF2B5EF4-FFF2-40B4-BE49-F238E27FC236}">
                <a16:creationId xmlns:a16="http://schemas.microsoft.com/office/drawing/2014/main" id="{E913659E-B318-4004-BD1E-99E4777BCCA6}"/>
              </a:ext>
            </a:extLst>
          </p:cNvPr>
          <p:cNvSpPr>
            <a:spLocks noChangeArrowheads="1"/>
          </p:cNvSpPr>
          <p:nvPr/>
        </p:nvSpPr>
        <p:spPr bwMode="auto">
          <a:xfrm>
            <a:off x="688975" y="2768600"/>
            <a:ext cx="3311525"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eaLnBrk="1" hangingPunct="1"/>
            <a:r>
              <a:rPr lang="en-US" altLang="en-US" sz="3700" b="1" dirty="0">
                <a:solidFill>
                  <a:schemeClr val="bg1"/>
                </a:solidFill>
              </a:rPr>
              <a:t>For </a:t>
            </a:r>
            <a:r>
              <a:rPr lang="en-US" altLang="en-US" sz="3700" b="1" dirty="0">
                <a:solidFill>
                  <a:srgbClr val="66CCFF"/>
                </a:solidFill>
              </a:rPr>
              <a:t>Projects</a:t>
            </a:r>
            <a:r>
              <a:rPr lang="en-US" altLang="en-US" sz="3700" b="1" dirty="0">
                <a:solidFill>
                  <a:schemeClr val="bg1"/>
                </a:solidFill>
              </a:rPr>
              <a:t>? </a:t>
            </a:r>
            <a:r>
              <a:rPr lang="en-US" altLang="en-US" sz="3700" b="1" dirty="0">
                <a:solidFill>
                  <a:srgbClr val="66CCFF"/>
                </a:solidFill>
              </a:rPr>
              <a:t>Teams</a:t>
            </a:r>
            <a:r>
              <a:rPr lang="en-US" altLang="en-US" sz="3700" b="1" dirty="0">
                <a:solidFill>
                  <a:schemeClr val="bg1"/>
                </a:solidFill>
              </a:rPr>
              <a:t>?</a:t>
            </a:r>
          </a:p>
        </p:txBody>
      </p:sp>
      <p:sp>
        <p:nvSpPr>
          <p:cNvPr id="21509" name="Rectangle 5">
            <a:extLst>
              <a:ext uri="{FF2B5EF4-FFF2-40B4-BE49-F238E27FC236}">
                <a16:creationId xmlns:a16="http://schemas.microsoft.com/office/drawing/2014/main" id="{C511B2BC-E800-4461-B155-1669A4F9D576}"/>
              </a:ext>
            </a:extLst>
          </p:cNvPr>
          <p:cNvSpPr>
            <a:spLocks noChangeArrowheads="1"/>
          </p:cNvSpPr>
          <p:nvPr/>
        </p:nvSpPr>
        <p:spPr bwMode="auto">
          <a:xfrm>
            <a:off x="5192713" y="4790679"/>
            <a:ext cx="3311525" cy="1231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eaLnBrk="1" hangingPunct="1"/>
            <a:r>
              <a:rPr lang="en-US" altLang="en-US" sz="3700" b="1" dirty="0">
                <a:solidFill>
                  <a:schemeClr val="bg1"/>
                </a:solidFill>
              </a:rPr>
              <a:t>For What </a:t>
            </a:r>
            <a:r>
              <a:rPr lang="en-US" altLang="en-US" sz="3700" b="1" dirty="0">
                <a:solidFill>
                  <a:srgbClr val="66CCFF"/>
                </a:solidFill>
              </a:rPr>
              <a:t>Tasks</a:t>
            </a:r>
            <a:r>
              <a:rPr lang="en-US" altLang="en-US" sz="3700" b="1" dirty="0">
                <a:solidFill>
                  <a:schemeClr val="bg1"/>
                </a:solidFill>
              </a:rPr>
              <a:t>?</a:t>
            </a:r>
          </a:p>
        </p:txBody>
      </p:sp>
      <p:sp>
        <p:nvSpPr>
          <p:cNvPr id="21510" name="Rectangle 6">
            <a:extLst>
              <a:ext uri="{FF2B5EF4-FFF2-40B4-BE49-F238E27FC236}">
                <a16:creationId xmlns:a16="http://schemas.microsoft.com/office/drawing/2014/main" id="{BFE3CFFE-D755-4016-BA8E-3DDA7E84A2AC}"/>
              </a:ext>
            </a:extLst>
          </p:cNvPr>
          <p:cNvSpPr>
            <a:spLocks noChangeArrowheads="1"/>
          </p:cNvSpPr>
          <p:nvPr/>
        </p:nvSpPr>
        <p:spPr bwMode="auto">
          <a:xfrm>
            <a:off x="4502150" y="2282825"/>
            <a:ext cx="76200" cy="762000"/>
          </a:xfrm>
          <a:prstGeom prst="rect">
            <a:avLst/>
          </a:prstGeom>
          <a:solidFill>
            <a:srgbClr val="003C6E"/>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21511" name="Rectangle 7">
            <a:extLst>
              <a:ext uri="{FF2B5EF4-FFF2-40B4-BE49-F238E27FC236}">
                <a16:creationId xmlns:a16="http://schemas.microsoft.com/office/drawing/2014/main" id="{9A2A268F-0236-4C4E-88B1-C79635794EA5}"/>
              </a:ext>
            </a:extLst>
          </p:cNvPr>
          <p:cNvSpPr>
            <a:spLocks noChangeArrowheads="1"/>
          </p:cNvSpPr>
          <p:nvPr/>
        </p:nvSpPr>
        <p:spPr bwMode="auto">
          <a:xfrm>
            <a:off x="6858000" y="5943600"/>
            <a:ext cx="2133600" cy="8382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1507"/>
                                        </p:tgtEl>
                                        <p:attrNameLst>
                                          <p:attrName>style.visibility</p:attrName>
                                        </p:attrNameLst>
                                      </p:cBhvr>
                                      <p:to>
                                        <p:strVal val="visible"/>
                                      </p:to>
                                    </p:set>
                                    <p:anim calcmode="lin" valueType="num">
                                      <p:cBhvr additive="base">
                                        <p:cTn id="7" dur="500" fill="hold"/>
                                        <p:tgtEl>
                                          <p:spTgt spid="21507"/>
                                        </p:tgtEl>
                                        <p:attrNameLst>
                                          <p:attrName>ppt_x</p:attrName>
                                        </p:attrNameLst>
                                      </p:cBhvr>
                                      <p:tavLst>
                                        <p:tav tm="0">
                                          <p:val>
                                            <p:strVal val="#ppt_x"/>
                                          </p:val>
                                        </p:tav>
                                        <p:tav tm="100000">
                                          <p:val>
                                            <p:strVal val="#ppt_x"/>
                                          </p:val>
                                        </p:tav>
                                      </p:tavLst>
                                    </p:anim>
                                    <p:anim calcmode="lin" valueType="num">
                                      <p:cBhvr additive="base">
                                        <p:cTn id="8" dur="500" fill="hold"/>
                                        <p:tgtEl>
                                          <p:spTgt spid="2150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1508"/>
                                        </p:tgtEl>
                                        <p:attrNameLst>
                                          <p:attrName>style.visibility</p:attrName>
                                        </p:attrNameLst>
                                      </p:cBhvr>
                                      <p:to>
                                        <p:strVal val="visible"/>
                                      </p:to>
                                    </p:set>
                                    <p:anim calcmode="lin" valueType="num">
                                      <p:cBhvr additive="base">
                                        <p:cTn id="13" dur="500" fill="hold"/>
                                        <p:tgtEl>
                                          <p:spTgt spid="21508"/>
                                        </p:tgtEl>
                                        <p:attrNameLst>
                                          <p:attrName>ppt_x</p:attrName>
                                        </p:attrNameLst>
                                      </p:cBhvr>
                                      <p:tavLst>
                                        <p:tav tm="0">
                                          <p:val>
                                            <p:strVal val="#ppt_x"/>
                                          </p:val>
                                        </p:tav>
                                        <p:tav tm="100000">
                                          <p:val>
                                            <p:strVal val="#ppt_x"/>
                                          </p:val>
                                        </p:tav>
                                      </p:tavLst>
                                    </p:anim>
                                    <p:anim calcmode="lin" valueType="num">
                                      <p:cBhvr additive="base">
                                        <p:cTn id="14" dur="500" fill="hold"/>
                                        <p:tgtEl>
                                          <p:spTgt spid="2150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1509"/>
                                        </p:tgtEl>
                                        <p:attrNameLst>
                                          <p:attrName>style.visibility</p:attrName>
                                        </p:attrNameLst>
                                      </p:cBhvr>
                                      <p:to>
                                        <p:strVal val="visible"/>
                                      </p:to>
                                    </p:set>
                                    <p:anim calcmode="lin" valueType="num">
                                      <p:cBhvr additive="base">
                                        <p:cTn id="19" dur="500" fill="hold"/>
                                        <p:tgtEl>
                                          <p:spTgt spid="21509"/>
                                        </p:tgtEl>
                                        <p:attrNameLst>
                                          <p:attrName>ppt_x</p:attrName>
                                        </p:attrNameLst>
                                      </p:cBhvr>
                                      <p:tavLst>
                                        <p:tav tm="0">
                                          <p:val>
                                            <p:strVal val="#ppt_x"/>
                                          </p:val>
                                        </p:tav>
                                        <p:tav tm="100000">
                                          <p:val>
                                            <p:strVal val="#ppt_x"/>
                                          </p:val>
                                        </p:tav>
                                      </p:tavLst>
                                    </p:anim>
                                    <p:anim calcmode="lin" valueType="num">
                                      <p:cBhvr additive="base">
                                        <p:cTn id="20" dur="500" fill="hold"/>
                                        <p:tgtEl>
                                          <p:spTgt spid="2150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7" grpId="0"/>
      <p:bldP spid="21508" grpId="0"/>
      <p:bldP spid="21509"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9458" name="Slide Number Placeholder 3">
            <a:extLst>
              <a:ext uri="{FF2B5EF4-FFF2-40B4-BE49-F238E27FC236}">
                <a16:creationId xmlns:a16="http://schemas.microsoft.com/office/drawing/2014/main" id="{F44BD498-97BB-4841-9644-C6D185F9921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E7875128-9A79-4ED7-9C38-B8291F3F0B53}" type="slidenum">
              <a:rPr lang="en-US" altLang="en-US" sz="1000">
                <a:solidFill>
                  <a:srgbClr val="66CCFF"/>
                </a:solidFill>
              </a:rPr>
              <a:pPr/>
              <a:t>27</a:t>
            </a:fld>
            <a:endParaRPr lang="en-US" altLang="en-US" sz="1000">
              <a:solidFill>
                <a:srgbClr val="66CCFF"/>
              </a:solidFill>
            </a:endParaRPr>
          </a:p>
        </p:txBody>
      </p:sp>
      <p:sp>
        <p:nvSpPr>
          <p:cNvPr id="19459" name="Rectangle 4">
            <a:extLst>
              <a:ext uri="{FF2B5EF4-FFF2-40B4-BE49-F238E27FC236}">
                <a16:creationId xmlns:a16="http://schemas.microsoft.com/office/drawing/2014/main" id="{EAD8F59B-C887-466F-9827-81257CFB4E75}"/>
              </a:ext>
            </a:extLst>
          </p:cNvPr>
          <p:cNvSpPr>
            <a:spLocks noGrp="1" noChangeArrowheads="1"/>
          </p:cNvSpPr>
          <p:nvPr>
            <p:ph type="title"/>
          </p:nvPr>
        </p:nvSpPr>
        <p:spPr/>
        <p:txBody>
          <a:bodyPr/>
          <a:lstStyle/>
          <a:p>
            <a:pPr eaLnBrk="1" hangingPunct="1"/>
            <a:r>
              <a:rPr lang="en-US" altLang="en-US" dirty="0"/>
              <a:t>Personal Brand Distinction</a:t>
            </a:r>
          </a:p>
        </p:txBody>
      </p:sp>
      <p:sp>
        <p:nvSpPr>
          <p:cNvPr id="19460" name="Rectangle 5">
            <a:extLst>
              <a:ext uri="{FF2B5EF4-FFF2-40B4-BE49-F238E27FC236}">
                <a16:creationId xmlns:a16="http://schemas.microsoft.com/office/drawing/2014/main" id="{191B1A94-448A-4CD4-98C1-F005E24669B9}"/>
              </a:ext>
            </a:extLst>
          </p:cNvPr>
          <p:cNvSpPr>
            <a:spLocks noGrp="1" noChangeArrowheads="1"/>
          </p:cNvSpPr>
          <p:nvPr>
            <p:ph type="body" idx="1"/>
          </p:nvPr>
        </p:nvSpPr>
        <p:spPr/>
        <p:txBody>
          <a:bodyPr/>
          <a:lstStyle/>
          <a:p>
            <a:pPr eaLnBrk="1" hangingPunct="1"/>
            <a:r>
              <a:rPr lang="en-US" altLang="en-US" b="1" dirty="0"/>
              <a:t>Who</a:t>
            </a:r>
            <a:r>
              <a:rPr lang="en-US" altLang="en-US" dirty="0"/>
              <a:t> are the </a:t>
            </a:r>
            <a:r>
              <a:rPr lang="en-US" altLang="en-US" b="1" dirty="0"/>
              <a:t>people</a:t>
            </a:r>
            <a:r>
              <a:rPr lang="en-US" altLang="en-US" dirty="0"/>
              <a:t> that are </a:t>
            </a:r>
            <a:r>
              <a:rPr lang="en-US" altLang="en-US" b="1" dirty="0"/>
              <a:t>always asked to be on project teams</a:t>
            </a:r>
            <a:r>
              <a:rPr lang="en-US" altLang="en-US" dirty="0"/>
              <a:t> or to take on highly visible </a:t>
            </a:r>
            <a:r>
              <a:rPr lang="en-US" altLang="en-US" b="1" dirty="0"/>
              <a:t>projects?</a:t>
            </a:r>
          </a:p>
          <a:p>
            <a:pPr eaLnBrk="1" hangingPunct="1"/>
            <a:r>
              <a:rPr lang="en-US" altLang="en-US" b="1" dirty="0"/>
              <a:t>Why</a:t>
            </a:r>
            <a:r>
              <a:rPr lang="en-US" altLang="en-US" dirty="0"/>
              <a:t> are they are </a:t>
            </a:r>
            <a:r>
              <a:rPr lang="en-US" altLang="en-US" b="1" dirty="0"/>
              <a:t>consistently asked?</a:t>
            </a:r>
          </a:p>
          <a:p>
            <a:pPr eaLnBrk="1" hangingPunct="1"/>
            <a:r>
              <a:rPr lang="en-US" altLang="en-US" b="1" dirty="0"/>
              <a:t>What</a:t>
            </a:r>
            <a:r>
              <a:rPr lang="en-US" altLang="en-US" dirty="0"/>
              <a:t> </a:t>
            </a:r>
            <a:r>
              <a:rPr lang="en-US" altLang="en-US" b="1" dirty="0"/>
              <a:t>qualities</a:t>
            </a:r>
            <a:r>
              <a:rPr lang="en-US" altLang="en-US" dirty="0"/>
              <a:t> do they </a:t>
            </a:r>
            <a:r>
              <a:rPr lang="en-US" altLang="en-US" b="1" dirty="0"/>
              <a:t>possess</a:t>
            </a:r>
            <a:r>
              <a:rPr lang="en-US" altLang="en-US" dirty="0"/>
              <a:t>?</a:t>
            </a:r>
          </a:p>
          <a:p>
            <a:pPr eaLnBrk="1" hangingPunct="1"/>
            <a:r>
              <a:rPr lang="en-US" altLang="en-US" b="1" dirty="0"/>
              <a:t>What</a:t>
            </a:r>
            <a:r>
              <a:rPr lang="en-US" altLang="en-US" dirty="0"/>
              <a:t> is their </a:t>
            </a:r>
            <a:r>
              <a:rPr lang="en-US" altLang="en-US" b="1" dirty="0"/>
              <a:t>distinct</a:t>
            </a:r>
            <a:r>
              <a:rPr lang="en-US" altLang="en-US" dirty="0"/>
              <a:t> </a:t>
            </a:r>
            <a:r>
              <a:rPr lang="en-US" altLang="en-US" b="1" dirty="0"/>
              <a:t>contribution</a:t>
            </a:r>
            <a:r>
              <a:rPr lang="en-US" altLang="en-US" dirty="0"/>
              <a:t>?</a:t>
            </a:r>
          </a:p>
        </p:txBody>
      </p:sp>
      <p:sp>
        <p:nvSpPr>
          <p:cNvPr id="19461" name="Rectangle 6">
            <a:extLst>
              <a:ext uri="{FF2B5EF4-FFF2-40B4-BE49-F238E27FC236}">
                <a16:creationId xmlns:a16="http://schemas.microsoft.com/office/drawing/2014/main" id="{902D75BA-E23D-4D26-8621-FADD33A14514}"/>
              </a:ext>
            </a:extLst>
          </p:cNvPr>
          <p:cNvSpPr>
            <a:spLocks noChangeArrowheads="1"/>
          </p:cNvSpPr>
          <p:nvPr/>
        </p:nvSpPr>
        <p:spPr bwMode="auto">
          <a:xfrm>
            <a:off x="6858000" y="5715000"/>
            <a:ext cx="2133600" cy="10668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9459"/>
                                        </p:tgtEl>
                                        <p:attrNameLst>
                                          <p:attrName>style.visibility</p:attrName>
                                        </p:attrNameLst>
                                      </p:cBhvr>
                                      <p:to>
                                        <p:strVal val="visible"/>
                                      </p:to>
                                    </p:set>
                                    <p:animEffect transition="in" filter="fade">
                                      <p:cBhvr>
                                        <p:cTn id="7" dur="1000"/>
                                        <p:tgtEl>
                                          <p:spTgt spid="19459"/>
                                        </p:tgtEl>
                                      </p:cBhvr>
                                    </p:animEffect>
                                    <p:anim calcmode="lin" valueType="num">
                                      <p:cBhvr>
                                        <p:cTn id="8" dur="1000" fill="hold"/>
                                        <p:tgtEl>
                                          <p:spTgt spid="19459"/>
                                        </p:tgtEl>
                                        <p:attrNameLst>
                                          <p:attrName>ppt_x</p:attrName>
                                        </p:attrNameLst>
                                      </p:cBhvr>
                                      <p:tavLst>
                                        <p:tav tm="0">
                                          <p:val>
                                            <p:strVal val="#ppt_x"/>
                                          </p:val>
                                        </p:tav>
                                        <p:tav tm="100000">
                                          <p:val>
                                            <p:strVal val="#ppt_x"/>
                                          </p:val>
                                        </p:tav>
                                      </p:tavLst>
                                    </p:anim>
                                    <p:anim calcmode="lin" valueType="num">
                                      <p:cBhvr>
                                        <p:cTn id="9" dur="1000" fill="hold"/>
                                        <p:tgtEl>
                                          <p:spTgt spid="1945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19460">
                                            <p:txEl>
                                              <p:pRg st="0" end="0"/>
                                            </p:txEl>
                                          </p:spTgt>
                                        </p:tgtEl>
                                        <p:attrNameLst>
                                          <p:attrName>style.visibility</p:attrName>
                                        </p:attrNameLst>
                                      </p:cBhvr>
                                      <p:to>
                                        <p:strVal val="visible"/>
                                      </p:to>
                                    </p:set>
                                    <p:animEffect transition="in" filter="barn(inVertical)">
                                      <p:cBhvr>
                                        <p:cTn id="14" dur="500"/>
                                        <p:tgtEl>
                                          <p:spTgt spid="19460">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19460">
                                            <p:txEl>
                                              <p:pRg st="1" end="1"/>
                                            </p:txEl>
                                          </p:spTgt>
                                        </p:tgtEl>
                                        <p:attrNameLst>
                                          <p:attrName>style.visibility</p:attrName>
                                        </p:attrNameLst>
                                      </p:cBhvr>
                                      <p:to>
                                        <p:strVal val="visible"/>
                                      </p:to>
                                    </p:set>
                                    <p:animEffect transition="in" filter="barn(inVertical)">
                                      <p:cBhvr>
                                        <p:cTn id="19" dur="500"/>
                                        <p:tgtEl>
                                          <p:spTgt spid="19460">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19460">
                                            <p:txEl>
                                              <p:pRg st="2" end="2"/>
                                            </p:txEl>
                                          </p:spTgt>
                                        </p:tgtEl>
                                        <p:attrNameLst>
                                          <p:attrName>style.visibility</p:attrName>
                                        </p:attrNameLst>
                                      </p:cBhvr>
                                      <p:to>
                                        <p:strVal val="visible"/>
                                      </p:to>
                                    </p:set>
                                    <p:animEffect transition="in" filter="barn(inVertical)">
                                      <p:cBhvr>
                                        <p:cTn id="24" dur="500"/>
                                        <p:tgtEl>
                                          <p:spTgt spid="19460">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19460">
                                            <p:txEl>
                                              <p:pRg st="3" end="3"/>
                                            </p:txEl>
                                          </p:spTgt>
                                        </p:tgtEl>
                                        <p:attrNameLst>
                                          <p:attrName>style.visibility</p:attrName>
                                        </p:attrNameLst>
                                      </p:cBhvr>
                                      <p:to>
                                        <p:strVal val="visible"/>
                                      </p:to>
                                    </p:set>
                                    <p:animEffect transition="in" filter="barn(inVertical)">
                                      <p:cBhvr>
                                        <p:cTn id="29" dur="500"/>
                                        <p:tgtEl>
                                          <p:spTgt spid="1946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9" grpId="0"/>
      <p:bldP spid="19460"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2530" name="Slide Number Placeholder 3">
            <a:extLst>
              <a:ext uri="{FF2B5EF4-FFF2-40B4-BE49-F238E27FC236}">
                <a16:creationId xmlns:a16="http://schemas.microsoft.com/office/drawing/2014/main" id="{64688FE9-3563-48A9-BEC1-023F4002D67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83F69363-14A8-4287-AC20-EDFC36773F9F}" type="slidenum">
              <a:rPr lang="en-US" altLang="en-US" sz="1000">
                <a:solidFill>
                  <a:srgbClr val="66CCFF"/>
                </a:solidFill>
              </a:rPr>
              <a:pPr/>
              <a:t>28</a:t>
            </a:fld>
            <a:endParaRPr lang="en-US" altLang="en-US" sz="1000">
              <a:solidFill>
                <a:srgbClr val="66CCFF"/>
              </a:solidFill>
            </a:endParaRPr>
          </a:p>
        </p:txBody>
      </p:sp>
      <p:sp>
        <p:nvSpPr>
          <p:cNvPr id="22531" name="Rectangle 8">
            <a:extLst>
              <a:ext uri="{FF2B5EF4-FFF2-40B4-BE49-F238E27FC236}">
                <a16:creationId xmlns:a16="http://schemas.microsoft.com/office/drawing/2014/main" id="{95943124-DE40-4FE6-829E-3F1F9149DD2D}"/>
              </a:ext>
            </a:extLst>
          </p:cNvPr>
          <p:cNvSpPr>
            <a:spLocks noGrp="1" noChangeArrowheads="1"/>
          </p:cNvSpPr>
          <p:nvPr>
            <p:ph type="title"/>
          </p:nvPr>
        </p:nvSpPr>
        <p:spPr/>
        <p:txBody>
          <a:bodyPr/>
          <a:lstStyle/>
          <a:p>
            <a:pPr eaLnBrk="1" hangingPunct="1"/>
            <a:r>
              <a:rPr lang="en-US" altLang="en-US" dirty="0"/>
              <a:t>Four Descriptive Words</a:t>
            </a:r>
          </a:p>
        </p:txBody>
      </p:sp>
      <p:sp>
        <p:nvSpPr>
          <p:cNvPr id="22532" name="Rectangle 9">
            <a:extLst>
              <a:ext uri="{FF2B5EF4-FFF2-40B4-BE49-F238E27FC236}">
                <a16:creationId xmlns:a16="http://schemas.microsoft.com/office/drawing/2014/main" id="{1DB53D04-85FF-4C6A-9AA2-648C814D6CB8}"/>
              </a:ext>
            </a:extLst>
          </p:cNvPr>
          <p:cNvSpPr>
            <a:spLocks noGrp="1" noChangeArrowheads="1"/>
          </p:cNvSpPr>
          <p:nvPr>
            <p:ph type="body" idx="1"/>
          </p:nvPr>
        </p:nvSpPr>
        <p:spPr>
          <a:xfrm>
            <a:off x="304800" y="1066800"/>
            <a:ext cx="8001000" cy="4228850"/>
          </a:xfrm>
          <a:noFill/>
        </p:spPr>
        <p:txBody>
          <a:bodyPr>
            <a:spAutoFit/>
          </a:bodyPr>
          <a:lstStyle/>
          <a:p>
            <a:pPr eaLnBrk="1" hangingPunct="1"/>
            <a:r>
              <a:rPr lang="en-US" altLang="en-US" sz="3200" b="1" dirty="0"/>
              <a:t>Think</a:t>
            </a:r>
            <a:r>
              <a:rPr lang="en-US" altLang="en-US" sz="3200" dirty="0"/>
              <a:t> of what </a:t>
            </a:r>
            <a:r>
              <a:rPr lang="en-US" altLang="en-US" sz="3200" b="1" dirty="0"/>
              <a:t>others</a:t>
            </a:r>
            <a:r>
              <a:rPr lang="en-US" altLang="en-US" sz="3200" dirty="0"/>
              <a:t> might </a:t>
            </a:r>
            <a:r>
              <a:rPr lang="en-US" altLang="en-US" sz="3200" b="1" dirty="0"/>
              <a:t>say about you</a:t>
            </a:r>
            <a:r>
              <a:rPr lang="en-US" altLang="en-US" sz="3200" dirty="0"/>
              <a:t> to </a:t>
            </a:r>
            <a:r>
              <a:rPr lang="en-US" altLang="en-US" sz="3200" b="1" dirty="0"/>
              <a:t>come up</a:t>
            </a:r>
            <a:r>
              <a:rPr lang="en-US" altLang="en-US" sz="3200" dirty="0"/>
              <a:t> with at least </a:t>
            </a:r>
            <a:r>
              <a:rPr lang="en-US" altLang="en-US" sz="3200" b="1" dirty="0"/>
              <a:t>16 words.</a:t>
            </a:r>
            <a:endParaRPr lang="en-US" altLang="en-US" sz="3200" dirty="0"/>
          </a:p>
          <a:p>
            <a:pPr eaLnBrk="1" hangingPunct="1"/>
            <a:r>
              <a:rPr lang="en-US" altLang="en-US" sz="3200" dirty="0"/>
              <a:t>Collect </a:t>
            </a:r>
            <a:r>
              <a:rPr lang="en-US" altLang="en-US" sz="3200" b="1" dirty="0"/>
              <a:t>four distinct words</a:t>
            </a:r>
            <a:r>
              <a:rPr lang="en-US" altLang="en-US" sz="3200" dirty="0"/>
              <a:t> from </a:t>
            </a:r>
            <a:r>
              <a:rPr lang="en-US" altLang="en-US" sz="3200" b="1" dirty="0"/>
              <a:t>4 - 6 people</a:t>
            </a:r>
            <a:r>
              <a:rPr lang="en-US" altLang="en-US" sz="3200" dirty="0"/>
              <a:t> who </a:t>
            </a:r>
            <a:r>
              <a:rPr lang="en-US" altLang="en-US" sz="3200" b="1" dirty="0"/>
              <a:t>know you</a:t>
            </a:r>
            <a:r>
              <a:rPr lang="en-US" altLang="en-US" sz="3200" dirty="0"/>
              <a:t> and </a:t>
            </a:r>
            <a:r>
              <a:rPr lang="en-US" altLang="en-US" sz="3200" b="1" dirty="0"/>
              <a:t>your work. </a:t>
            </a:r>
          </a:p>
          <a:p>
            <a:pPr eaLnBrk="1" hangingPunct="1"/>
            <a:r>
              <a:rPr lang="en-US" altLang="en-US" sz="3200" b="1" dirty="0"/>
              <a:t>Reflect</a:t>
            </a:r>
            <a:r>
              <a:rPr lang="en-US" altLang="en-US" sz="3200" dirty="0"/>
              <a:t> on </a:t>
            </a:r>
            <a:r>
              <a:rPr lang="en-US" altLang="en-US" sz="3200" b="1" dirty="0"/>
              <a:t>feedback</a:t>
            </a:r>
            <a:r>
              <a:rPr lang="en-US" altLang="en-US" sz="3200" dirty="0"/>
              <a:t> from any </a:t>
            </a:r>
            <a:r>
              <a:rPr lang="en-US" altLang="en-US" sz="3200" b="1" dirty="0"/>
              <a:t>recent</a:t>
            </a:r>
            <a:r>
              <a:rPr lang="en-US" altLang="en-US" sz="3200" dirty="0"/>
              <a:t> 360 or your </a:t>
            </a:r>
            <a:r>
              <a:rPr lang="en-US" altLang="en-US" sz="3200" b="1" dirty="0"/>
              <a:t>last performance review.</a:t>
            </a:r>
          </a:p>
        </p:txBody>
      </p:sp>
      <p:sp>
        <p:nvSpPr>
          <p:cNvPr id="22533" name="Rectangle 5">
            <a:extLst>
              <a:ext uri="{FF2B5EF4-FFF2-40B4-BE49-F238E27FC236}">
                <a16:creationId xmlns:a16="http://schemas.microsoft.com/office/drawing/2014/main" id="{43F0E77F-E6FA-4525-866F-AA6C401683F5}"/>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2531"/>
                                        </p:tgtEl>
                                        <p:attrNameLst>
                                          <p:attrName>style.visibility</p:attrName>
                                        </p:attrNameLst>
                                      </p:cBhvr>
                                      <p:to>
                                        <p:strVal val="visible"/>
                                      </p:to>
                                    </p:set>
                                    <p:animEffect transition="in" filter="fade">
                                      <p:cBhvr>
                                        <p:cTn id="7" dur="1000"/>
                                        <p:tgtEl>
                                          <p:spTgt spid="22531"/>
                                        </p:tgtEl>
                                      </p:cBhvr>
                                    </p:animEffect>
                                    <p:anim calcmode="lin" valueType="num">
                                      <p:cBhvr>
                                        <p:cTn id="8" dur="1000" fill="hold"/>
                                        <p:tgtEl>
                                          <p:spTgt spid="22531"/>
                                        </p:tgtEl>
                                        <p:attrNameLst>
                                          <p:attrName>ppt_x</p:attrName>
                                        </p:attrNameLst>
                                      </p:cBhvr>
                                      <p:tavLst>
                                        <p:tav tm="0">
                                          <p:val>
                                            <p:strVal val="#ppt_x"/>
                                          </p:val>
                                        </p:tav>
                                        <p:tav tm="100000">
                                          <p:val>
                                            <p:strVal val="#ppt_x"/>
                                          </p:val>
                                        </p:tav>
                                      </p:tavLst>
                                    </p:anim>
                                    <p:anim calcmode="lin" valueType="num">
                                      <p:cBhvr>
                                        <p:cTn id="9" dur="1000" fill="hold"/>
                                        <p:tgtEl>
                                          <p:spTgt spid="2253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22532">
                                            <p:txEl>
                                              <p:pRg st="0" end="0"/>
                                            </p:txEl>
                                          </p:spTgt>
                                        </p:tgtEl>
                                        <p:attrNameLst>
                                          <p:attrName>style.visibility</p:attrName>
                                        </p:attrNameLst>
                                      </p:cBhvr>
                                      <p:to>
                                        <p:strVal val="visible"/>
                                      </p:to>
                                    </p:set>
                                    <p:animEffect transition="in" filter="wipe(down)">
                                      <p:cBhvr>
                                        <p:cTn id="14" dur="500"/>
                                        <p:tgtEl>
                                          <p:spTgt spid="22532">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22532">
                                            <p:txEl>
                                              <p:pRg st="1" end="1"/>
                                            </p:txEl>
                                          </p:spTgt>
                                        </p:tgtEl>
                                        <p:attrNameLst>
                                          <p:attrName>style.visibility</p:attrName>
                                        </p:attrNameLst>
                                      </p:cBhvr>
                                      <p:to>
                                        <p:strVal val="visible"/>
                                      </p:to>
                                    </p:set>
                                    <p:animEffect transition="in" filter="wipe(down)">
                                      <p:cBhvr>
                                        <p:cTn id="19" dur="500"/>
                                        <p:tgtEl>
                                          <p:spTgt spid="22532">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22532">
                                            <p:txEl>
                                              <p:pRg st="2" end="2"/>
                                            </p:txEl>
                                          </p:spTgt>
                                        </p:tgtEl>
                                        <p:attrNameLst>
                                          <p:attrName>style.visibility</p:attrName>
                                        </p:attrNameLst>
                                      </p:cBhvr>
                                      <p:to>
                                        <p:strVal val="visible"/>
                                      </p:to>
                                    </p:set>
                                    <p:animEffect transition="in" filter="wipe(down)">
                                      <p:cBhvr>
                                        <p:cTn id="24" dur="500"/>
                                        <p:tgtEl>
                                          <p:spTgt spid="2253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P spid="22532"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3554" name="Slide Number Placeholder 3">
            <a:extLst>
              <a:ext uri="{FF2B5EF4-FFF2-40B4-BE49-F238E27FC236}">
                <a16:creationId xmlns:a16="http://schemas.microsoft.com/office/drawing/2014/main" id="{7E6F3440-8F5F-4596-AC70-E836C42ADFB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4E332BBC-2434-4C8E-B294-0FBE619B6008}" type="slidenum">
              <a:rPr lang="en-US" altLang="en-US" sz="1000">
                <a:solidFill>
                  <a:srgbClr val="66CCFF"/>
                </a:solidFill>
              </a:rPr>
              <a:pPr/>
              <a:t>29</a:t>
            </a:fld>
            <a:endParaRPr lang="en-US" altLang="en-US" sz="1000">
              <a:solidFill>
                <a:srgbClr val="66CCFF"/>
              </a:solidFill>
            </a:endParaRPr>
          </a:p>
        </p:txBody>
      </p:sp>
      <p:sp>
        <p:nvSpPr>
          <p:cNvPr id="23555" name="Rectangle 4">
            <a:extLst>
              <a:ext uri="{FF2B5EF4-FFF2-40B4-BE49-F238E27FC236}">
                <a16:creationId xmlns:a16="http://schemas.microsoft.com/office/drawing/2014/main" id="{9317DBD9-BEB4-4961-8E6A-82C616EB0808}"/>
              </a:ext>
            </a:extLst>
          </p:cNvPr>
          <p:cNvSpPr>
            <a:spLocks noGrp="1" noChangeArrowheads="1"/>
          </p:cNvSpPr>
          <p:nvPr>
            <p:ph type="title"/>
          </p:nvPr>
        </p:nvSpPr>
        <p:spPr/>
        <p:txBody>
          <a:bodyPr/>
          <a:lstStyle/>
          <a:p>
            <a:pPr eaLnBrk="1" hangingPunct="1"/>
            <a:r>
              <a:rPr lang="en-US" altLang="en-US" dirty="0"/>
              <a:t>Debrief: In pairs, discuss…</a:t>
            </a:r>
          </a:p>
        </p:txBody>
      </p:sp>
      <p:sp>
        <p:nvSpPr>
          <p:cNvPr id="23556" name="Rectangle 5">
            <a:extLst>
              <a:ext uri="{FF2B5EF4-FFF2-40B4-BE49-F238E27FC236}">
                <a16:creationId xmlns:a16="http://schemas.microsoft.com/office/drawing/2014/main" id="{5B8A32BD-57C3-4191-97AA-E9A91D2122F1}"/>
              </a:ext>
            </a:extLst>
          </p:cNvPr>
          <p:cNvSpPr>
            <a:spLocks noGrp="1" noChangeArrowheads="1"/>
          </p:cNvSpPr>
          <p:nvPr>
            <p:ph type="body" idx="1"/>
          </p:nvPr>
        </p:nvSpPr>
        <p:spPr>
          <a:xfrm>
            <a:off x="304800" y="1066800"/>
            <a:ext cx="4114800" cy="4114800"/>
          </a:xfrm>
        </p:spPr>
        <p:txBody>
          <a:bodyPr/>
          <a:lstStyle/>
          <a:p>
            <a:pPr eaLnBrk="1" hangingPunct="1"/>
            <a:r>
              <a:rPr lang="en-US" altLang="en-US" dirty="0"/>
              <a:t>Is there anything you think others missed or might miss?</a:t>
            </a:r>
          </a:p>
          <a:p>
            <a:pPr eaLnBrk="1" hangingPunct="1"/>
            <a:r>
              <a:rPr lang="en-US" altLang="en-US" dirty="0"/>
              <a:t>Is there anything that might surprise you in what others have said?</a:t>
            </a:r>
          </a:p>
        </p:txBody>
      </p:sp>
      <p:sp>
        <p:nvSpPr>
          <p:cNvPr id="23557" name="Rectangle 5">
            <a:extLst>
              <a:ext uri="{FF2B5EF4-FFF2-40B4-BE49-F238E27FC236}">
                <a16:creationId xmlns:a16="http://schemas.microsoft.com/office/drawing/2014/main" id="{C37715D7-0349-4562-9397-6BAB819E7D33}"/>
              </a:ext>
            </a:extLst>
          </p:cNvPr>
          <p:cNvSpPr>
            <a:spLocks noChangeArrowheads="1"/>
          </p:cNvSpPr>
          <p:nvPr/>
        </p:nvSpPr>
        <p:spPr bwMode="auto">
          <a:xfrm>
            <a:off x="6858000" y="5715000"/>
            <a:ext cx="2133600" cy="10668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3555"/>
                                        </p:tgtEl>
                                        <p:attrNameLst>
                                          <p:attrName>style.visibility</p:attrName>
                                        </p:attrNameLst>
                                      </p:cBhvr>
                                      <p:to>
                                        <p:strVal val="visible"/>
                                      </p:to>
                                    </p:set>
                                    <p:animEffect transition="in" filter="fade">
                                      <p:cBhvr>
                                        <p:cTn id="7" dur="1000"/>
                                        <p:tgtEl>
                                          <p:spTgt spid="23555"/>
                                        </p:tgtEl>
                                      </p:cBhvr>
                                    </p:animEffect>
                                    <p:anim calcmode="lin" valueType="num">
                                      <p:cBhvr>
                                        <p:cTn id="8" dur="1000" fill="hold"/>
                                        <p:tgtEl>
                                          <p:spTgt spid="23555"/>
                                        </p:tgtEl>
                                        <p:attrNameLst>
                                          <p:attrName>ppt_x</p:attrName>
                                        </p:attrNameLst>
                                      </p:cBhvr>
                                      <p:tavLst>
                                        <p:tav tm="0">
                                          <p:val>
                                            <p:strVal val="#ppt_x"/>
                                          </p:val>
                                        </p:tav>
                                        <p:tav tm="100000">
                                          <p:val>
                                            <p:strVal val="#ppt_x"/>
                                          </p:val>
                                        </p:tav>
                                      </p:tavLst>
                                    </p:anim>
                                    <p:anim calcmode="lin" valueType="num">
                                      <p:cBhvr>
                                        <p:cTn id="9" dur="1000" fill="hold"/>
                                        <p:tgtEl>
                                          <p:spTgt spid="2355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3556">
                                            <p:txEl>
                                              <p:pRg st="0" end="0"/>
                                            </p:txEl>
                                          </p:spTgt>
                                        </p:tgtEl>
                                        <p:attrNameLst>
                                          <p:attrName>style.visibility</p:attrName>
                                        </p:attrNameLst>
                                      </p:cBhvr>
                                      <p:to>
                                        <p:strVal val="visible"/>
                                      </p:to>
                                    </p:set>
                                    <p:animEffect transition="in" filter="barn(inVertical)">
                                      <p:cBhvr>
                                        <p:cTn id="14" dur="500"/>
                                        <p:tgtEl>
                                          <p:spTgt spid="23556">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23556">
                                            <p:txEl>
                                              <p:pRg st="1" end="1"/>
                                            </p:txEl>
                                          </p:spTgt>
                                        </p:tgtEl>
                                        <p:attrNameLst>
                                          <p:attrName>style.visibility</p:attrName>
                                        </p:attrNameLst>
                                      </p:cBhvr>
                                      <p:to>
                                        <p:strVal val="visible"/>
                                      </p:to>
                                    </p:set>
                                    <p:animEffect transition="in" filter="barn(inVertical)">
                                      <p:cBhvr>
                                        <p:cTn id="19" dur="500"/>
                                        <p:tgtEl>
                                          <p:spTgt spid="2355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5" grpId="0"/>
      <p:bldP spid="23556"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24578" name="Slide Number Placeholder 3">
            <a:extLst>
              <a:ext uri="{FF2B5EF4-FFF2-40B4-BE49-F238E27FC236}">
                <a16:creationId xmlns:a16="http://schemas.microsoft.com/office/drawing/2014/main" id="{21D6CC1C-A0E4-4959-B7AA-A6FF1239616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2F3F6431-451A-469A-B2AC-315DBE4F8316}" type="slidenum">
              <a:rPr lang="en-US" altLang="en-US" sz="1000">
                <a:solidFill>
                  <a:srgbClr val="66CCFF"/>
                </a:solidFill>
              </a:rPr>
              <a:pPr/>
              <a:t>30</a:t>
            </a:fld>
            <a:endParaRPr lang="en-US" altLang="en-US" sz="1000">
              <a:solidFill>
                <a:srgbClr val="66CCFF"/>
              </a:solidFill>
            </a:endParaRPr>
          </a:p>
        </p:txBody>
      </p:sp>
      <p:sp>
        <p:nvSpPr>
          <p:cNvPr id="24579" name="Rectangle 2">
            <a:extLst>
              <a:ext uri="{FF2B5EF4-FFF2-40B4-BE49-F238E27FC236}">
                <a16:creationId xmlns:a16="http://schemas.microsoft.com/office/drawing/2014/main" id="{F3DC9A19-1AAD-4E28-8815-B3587970D0BA}"/>
              </a:ext>
            </a:extLst>
          </p:cNvPr>
          <p:cNvSpPr>
            <a:spLocks noChangeArrowheads="1"/>
          </p:cNvSpPr>
          <p:nvPr/>
        </p:nvSpPr>
        <p:spPr bwMode="auto">
          <a:xfrm>
            <a:off x="-38100" y="531813"/>
            <a:ext cx="9144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sz="5400" b="1" i="1">
              <a:solidFill>
                <a:schemeClr val="bg1"/>
              </a:solidFill>
              <a:latin typeface="Helvetica" panose="020B0604020202020204" pitchFamily="34" charset="0"/>
            </a:endParaRPr>
          </a:p>
        </p:txBody>
      </p:sp>
      <p:sp>
        <p:nvSpPr>
          <p:cNvPr id="24580" name="Rectangle 5">
            <a:extLst>
              <a:ext uri="{FF2B5EF4-FFF2-40B4-BE49-F238E27FC236}">
                <a16:creationId xmlns:a16="http://schemas.microsoft.com/office/drawing/2014/main" id="{4B887F3C-5779-486A-90DD-543F29B1A0CC}"/>
              </a:ext>
            </a:extLst>
          </p:cNvPr>
          <p:cNvSpPr>
            <a:spLocks noGrp="1" noChangeArrowheads="1"/>
          </p:cNvSpPr>
          <p:nvPr>
            <p:ph type="title"/>
          </p:nvPr>
        </p:nvSpPr>
        <p:spPr/>
        <p:txBody>
          <a:bodyPr/>
          <a:lstStyle/>
          <a:p>
            <a:pPr eaLnBrk="1" hangingPunct="1"/>
            <a:r>
              <a:rPr lang="en-US" altLang="en-US" dirty="0"/>
              <a:t>Your Brand?</a:t>
            </a:r>
          </a:p>
        </p:txBody>
      </p:sp>
      <p:sp>
        <p:nvSpPr>
          <p:cNvPr id="24581" name="Rectangle 6">
            <a:extLst>
              <a:ext uri="{FF2B5EF4-FFF2-40B4-BE49-F238E27FC236}">
                <a16:creationId xmlns:a16="http://schemas.microsoft.com/office/drawing/2014/main" id="{6B2E8899-D57B-4A72-98FF-75CBAB245930}"/>
              </a:ext>
            </a:extLst>
          </p:cNvPr>
          <p:cNvSpPr>
            <a:spLocks noGrp="1" noChangeArrowheads="1"/>
          </p:cNvSpPr>
          <p:nvPr>
            <p:ph type="body" idx="1"/>
          </p:nvPr>
        </p:nvSpPr>
        <p:spPr>
          <a:xfrm>
            <a:off x="304800" y="1066800"/>
            <a:ext cx="5181600" cy="4114800"/>
          </a:xfrm>
        </p:spPr>
        <p:txBody>
          <a:bodyPr/>
          <a:lstStyle/>
          <a:p>
            <a:pPr eaLnBrk="1" hangingPunct="1"/>
            <a:r>
              <a:rPr lang="en-US" altLang="en-US" dirty="0"/>
              <a:t>Am I aware my default brand?</a:t>
            </a:r>
          </a:p>
          <a:p>
            <a:pPr eaLnBrk="1" hangingPunct="1"/>
            <a:r>
              <a:rPr lang="en-US" altLang="en-US" dirty="0"/>
              <a:t>Do I like it? </a:t>
            </a:r>
          </a:p>
          <a:p>
            <a:pPr eaLnBrk="1" hangingPunct="1"/>
            <a:r>
              <a:rPr lang="en-US" altLang="en-US" dirty="0"/>
              <a:t>How would I change it if I could?</a:t>
            </a:r>
          </a:p>
          <a:p>
            <a:pPr eaLnBrk="1" hangingPunct="1"/>
            <a:r>
              <a:rPr lang="en-US" altLang="en-US" dirty="0"/>
              <a:t>What opportunities does it open or close for me?</a:t>
            </a:r>
          </a:p>
        </p:txBody>
      </p:sp>
      <p:sp>
        <p:nvSpPr>
          <p:cNvPr id="24582" name="Rectangle 5">
            <a:extLst>
              <a:ext uri="{FF2B5EF4-FFF2-40B4-BE49-F238E27FC236}">
                <a16:creationId xmlns:a16="http://schemas.microsoft.com/office/drawing/2014/main" id="{6FDA3EC0-9938-4F71-85EB-010AFE4F24E6}"/>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4580"/>
                                        </p:tgtEl>
                                        <p:attrNameLst>
                                          <p:attrName>style.visibility</p:attrName>
                                        </p:attrNameLst>
                                      </p:cBhvr>
                                      <p:to>
                                        <p:strVal val="visible"/>
                                      </p:to>
                                    </p:set>
                                    <p:animEffect transition="in" filter="fade">
                                      <p:cBhvr>
                                        <p:cTn id="7" dur="1000"/>
                                        <p:tgtEl>
                                          <p:spTgt spid="24580"/>
                                        </p:tgtEl>
                                      </p:cBhvr>
                                    </p:animEffect>
                                    <p:anim calcmode="lin" valueType="num">
                                      <p:cBhvr>
                                        <p:cTn id="8" dur="1000" fill="hold"/>
                                        <p:tgtEl>
                                          <p:spTgt spid="24580"/>
                                        </p:tgtEl>
                                        <p:attrNameLst>
                                          <p:attrName>ppt_x</p:attrName>
                                        </p:attrNameLst>
                                      </p:cBhvr>
                                      <p:tavLst>
                                        <p:tav tm="0">
                                          <p:val>
                                            <p:strVal val="#ppt_x"/>
                                          </p:val>
                                        </p:tav>
                                        <p:tav tm="100000">
                                          <p:val>
                                            <p:strVal val="#ppt_x"/>
                                          </p:val>
                                        </p:tav>
                                      </p:tavLst>
                                    </p:anim>
                                    <p:anim calcmode="lin" valueType="num">
                                      <p:cBhvr>
                                        <p:cTn id="9" dur="1000" fill="hold"/>
                                        <p:tgtEl>
                                          <p:spTgt spid="2458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4581">
                                            <p:txEl>
                                              <p:pRg st="0" end="0"/>
                                            </p:txEl>
                                          </p:spTgt>
                                        </p:tgtEl>
                                        <p:attrNameLst>
                                          <p:attrName>style.visibility</p:attrName>
                                        </p:attrNameLst>
                                      </p:cBhvr>
                                      <p:to>
                                        <p:strVal val="visible"/>
                                      </p:to>
                                    </p:set>
                                    <p:animEffect transition="in" filter="barn(inVertical)">
                                      <p:cBhvr>
                                        <p:cTn id="14" dur="500"/>
                                        <p:tgtEl>
                                          <p:spTgt spid="24581">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24581">
                                            <p:txEl>
                                              <p:pRg st="1" end="1"/>
                                            </p:txEl>
                                          </p:spTgt>
                                        </p:tgtEl>
                                        <p:attrNameLst>
                                          <p:attrName>style.visibility</p:attrName>
                                        </p:attrNameLst>
                                      </p:cBhvr>
                                      <p:to>
                                        <p:strVal val="visible"/>
                                      </p:to>
                                    </p:set>
                                    <p:animEffect transition="in" filter="barn(inVertical)">
                                      <p:cBhvr>
                                        <p:cTn id="19" dur="500"/>
                                        <p:tgtEl>
                                          <p:spTgt spid="24581">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4581">
                                            <p:txEl>
                                              <p:pRg st="2" end="2"/>
                                            </p:txEl>
                                          </p:spTgt>
                                        </p:tgtEl>
                                        <p:attrNameLst>
                                          <p:attrName>style.visibility</p:attrName>
                                        </p:attrNameLst>
                                      </p:cBhvr>
                                      <p:to>
                                        <p:strVal val="visible"/>
                                      </p:to>
                                    </p:set>
                                    <p:animEffect transition="in" filter="barn(inVertical)">
                                      <p:cBhvr>
                                        <p:cTn id="24" dur="500"/>
                                        <p:tgtEl>
                                          <p:spTgt spid="24581">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24581">
                                            <p:txEl>
                                              <p:pRg st="3" end="3"/>
                                            </p:txEl>
                                          </p:spTgt>
                                        </p:tgtEl>
                                        <p:attrNameLst>
                                          <p:attrName>style.visibility</p:attrName>
                                        </p:attrNameLst>
                                      </p:cBhvr>
                                      <p:to>
                                        <p:strVal val="visible"/>
                                      </p:to>
                                    </p:set>
                                    <p:animEffect transition="in" filter="barn(inVertical)">
                                      <p:cBhvr>
                                        <p:cTn id="29" dur="500"/>
                                        <p:tgtEl>
                                          <p:spTgt spid="2458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0" grpId="0"/>
      <p:bldP spid="24581"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6626" name="Slide Number Placeholder 4">
            <a:extLst>
              <a:ext uri="{FF2B5EF4-FFF2-40B4-BE49-F238E27FC236}">
                <a16:creationId xmlns:a16="http://schemas.microsoft.com/office/drawing/2014/main" id="{2A128261-3324-4D0B-AFA8-42AB779F3CF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504982E6-5CFA-477A-995C-93141B5C3A36}" type="slidenum">
              <a:rPr lang="en-US" altLang="en-US" sz="1000">
                <a:solidFill>
                  <a:srgbClr val="66CCFF"/>
                </a:solidFill>
              </a:rPr>
              <a:pPr/>
              <a:t>31</a:t>
            </a:fld>
            <a:endParaRPr lang="en-US" altLang="en-US" sz="1000">
              <a:solidFill>
                <a:srgbClr val="66CCFF"/>
              </a:solidFill>
            </a:endParaRPr>
          </a:p>
        </p:txBody>
      </p:sp>
      <p:sp>
        <p:nvSpPr>
          <p:cNvPr id="26627" name="Freeform 11">
            <a:extLst>
              <a:ext uri="{FF2B5EF4-FFF2-40B4-BE49-F238E27FC236}">
                <a16:creationId xmlns:a16="http://schemas.microsoft.com/office/drawing/2014/main" id="{FAD7D19B-6484-459D-B944-B5C574512F88}"/>
              </a:ext>
            </a:extLst>
          </p:cNvPr>
          <p:cNvSpPr>
            <a:spLocks/>
          </p:cNvSpPr>
          <p:nvPr/>
        </p:nvSpPr>
        <p:spPr bwMode="auto">
          <a:xfrm>
            <a:off x="2590800" y="1066800"/>
            <a:ext cx="3962400" cy="5257800"/>
          </a:xfrm>
          <a:custGeom>
            <a:avLst/>
            <a:gdLst>
              <a:gd name="T0" fmla="*/ 2147483647 w 2496"/>
              <a:gd name="T1" fmla="*/ 2147483647 h 3312"/>
              <a:gd name="T2" fmla="*/ 2147483647 w 2496"/>
              <a:gd name="T3" fmla="*/ 2147483647 h 3312"/>
              <a:gd name="T4" fmla="*/ 2147483647 w 2496"/>
              <a:gd name="T5" fmla="*/ 2147483647 h 3312"/>
              <a:gd name="T6" fmla="*/ 2147483647 w 2496"/>
              <a:gd name="T7" fmla="*/ 2147483647 h 3312"/>
              <a:gd name="T8" fmla="*/ 2147483647 w 2496"/>
              <a:gd name="T9" fmla="*/ 2147483647 h 3312"/>
              <a:gd name="T10" fmla="*/ 2147483647 w 2496"/>
              <a:gd name="T11" fmla="*/ 2147483647 h 3312"/>
              <a:gd name="T12" fmla="*/ 2147483647 w 2496"/>
              <a:gd name="T13" fmla="*/ 2147483647 h 3312"/>
              <a:gd name="T14" fmla="*/ 2147483647 w 2496"/>
              <a:gd name="T15" fmla="*/ 2147483647 h 3312"/>
              <a:gd name="T16" fmla="*/ 2147483647 w 2496"/>
              <a:gd name="T17" fmla="*/ 2147483647 h 3312"/>
              <a:gd name="T18" fmla="*/ 2147483647 w 2496"/>
              <a:gd name="T19" fmla="*/ 2147483647 h 3312"/>
              <a:gd name="T20" fmla="*/ 2147483647 w 2496"/>
              <a:gd name="T21" fmla="*/ 2147483647 h 3312"/>
              <a:gd name="T22" fmla="*/ 2147483647 w 2496"/>
              <a:gd name="T23" fmla="*/ 2147483647 h 3312"/>
              <a:gd name="T24" fmla="*/ 2147483647 w 2496"/>
              <a:gd name="T25" fmla="*/ 2147483647 h 3312"/>
              <a:gd name="T26" fmla="*/ 2147483647 w 2496"/>
              <a:gd name="T27" fmla="*/ 2147483647 h 3312"/>
              <a:gd name="T28" fmla="*/ 2147483647 w 2496"/>
              <a:gd name="T29" fmla="*/ 2147483647 h 3312"/>
              <a:gd name="T30" fmla="*/ 2147483647 w 2496"/>
              <a:gd name="T31" fmla="*/ 2147483647 h 331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2496"/>
              <a:gd name="T49" fmla="*/ 0 h 3312"/>
              <a:gd name="T50" fmla="*/ 2496 w 2496"/>
              <a:gd name="T51" fmla="*/ 3312 h 331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2496" h="3312">
                <a:moveTo>
                  <a:pt x="60" y="866"/>
                </a:moveTo>
                <a:cubicBezTo>
                  <a:pt x="0" y="763"/>
                  <a:pt x="201" y="540"/>
                  <a:pt x="362" y="403"/>
                </a:cubicBezTo>
                <a:cubicBezTo>
                  <a:pt x="523" y="266"/>
                  <a:pt x="765" y="86"/>
                  <a:pt x="1027" y="43"/>
                </a:cubicBezTo>
                <a:cubicBezTo>
                  <a:pt x="1288" y="0"/>
                  <a:pt x="1701" y="9"/>
                  <a:pt x="1932" y="146"/>
                </a:cubicBezTo>
                <a:cubicBezTo>
                  <a:pt x="2164" y="283"/>
                  <a:pt x="2496" y="557"/>
                  <a:pt x="2415" y="866"/>
                </a:cubicBezTo>
                <a:cubicBezTo>
                  <a:pt x="2335" y="1174"/>
                  <a:pt x="1580" y="1646"/>
                  <a:pt x="1449" y="1997"/>
                </a:cubicBezTo>
                <a:cubicBezTo>
                  <a:pt x="1318" y="2349"/>
                  <a:pt x="1634" y="2989"/>
                  <a:pt x="1630" y="2974"/>
                </a:cubicBezTo>
                <a:cubicBezTo>
                  <a:pt x="1634" y="2983"/>
                  <a:pt x="1302" y="3312"/>
                  <a:pt x="1212" y="3295"/>
                </a:cubicBezTo>
                <a:cubicBezTo>
                  <a:pt x="1121" y="3278"/>
                  <a:pt x="1107" y="3088"/>
                  <a:pt x="1087" y="2872"/>
                </a:cubicBezTo>
                <a:cubicBezTo>
                  <a:pt x="1067" y="2655"/>
                  <a:pt x="1027" y="2237"/>
                  <a:pt x="1087" y="1997"/>
                </a:cubicBezTo>
                <a:cubicBezTo>
                  <a:pt x="1147" y="1757"/>
                  <a:pt x="1318" y="1612"/>
                  <a:pt x="1449" y="1432"/>
                </a:cubicBezTo>
                <a:cubicBezTo>
                  <a:pt x="1580" y="1252"/>
                  <a:pt x="1862" y="1071"/>
                  <a:pt x="1872" y="917"/>
                </a:cubicBezTo>
                <a:cubicBezTo>
                  <a:pt x="1882" y="763"/>
                  <a:pt x="1672" y="563"/>
                  <a:pt x="1510" y="506"/>
                </a:cubicBezTo>
                <a:cubicBezTo>
                  <a:pt x="1347" y="449"/>
                  <a:pt x="1098" y="463"/>
                  <a:pt x="901" y="573"/>
                </a:cubicBezTo>
                <a:cubicBezTo>
                  <a:pt x="704" y="683"/>
                  <a:pt x="691" y="865"/>
                  <a:pt x="551" y="913"/>
                </a:cubicBezTo>
                <a:cubicBezTo>
                  <a:pt x="411" y="961"/>
                  <a:pt x="162" y="875"/>
                  <a:pt x="60" y="866"/>
                </a:cubicBezTo>
                <a:close/>
              </a:path>
            </a:pathLst>
          </a:custGeom>
          <a:solidFill>
            <a:srgbClr val="66CCFF">
              <a:alpha val="25098"/>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28" name="Rectangle 8">
            <a:extLst>
              <a:ext uri="{FF2B5EF4-FFF2-40B4-BE49-F238E27FC236}">
                <a16:creationId xmlns:a16="http://schemas.microsoft.com/office/drawing/2014/main" id="{1F075707-343B-4082-9B48-430C61F1C07D}"/>
              </a:ext>
            </a:extLst>
          </p:cNvPr>
          <p:cNvSpPr>
            <a:spLocks noGrp="1" noChangeArrowheads="1"/>
          </p:cNvSpPr>
          <p:nvPr>
            <p:ph type="title"/>
          </p:nvPr>
        </p:nvSpPr>
        <p:spPr/>
        <p:txBody>
          <a:bodyPr/>
          <a:lstStyle/>
          <a:p>
            <a:pPr eaLnBrk="1" hangingPunct="1"/>
            <a:r>
              <a:rPr lang="en-US" altLang="en-US" dirty="0"/>
              <a:t>Distinct Contribution/Talent</a:t>
            </a:r>
          </a:p>
        </p:txBody>
      </p:sp>
      <p:sp>
        <p:nvSpPr>
          <p:cNvPr id="26629" name="Rectangle 9">
            <a:extLst>
              <a:ext uri="{FF2B5EF4-FFF2-40B4-BE49-F238E27FC236}">
                <a16:creationId xmlns:a16="http://schemas.microsoft.com/office/drawing/2014/main" id="{8E7B62BC-B962-4CC6-93EF-BFDD22D05F4F}"/>
              </a:ext>
            </a:extLst>
          </p:cNvPr>
          <p:cNvSpPr>
            <a:spLocks noGrp="1" noChangeArrowheads="1"/>
          </p:cNvSpPr>
          <p:nvPr>
            <p:ph type="body" sz="half" idx="1"/>
          </p:nvPr>
        </p:nvSpPr>
        <p:spPr>
          <a:xfrm>
            <a:off x="304800" y="1143000"/>
            <a:ext cx="3962400" cy="5013325"/>
          </a:xfrm>
          <a:noFill/>
        </p:spPr>
        <p:txBody>
          <a:bodyPr>
            <a:spAutoFit/>
          </a:bodyPr>
          <a:lstStyle/>
          <a:p>
            <a:pPr eaLnBrk="1" hangingPunct="1"/>
            <a:r>
              <a:rPr lang="en-US" altLang="en-US" sz="2600" dirty="0"/>
              <a:t>Have I received the highest Performance Review I could receive?</a:t>
            </a:r>
          </a:p>
          <a:p>
            <a:pPr eaLnBrk="1" hangingPunct="1"/>
            <a:r>
              <a:rPr lang="en-US" altLang="en-US" sz="2600" dirty="0"/>
              <a:t>What areas do I want to develop?</a:t>
            </a:r>
          </a:p>
          <a:p>
            <a:pPr eaLnBrk="1" hangingPunct="1"/>
            <a:r>
              <a:rPr lang="en-US" altLang="en-US" sz="2600" dirty="0"/>
              <a:t>If I fully developed myself in the areas I am committed to developing, how would people describe me?</a:t>
            </a:r>
          </a:p>
        </p:txBody>
      </p:sp>
      <p:sp>
        <p:nvSpPr>
          <p:cNvPr id="26630" name="Rectangle 10">
            <a:extLst>
              <a:ext uri="{FF2B5EF4-FFF2-40B4-BE49-F238E27FC236}">
                <a16:creationId xmlns:a16="http://schemas.microsoft.com/office/drawing/2014/main" id="{3DA91068-AECD-4D09-B07E-9306E0FF416F}"/>
              </a:ext>
            </a:extLst>
          </p:cNvPr>
          <p:cNvSpPr>
            <a:spLocks noGrp="1" noChangeArrowheads="1"/>
          </p:cNvSpPr>
          <p:nvPr>
            <p:ph type="body" sz="half" idx="2"/>
          </p:nvPr>
        </p:nvSpPr>
        <p:spPr>
          <a:xfrm>
            <a:off x="4943475" y="1143000"/>
            <a:ext cx="3810000" cy="4114800"/>
          </a:xfrm>
        </p:spPr>
        <p:txBody>
          <a:bodyPr/>
          <a:lstStyle/>
          <a:p>
            <a:pPr eaLnBrk="1" hangingPunct="1"/>
            <a:r>
              <a:rPr lang="en-US" altLang="en-US" sz="2600" dirty="0"/>
              <a:t>Would this description match the sixteen distinct words from my current Default Brand?</a:t>
            </a:r>
          </a:p>
          <a:p>
            <a:pPr eaLnBrk="1" hangingPunct="1"/>
            <a:r>
              <a:rPr lang="en-US" altLang="en-US" sz="2600" dirty="0"/>
              <a:t>What is the gap and the opportunity for development?</a:t>
            </a:r>
          </a:p>
        </p:txBody>
      </p:sp>
      <p:sp>
        <p:nvSpPr>
          <p:cNvPr id="26631" name="Freeform 12">
            <a:extLst>
              <a:ext uri="{FF2B5EF4-FFF2-40B4-BE49-F238E27FC236}">
                <a16:creationId xmlns:a16="http://schemas.microsoft.com/office/drawing/2014/main" id="{2B9D9F53-2A3F-41A2-9293-85880B68557E}"/>
              </a:ext>
            </a:extLst>
          </p:cNvPr>
          <p:cNvSpPr>
            <a:spLocks/>
          </p:cNvSpPr>
          <p:nvPr/>
        </p:nvSpPr>
        <p:spPr bwMode="auto">
          <a:xfrm>
            <a:off x="4648200" y="5943600"/>
            <a:ext cx="812800" cy="762000"/>
          </a:xfrm>
          <a:custGeom>
            <a:avLst/>
            <a:gdLst>
              <a:gd name="T0" fmla="*/ 2147483647 w 512"/>
              <a:gd name="T1" fmla="*/ 2147483647 h 480"/>
              <a:gd name="T2" fmla="*/ 2147483647 w 512"/>
              <a:gd name="T3" fmla="*/ 2147483647 h 480"/>
              <a:gd name="T4" fmla="*/ 2147483647 w 512"/>
              <a:gd name="T5" fmla="*/ 2147483647 h 480"/>
              <a:gd name="T6" fmla="*/ 2147483647 w 512"/>
              <a:gd name="T7" fmla="*/ 2147483647 h 480"/>
              <a:gd name="T8" fmla="*/ 2147483647 w 512"/>
              <a:gd name="T9" fmla="*/ 2147483647 h 480"/>
              <a:gd name="T10" fmla="*/ 0 60000 65536"/>
              <a:gd name="T11" fmla="*/ 0 60000 65536"/>
              <a:gd name="T12" fmla="*/ 0 60000 65536"/>
              <a:gd name="T13" fmla="*/ 0 60000 65536"/>
              <a:gd name="T14" fmla="*/ 0 60000 65536"/>
              <a:gd name="T15" fmla="*/ 0 w 512"/>
              <a:gd name="T16" fmla="*/ 0 h 480"/>
              <a:gd name="T17" fmla="*/ 512 w 512"/>
              <a:gd name="T18" fmla="*/ 480 h 480"/>
            </a:gdLst>
            <a:ahLst/>
            <a:cxnLst>
              <a:cxn ang="T10">
                <a:pos x="T0" y="T1"/>
              </a:cxn>
              <a:cxn ang="T11">
                <a:pos x="T2" y="T3"/>
              </a:cxn>
              <a:cxn ang="T12">
                <a:pos x="T4" y="T5"/>
              </a:cxn>
              <a:cxn ang="T13">
                <a:pos x="T6" y="T7"/>
              </a:cxn>
              <a:cxn ang="T14">
                <a:pos x="T8" y="T9"/>
              </a:cxn>
            </a:cxnLst>
            <a:rect l="T15" t="T16" r="T17" b="T18"/>
            <a:pathLst>
              <a:path w="512" h="480">
                <a:moveTo>
                  <a:pt x="16" y="312"/>
                </a:moveTo>
                <a:cubicBezTo>
                  <a:pt x="32" y="240"/>
                  <a:pt x="272" y="48"/>
                  <a:pt x="352" y="24"/>
                </a:cubicBezTo>
                <a:cubicBezTo>
                  <a:pt x="432" y="0"/>
                  <a:pt x="512" y="96"/>
                  <a:pt x="496" y="168"/>
                </a:cubicBezTo>
                <a:cubicBezTo>
                  <a:pt x="480" y="240"/>
                  <a:pt x="336" y="432"/>
                  <a:pt x="256" y="456"/>
                </a:cubicBezTo>
                <a:cubicBezTo>
                  <a:pt x="176" y="480"/>
                  <a:pt x="0" y="384"/>
                  <a:pt x="16" y="312"/>
                </a:cubicBezTo>
                <a:close/>
              </a:path>
            </a:pathLst>
          </a:custGeom>
          <a:solidFill>
            <a:srgbClr val="66CCFF">
              <a:alpha val="20000"/>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6632" name="Rectangle 8">
            <a:extLst>
              <a:ext uri="{FF2B5EF4-FFF2-40B4-BE49-F238E27FC236}">
                <a16:creationId xmlns:a16="http://schemas.microsoft.com/office/drawing/2014/main" id="{7BC1F1D5-434C-4751-96C2-2EB6AE6D3B44}"/>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fade">
                                      <p:cBhvr>
                                        <p:cTn id="7" dur="1000"/>
                                        <p:tgtEl>
                                          <p:spTgt spid="26628"/>
                                        </p:tgtEl>
                                      </p:cBhvr>
                                    </p:animEffect>
                                    <p:anim calcmode="lin" valueType="num">
                                      <p:cBhvr>
                                        <p:cTn id="8" dur="1000" fill="hold"/>
                                        <p:tgtEl>
                                          <p:spTgt spid="26628"/>
                                        </p:tgtEl>
                                        <p:attrNameLst>
                                          <p:attrName>ppt_x</p:attrName>
                                        </p:attrNameLst>
                                      </p:cBhvr>
                                      <p:tavLst>
                                        <p:tav tm="0">
                                          <p:val>
                                            <p:strVal val="#ppt_x"/>
                                          </p:val>
                                        </p:tav>
                                        <p:tav tm="100000">
                                          <p:val>
                                            <p:strVal val="#ppt_x"/>
                                          </p:val>
                                        </p:tav>
                                      </p:tavLst>
                                    </p:anim>
                                    <p:anim calcmode="lin" valueType="num">
                                      <p:cBhvr>
                                        <p:cTn id="9" dur="1000" fill="hold"/>
                                        <p:tgtEl>
                                          <p:spTgt spid="2662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grpId="0" nodeType="clickEffect">
                                  <p:stCondLst>
                                    <p:cond delay="0"/>
                                  </p:stCondLst>
                                  <p:childTnLst>
                                    <p:set>
                                      <p:cBhvr>
                                        <p:cTn id="13" dur="1" fill="hold">
                                          <p:stCondLst>
                                            <p:cond delay="0"/>
                                          </p:stCondLst>
                                        </p:cTn>
                                        <p:tgtEl>
                                          <p:spTgt spid="26629">
                                            <p:txEl>
                                              <p:pRg st="0" end="0"/>
                                            </p:txEl>
                                          </p:spTgt>
                                        </p:tgtEl>
                                        <p:attrNameLst>
                                          <p:attrName>style.visibility</p:attrName>
                                        </p:attrNameLst>
                                      </p:cBhvr>
                                      <p:to>
                                        <p:strVal val="visible"/>
                                      </p:to>
                                    </p:set>
                                    <p:animEffect transition="in" filter="barn(inVertical)">
                                      <p:cBhvr>
                                        <p:cTn id="14" dur="500"/>
                                        <p:tgtEl>
                                          <p:spTgt spid="26629">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26629">
                                            <p:txEl>
                                              <p:pRg st="1" end="1"/>
                                            </p:txEl>
                                          </p:spTgt>
                                        </p:tgtEl>
                                        <p:attrNameLst>
                                          <p:attrName>style.visibility</p:attrName>
                                        </p:attrNameLst>
                                      </p:cBhvr>
                                      <p:to>
                                        <p:strVal val="visible"/>
                                      </p:to>
                                    </p:set>
                                    <p:animEffect transition="in" filter="barn(inVertical)">
                                      <p:cBhvr>
                                        <p:cTn id="19" dur="500"/>
                                        <p:tgtEl>
                                          <p:spTgt spid="26629">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grpId="0" nodeType="clickEffect">
                                  <p:stCondLst>
                                    <p:cond delay="0"/>
                                  </p:stCondLst>
                                  <p:childTnLst>
                                    <p:set>
                                      <p:cBhvr>
                                        <p:cTn id="23" dur="1" fill="hold">
                                          <p:stCondLst>
                                            <p:cond delay="0"/>
                                          </p:stCondLst>
                                        </p:cTn>
                                        <p:tgtEl>
                                          <p:spTgt spid="26629">
                                            <p:txEl>
                                              <p:pRg st="2" end="2"/>
                                            </p:txEl>
                                          </p:spTgt>
                                        </p:tgtEl>
                                        <p:attrNameLst>
                                          <p:attrName>style.visibility</p:attrName>
                                        </p:attrNameLst>
                                      </p:cBhvr>
                                      <p:to>
                                        <p:strVal val="visible"/>
                                      </p:to>
                                    </p:set>
                                    <p:animEffect transition="in" filter="barn(inVertical)">
                                      <p:cBhvr>
                                        <p:cTn id="24" dur="500"/>
                                        <p:tgtEl>
                                          <p:spTgt spid="26629">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6" presetClass="entr" presetSubtype="21" fill="hold" grpId="0" nodeType="clickEffect">
                                  <p:stCondLst>
                                    <p:cond delay="0"/>
                                  </p:stCondLst>
                                  <p:childTnLst>
                                    <p:set>
                                      <p:cBhvr>
                                        <p:cTn id="28" dur="1" fill="hold">
                                          <p:stCondLst>
                                            <p:cond delay="0"/>
                                          </p:stCondLst>
                                        </p:cTn>
                                        <p:tgtEl>
                                          <p:spTgt spid="26630">
                                            <p:txEl>
                                              <p:pRg st="0" end="0"/>
                                            </p:txEl>
                                          </p:spTgt>
                                        </p:tgtEl>
                                        <p:attrNameLst>
                                          <p:attrName>style.visibility</p:attrName>
                                        </p:attrNameLst>
                                      </p:cBhvr>
                                      <p:to>
                                        <p:strVal val="visible"/>
                                      </p:to>
                                    </p:set>
                                    <p:animEffect transition="in" filter="barn(inVertical)">
                                      <p:cBhvr>
                                        <p:cTn id="29" dur="500"/>
                                        <p:tgtEl>
                                          <p:spTgt spid="26630">
                                            <p:txEl>
                                              <p:pRg st="0" end="0"/>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grpId="0" nodeType="clickEffect">
                                  <p:stCondLst>
                                    <p:cond delay="0"/>
                                  </p:stCondLst>
                                  <p:childTnLst>
                                    <p:set>
                                      <p:cBhvr>
                                        <p:cTn id="33" dur="1" fill="hold">
                                          <p:stCondLst>
                                            <p:cond delay="0"/>
                                          </p:stCondLst>
                                        </p:cTn>
                                        <p:tgtEl>
                                          <p:spTgt spid="26630">
                                            <p:txEl>
                                              <p:pRg st="1" end="1"/>
                                            </p:txEl>
                                          </p:spTgt>
                                        </p:tgtEl>
                                        <p:attrNameLst>
                                          <p:attrName>style.visibility</p:attrName>
                                        </p:attrNameLst>
                                      </p:cBhvr>
                                      <p:to>
                                        <p:strVal val="visible"/>
                                      </p:to>
                                    </p:set>
                                    <p:animEffect transition="in" filter="barn(inVertical)">
                                      <p:cBhvr>
                                        <p:cTn id="34" dur="500"/>
                                        <p:tgtEl>
                                          <p:spTgt spid="266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P spid="26629" grpId="0" build="p"/>
      <p:bldP spid="26630"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3794" name="Slide Number Placeholder 2">
            <a:extLst>
              <a:ext uri="{FF2B5EF4-FFF2-40B4-BE49-F238E27FC236}">
                <a16:creationId xmlns:a16="http://schemas.microsoft.com/office/drawing/2014/main" id="{8CA61D9C-E315-4065-A0C5-4B681C9C4E4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F72ADEBA-30C0-40B3-9B88-C0358616F7C7}" type="slidenum">
              <a:rPr lang="en-US" altLang="en-US" sz="1000">
                <a:solidFill>
                  <a:srgbClr val="66CCFF"/>
                </a:solidFill>
              </a:rPr>
              <a:pPr/>
              <a:t>32</a:t>
            </a:fld>
            <a:endParaRPr lang="en-US" altLang="en-US" sz="1000">
              <a:solidFill>
                <a:srgbClr val="66CCFF"/>
              </a:solidFill>
            </a:endParaRPr>
          </a:p>
        </p:txBody>
      </p:sp>
      <p:sp>
        <p:nvSpPr>
          <p:cNvPr id="33795" name="Rectangle 2">
            <a:extLst>
              <a:ext uri="{FF2B5EF4-FFF2-40B4-BE49-F238E27FC236}">
                <a16:creationId xmlns:a16="http://schemas.microsoft.com/office/drawing/2014/main" id="{92EEF76A-570A-4F40-933F-485595EF108E}"/>
              </a:ext>
            </a:extLst>
          </p:cNvPr>
          <p:cNvSpPr>
            <a:spLocks noChangeArrowheads="1"/>
          </p:cNvSpPr>
          <p:nvPr/>
        </p:nvSpPr>
        <p:spPr bwMode="auto">
          <a:xfrm>
            <a:off x="968375" y="2768600"/>
            <a:ext cx="720725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sz="5400" b="1" dirty="0">
                <a:solidFill>
                  <a:schemeClr val="bg1"/>
                </a:solidFill>
              </a:rPr>
              <a:t>Your Brand Promise</a:t>
            </a:r>
          </a:p>
        </p:txBody>
      </p:sp>
      <p:sp>
        <p:nvSpPr>
          <p:cNvPr id="33796" name="Rectangle 4">
            <a:extLst>
              <a:ext uri="{FF2B5EF4-FFF2-40B4-BE49-F238E27FC236}">
                <a16:creationId xmlns:a16="http://schemas.microsoft.com/office/drawing/2014/main" id="{42658B14-9025-4F3C-96BA-87169D7B8284}"/>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barn(inVertical)">
                                      <p:cBhvr>
                                        <p:cTn id="7" dur="500"/>
                                        <p:tgtEl>
                                          <p:spTgt spid="337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5"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4818" name="Slide Number Placeholder 3">
            <a:extLst>
              <a:ext uri="{FF2B5EF4-FFF2-40B4-BE49-F238E27FC236}">
                <a16:creationId xmlns:a16="http://schemas.microsoft.com/office/drawing/2014/main" id="{7B2D5F71-54CC-4864-90A8-2A1F4C49584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3F5DD8DE-E932-4745-A45E-E4B85695F139}" type="slidenum">
              <a:rPr lang="en-US" altLang="en-US" sz="1000">
                <a:solidFill>
                  <a:srgbClr val="66CCFF"/>
                </a:solidFill>
              </a:rPr>
              <a:pPr/>
              <a:t>33</a:t>
            </a:fld>
            <a:endParaRPr lang="en-US" altLang="en-US" sz="1000">
              <a:solidFill>
                <a:srgbClr val="66CCFF"/>
              </a:solidFill>
            </a:endParaRPr>
          </a:p>
        </p:txBody>
      </p:sp>
      <p:sp>
        <p:nvSpPr>
          <p:cNvPr id="34819" name="Rectangle 11">
            <a:extLst>
              <a:ext uri="{FF2B5EF4-FFF2-40B4-BE49-F238E27FC236}">
                <a16:creationId xmlns:a16="http://schemas.microsoft.com/office/drawing/2014/main" id="{44D11D4B-3895-4BE4-A904-4B307ABAF9F8}"/>
              </a:ext>
            </a:extLst>
          </p:cNvPr>
          <p:cNvSpPr>
            <a:spLocks noGrp="1" noChangeArrowheads="1"/>
          </p:cNvSpPr>
          <p:nvPr>
            <p:ph type="title"/>
          </p:nvPr>
        </p:nvSpPr>
        <p:spPr>
          <a:xfrm>
            <a:off x="1752600" y="1371600"/>
            <a:ext cx="7772400" cy="801688"/>
          </a:xfrm>
        </p:spPr>
        <p:txBody>
          <a:bodyPr/>
          <a:lstStyle/>
          <a:p>
            <a:pPr eaLnBrk="1" hangingPunct="1"/>
            <a:r>
              <a:rPr lang="en-US" altLang="en-US" dirty="0"/>
              <a:t>Brand Promise</a:t>
            </a:r>
          </a:p>
        </p:txBody>
      </p:sp>
      <p:sp>
        <p:nvSpPr>
          <p:cNvPr id="34820" name="Rectangle 12">
            <a:extLst>
              <a:ext uri="{FF2B5EF4-FFF2-40B4-BE49-F238E27FC236}">
                <a16:creationId xmlns:a16="http://schemas.microsoft.com/office/drawing/2014/main" id="{99790701-6687-4028-B65C-8501E56B3EA2}"/>
              </a:ext>
            </a:extLst>
          </p:cNvPr>
          <p:cNvSpPr>
            <a:spLocks noGrp="1" noChangeArrowheads="1"/>
          </p:cNvSpPr>
          <p:nvPr>
            <p:ph type="body" idx="1"/>
          </p:nvPr>
        </p:nvSpPr>
        <p:spPr>
          <a:xfrm>
            <a:off x="1752600" y="2286000"/>
            <a:ext cx="7772400" cy="4114800"/>
          </a:xfrm>
        </p:spPr>
        <p:txBody>
          <a:bodyPr/>
          <a:lstStyle/>
          <a:p>
            <a:pPr eaLnBrk="1" hangingPunct="1"/>
            <a:r>
              <a:rPr lang="en-US" altLang="en-US" dirty="0"/>
              <a:t>Personal Trademark?</a:t>
            </a:r>
          </a:p>
          <a:p>
            <a:pPr eaLnBrk="1" hangingPunct="1"/>
            <a:r>
              <a:rPr lang="en-US" altLang="en-US" dirty="0"/>
              <a:t>What makes you distinct?</a:t>
            </a:r>
          </a:p>
          <a:p>
            <a:pPr eaLnBrk="1" hangingPunct="1"/>
            <a:r>
              <a:rPr lang="en-US" altLang="en-US" dirty="0"/>
              <a:t>Tag Line?</a:t>
            </a:r>
          </a:p>
        </p:txBody>
      </p:sp>
      <p:sp>
        <p:nvSpPr>
          <p:cNvPr id="34821" name="Rectangle 5">
            <a:extLst>
              <a:ext uri="{FF2B5EF4-FFF2-40B4-BE49-F238E27FC236}">
                <a16:creationId xmlns:a16="http://schemas.microsoft.com/office/drawing/2014/main" id="{64E9E429-6444-4C8E-AA78-936159EED307}"/>
              </a:ext>
            </a:extLst>
          </p:cNvPr>
          <p:cNvSpPr>
            <a:spLocks noChangeArrowheads="1"/>
          </p:cNvSpPr>
          <p:nvPr/>
        </p:nvSpPr>
        <p:spPr bwMode="auto">
          <a:xfrm>
            <a:off x="6858000" y="5715000"/>
            <a:ext cx="2133600" cy="10668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4819"/>
                                        </p:tgtEl>
                                        <p:attrNameLst>
                                          <p:attrName>style.visibility</p:attrName>
                                        </p:attrNameLst>
                                      </p:cBhvr>
                                      <p:to>
                                        <p:strVal val="visible"/>
                                      </p:to>
                                    </p:set>
                                    <p:animEffect transition="in" filter="fade">
                                      <p:cBhvr>
                                        <p:cTn id="7" dur="1000"/>
                                        <p:tgtEl>
                                          <p:spTgt spid="34819"/>
                                        </p:tgtEl>
                                      </p:cBhvr>
                                    </p:animEffect>
                                    <p:anim calcmode="lin" valueType="num">
                                      <p:cBhvr>
                                        <p:cTn id="8" dur="1000" fill="hold"/>
                                        <p:tgtEl>
                                          <p:spTgt spid="34819"/>
                                        </p:tgtEl>
                                        <p:attrNameLst>
                                          <p:attrName>ppt_x</p:attrName>
                                        </p:attrNameLst>
                                      </p:cBhvr>
                                      <p:tavLst>
                                        <p:tav tm="0">
                                          <p:val>
                                            <p:strVal val="#ppt_x"/>
                                          </p:val>
                                        </p:tav>
                                        <p:tav tm="100000">
                                          <p:val>
                                            <p:strVal val="#ppt_x"/>
                                          </p:val>
                                        </p:tav>
                                      </p:tavLst>
                                    </p:anim>
                                    <p:anim calcmode="lin" valueType="num">
                                      <p:cBhvr>
                                        <p:cTn id="9" dur="1000" fill="hold"/>
                                        <p:tgtEl>
                                          <p:spTgt spid="34819"/>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4820">
                                            <p:txEl>
                                              <p:pRg st="0" end="0"/>
                                            </p:txEl>
                                          </p:spTgt>
                                        </p:tgtEl>
                                        <p:attrNameLst>
                                          <p:attrName>style.visibility</p:attrName>
                                        </p:attrNameLst>
                                      </p:cBhvr>
                                      <p:to>
                                        <p:strVal val="visible"/>
                                      </p:to>
                                    </p:set>
                                    <p:animEffect transition="in" filter="fade">
                                      <p:cBhvr>
                                        <p:cTn id="14" dur="1000"/>
                                        <p:tgtEl>
                                          <p:spTgt spid="34820">
                                            <p:txEl>
                                              <p:pRg st="0" end="0"/>
                                            </p:txEl>
                                          </p:spTgt>
                                        </p:tgtEl>
                                      </p:cBhvr>
                                    </p:animEffect>
                                    <p:anim calcmode="lin" valueType="num">
                                      <p:cBhvr>
                                        <p:cTn id="15" dur="1000" fill="hold"/>
                                        <p:tgtEl>
                                          <p:spTgt spid="3482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482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4820">
                                            <p:txEl>
                                              <p:pRg st="1" end="1"/>
                                            </p:txEl>
                                          </p:spTgt>
                                        </p:tgtEl>
                                        <p:attrNameLst>
                                          <p:attrName>style.visibility</p:attrName>
                                        </p:attrNameLst>
                                      </p:cBhvr>
                                      <p:to>
                                        <p:strVal val="visible"/>
                                      </p:to>
                                    </p:set>
                                    <p:animEffect transition="in" filter="fade">
                                      <p:cBhvr>
                                        <p:cTn id="21" dur="1000"/>
                                        <p:tgtEl>
                                          <p:spTgt spid="34820">
                                            <p:txEl>
                                              <p:pRg st="1" end="1"/>
                                            </p:txEl>
                                          </p:spTgt>
                                        </p:tgtEl>
                                      </p:cBhvr>
                                    </p:animEffect>
                                    <p:anim calcmode="lin" valueType="num">
                                      <p:cBhvr>
                                        <p:cTn id="22" dur="1000" fill="hold"/>
                                        <p:tgtEl>
                                          <p:spTgt spid="34820">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482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4820">
                                            <p:txEl>
                                              <p:pRg st="2" end="2"/>
                                            </p:txEl>
                                          </p:spTgt>
                                        </p:tgtEl>
                                        <p:attrNameLst>
                                          <p:attrName>style.visibility</p:attrName>
                                        </p:attrNameLst>
                                      </p:cBhvr>
                                      <p:to>
                                        <p:strVal val="visible"/>
                                      </p:to>
                                    </p:set>
                                    <p:animEffect transition="in" filter="fade">
                                      <p:cBhvr>
                                        <p:cTn id="28" dur="1000"/>
                                        <p:tgtEl>
                                          <p:spTgt spid="34820">
                                            <p:txEl>
                                              <p:pRg st="2" end="2"/>
                                            </p:txEl>
                                          </p:spTgt>
                                        </p:tgtEl>
                                      </p:cBhvr>
                                    </p:animEffect>
                                    <p:anim calcmode="lin" valueType="num">
                                      <p:cBhvr>
                                        <p:cTn id="29" dur="1000" fill="hold"/>
                                        <p:tgtEl>
                                          <p:spTgt spid="34820">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4820">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19" grpId="0"/>
      <p:bldP spid="34820"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5842" name="Slide Number Placeholder 1">
            <a:extLst>
              <a:ext uri="{FF2B5EF4-FFF2-40B4-BE49-F238E27FC236}">
                <a16:creationId xmlns:a16="http://schemas.microsoft.com/office/drawing/2014/main" id="{52CB9943-A06A-4553-99AC-5FFA949B23A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B0CE78A4-A1C4-4BE0-AC0E-B0D7E7EFEE00}" type="slidenum">
              <a:rPr lang="en-US" altLang="en-US" sz="1000">
                <a:solidFill>
                  <a:srgbClr val="66CCFF"/>
                </a:solidFill>
              </a:rPr>
              <a:pPr/>
              <a:t>34</a:t>
            </a:fld>
            <a:endParaRPr lang="en-US" altLang="en-US" sz="1000">
              <a:solidFill>
                <a:srgbClr val="66CCFF"/>
              </a:solidFill>
            </a:endParaRPr>
          </a:p>
        </p:txBody>
      </p:sp>
      <p:sp>
        <p:nvSpPr>
          <p:cNvPr id="35843" name="Rectangle 4">
            <a:extLst>
              <a:ext uri="{FF2B5EF4-FFF2-40B4-BE49-F238E27FC236}">
                <a16:creationId xmlns:a16="http://schemas.microsoft.com/office/drawing/2014/main" id="{EC207A6D-F8B8-4255-8B48-DAF8D0D85384}"/>
              </a:ext>
            </a:extLst>
          </p:cNvPr>
          <p:cNvSpPr>
            <a:spLocks noGrp="1" noChangeArrowheads="1"/>
          </p:cNvSpPr>
          <p:nvPr>
            <p:ph type="title" idx="4294967295"/>
          </p:nvPr>
        </p:nvSpPr>
        <p:spPr>
          <a:xfrm>
            <a:off x="304800" y="1066800"/>
            <a:ext cx="7772400" cy="3257550"/>
          </a:xfrm>
          <a:noFill/>
        </p:spPr>
        <p:txBody>
          <a:bodyPr>
            <a:spAutoFit/>
          </a:bodyPr>
          <a:lstStyle/>
          <a:p>
            <a:pPr eaLnBrk="1" hangingPunct="1"/>
            <a:r>
              <a:rPr lang="ja-JP" altLang="en-US" sz="5000" dirty="0"/>
              <a:t>“</a:t>
            </a:r>
            <a:r>
              <a:rPr lang="en-US" altLang="ja-JP" sz="5000" dirty="0">
                <a:solidFill>
                  <a:schemeClr val="bg1"/>
                </a:solidFill>
              </a:rPr>
              <a:t>You are the storyteller of your own life, and you can create your own legend or not.</a:t>
            </a:r>
            <a:r>
              <a:rPr lang="ja-JP" altLang="en-US" sz="5000" dirty="0"/>
              <a:t>”</a:t>
            </a:r>
            <a:endParaRPr lang="en-US" altLang="en-US" sz="5000" dirty="0"/>
          </a:p>
        </p:txBody>
      </p:sp>
      <p:sp>
        <p:nvSpPr>
          <p:cNvPr id="35844" name="Text Box 6">
            <a:extLst>
              <a:ext uri="{FF2B5EF4-FFF2-40B4-BE49-F238E27FC236}">
                <a16:creationId xmlns:a16="http://schemas.microsoft.com/office/drawing/2014/main" id="{3ED6EF03-EC77-4D8F-A303-F09711CDA58F}"/>
              </a:ext>
            </a:extLst>
          </p:cNvPr>
          <p:cNvSpPr txBox="1">
            <a:spLocks noChangeArrowheads="1"/>
          </p:cNvSpPr>
          <p:nvPr/>
        </p:nvSpPr>
        <p:spPr bwMode="auto">
          <a:xfrm>
            <a:off x="304800" y="4495800"/>
            <a:ext cx="76739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a:r>
              <a:rPr lang="en-US" altLang="en-US" sz="2000" b="1" dirty="0">
                <a:solidFill>
                  <a:srgbClr val="66CCFF"/>
                </a:solidFill>
              </a:rPr>
              <a:t>Isabel Allende, Author</a:t>
            </a:r>
          </a:p>
        </p:txBody>
      </p:sp>
      <p:sp>
        <p:nvSpPr>
          <p:cNvPr id="35845" name="Rectangle 5">
            <a:extLst>
              <a:ext uri="{FF2B5EF4-FFF2-40B4-BE49-F238E27FC236}">
                <a16:creationId xmlns:a16="http://schemas.microsoft.com/office/drawing/2014/main" id="{8A6B2FEB-78FC-40E7-8945-624B11420753}"/>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5843"/>
                                        </p:tgtEl>
                                        <p:attrNameLst>
                                          <p:attrName>style.visibility</p:attrName>
                                        </p:attrNameLst>
                                      </p:cBhvr>
                                      <p:to>
                                        <p:strVal val="visible"/>
                                      </p:to>
                                    </p:set>
                                    <p:animEffect transition="in" filter="barn(inVertical)">
                                      <p:cBhvr>
                                        <p:cTn id="7" dur="500"/>
                                        <p:tgtEl>
                                          <p:spTgt spid="358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5844"/>
                                        </p:tgtEl>
                                        <p:attrNameLst>
                                          <p:attrName>style.visibility</p:attrName>
                                        </p:attrNameLst>
                                      </p:cBhvr>
                                      <p:to>
                                        <p:strVal val="visible"/>
                                      </p:to>
                                    </p:set>
                                    <p:animEffect transition="in" filter="wipe(down)">
                                      <p:cBhvr>
                                        <p:cTn id="12" dur="500"/>
                                        <p:tgtEl>
                                          <p:spTgt spid="358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3" grpId="0"/>
      <p:bldP spid="35844"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6866" name="Slide Number Placeholder 3">
            <a:extLst>
              <a:ext uri="{FF2B5EF4-FFF2-40B4-BE49-F238E27FC236}">
                <a16:creationId xmlns:a16="http://schemas.microsoft.com/office/drawing/2014/main" id="{D846FA68-4053-46D2-94D7-587D3DAA1CB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D99F6A11-80DC-4C6E-BD2D-EB7233F9231E}" type="slidenum">
              <a:rPr lang="en-US" altLang="en-US" sz="1000">
                <a:solidFill>
                  <a:srgbClr val="66CCFF"/>
                </a:solidFill>
              </a:rPr>
              <a:pPr/>
              <a:t>35</a:t>
            </a:fld>
            <a:endParaRPr lang="en-US" altLang="en-US" sz="1000">
              <a:solidFill>
                <a:srgbClr val="66CCFF"/>
              </a:solidFill>
            </a:endParaRPr>
          </a:p>
        </p:txBody>
      </p:sp>
      <p:sp>
        <p:nvSpPr>
          <p:cNvPr id="36867" name="Rectangle 4">
            <a:extLst>
              <a:ext uri="{FF2B5EF4-FFF2-40B4-BE49-F238E27FC236}">
                <a16:creationId xmlns:a16="http://schemas.microsoft.com/office/drawing/2014/main" id="{178866CB-0B67-48C6-9FA9-0D360834A7FC}"/>
              </a:ext>
            </a:extLst>
          </p:cNvPr>
          <p:cNvSpPr>
            <a:spLocks noGrp="1" noChangeArrowheads="1"/>
          </p:cNvSpPr>
          <p:nvPr>
            <p:ph type="title"/>
          </p:nvPr>
        </p:nvSpPr>
        <p:spPr>
          <a:xfrm>
            <a:off x="304800" y="96129"/>
            <a:ext cx="8458200" cy="801688"/>
          </a:xfrm>
        </p:spPr>
        <p:txBody>
          <a:bodyPr/>
          <a:lstStyle/>
          <a:p>
            <a:pPr eaLnBrk="1" hangingPunct="1"/>
            <a:r>
              <a:rPr lang="en-US" altLang="en-US"/>
              <a:t>Develop Your Brand Promise</a:t>
            </a:r>
          </a:p>
        </p:txBody>
      </p:sp>
      <p:sp>
        <p:nvSpPr>
          <p:cNvPr id="36868" name="Rectangle 5">
            <a:extLst>
              <a:ext uri="{FF2B5EF4-FFF2-40B4-BE49-F238E27FC236}">
                <a16:creationId xmlns:a16="http://schemas.microsoft.com/office/drawing/2014/main" id="{65DE476F-0727-422D-AC69-9C64EC014D4A}"/>
              </a:ext>
            </a:extLst>
          </p:cNvPr>
          <p:cNvSpPr>
            <a:spLocks noGrp="1" noChangeArrowheads="1"/>
          </p:cNvSpPr>
          <p:nvPr>
            <p:ph type="body" idx="1"/>
          </p:nvPr>
        </p:nvSpPr>
        <p:spPr/>
        <p:txBody>
          <a:bodyPr/>
          <a:lstStyle/>
          <a:p>
            <a:pPr eaLnBrk="1" hangingPunct="1"/>
            <a:r>
              <a:rPr lang="en-US" altLang="en-US" dirty="0"/>
              <a:t>Generate 16 Distinct Words/Phrases that Represent your Brand Commitment.</a:t>
            </a:r>
          </a:p>
          <a:p>
            <a:pPr eaLnBrk="1" hangingPunct="1"/>
            <a:r>
              <a:rPr lang="en-US" altLang="en-US" dirty="0"/>
              <a:t>Use the 16 Words you Were Given or Make up Your Own.</a:t>
            </a:r>
          </a:p>
          <a:p>
            <a:pPr eaLnBrk="1" hangingPunct="1"/>
            <a:r>
              <a:rPr lang="en-US" altLang="en-US" dirty="0"/>
              <a:t>This is an Iterative Process- a Work in Progress.</a:t>
            </a:r>
          </a:p>
          <a:p>
            <a:pPr eaLnBrk="1" hangingPunct="1"/>
            <a:r>
              <a:rPr lang="en-US" altLang="en-US" dirty="0"/>
              <a:t>Follow your Dreams and Work Hard to Achieve them.</a:t>
            </a:r>
          </a:p>
        </p:txBody>
      </p:sp>
      <p:sp>
        <p:nvSpPr>
          <p:cNvPr id="36869" name="Rectangle 5">
            <a:extLst>
              <a:ext uri="{FF2B5EF4-FFF2-40B4-BE49-F238E27FC236}">
                <a16:creationId xmlns:a16="http://schemas.microsoft.com/office/drawing/2014/main" id="{0C9B426D-6F0E-4ABF-9EA5-D8EF9E8FA29F}"/>
              </a:ext>
            </a:extLst>
          </p:cNvPr>
          <p:cNvSpPr>
            <a:spLocks noChangeArrowheads="1"/>
          </p:cNvSpPr>
          <p:nvPr/>
        </p:nvSpPr>
        <p:spPr bwMode="auto">
          <a:xfrm>
            <a:off x="6858000" y="5715000"/>
            <a:ext cx="2133600" cy="10668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6867"/>
                                        </p:tgtEl>
                                        <p:attrNameLst>
                                          <p:attrName>style.visibility</p:attrName>
                                        </p:attrNameLst>
                                      </p:cBhvr>
                                      <p:to>
                                        <p:strVal val="visible"/>
                                      </p:to>
                                    </p:set>
                                    <p:animEffect transition="in" filter="fade">
                                      <p:cBhvr>
                                        <p:cTn id="7" dur="1000"/>
                                        <p:tgtEl>
                                          <p:spTgt spid="36867"/>
                                        </p:tgtEl>
                                      </p:cBhvr>
                                    </p:animEffect>
                                    <p:anim calcmode="lin" valueType="num">
                                      <p:cBhvr>
                                        <p:cTn id="8" dur="1000" fill="hold"/>
                                        <p:tgtEl>
                                          <p:spTgt spid="36867"/>
                                        </p:tgtEl>
                                        <p:attrNameLst>
                                          <p:attrName>ppt_x</p:attrName>
                                        </p:attrNameLst>
                                      </p:cBhvr>
                                      <p:tavLst>
                                        <p:tav tm="0">
                                          <p:val>
                                            <p:strVal val="#ppt_x"/>
                                          </p:val>
                                        </p:tav>
                                        <p:tav tm="100000">
                                          <p:val>
                                            <p:strVal val="#ppt_x"/>
                                          </p:val>
                                        </p:tav>
                                      </p:tavLst>
                                    </p:anim>
                                    <p:anim calcmode="lin" valueType="num">
                                      <p:cBhvr>
                                        <p:cTn id="9" dur="1000" fill="hold"/>
                                        <p:tgtEl>
                                          <p:spTgt spid="3686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6868">
                                            <p:txEl>
                                              <p:pRg st="0" end="0"/>
                                            </p:txEl>
                                          </p:spTgt>
                                        </p:tgtEl>
                                        <p:attrNameLst>
                                          <p:attrName>style.visibility</p:attrName>
                                        </p:attrNameLst>
                                      </p:cBhvr>
                                      <p:to>
                                        <p:strVal val="visible"/>
                                      </p:to>
                                    </p:set>
                                    <p:animEffect transition="in" filter="wipe(down)">
                                      <p:cBhvr>
                                        <p:cTn id="14" dur="500"/>
                                        <p:tgtEl>
                                          <p:spTgt spid="36868">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6868">
                                            <p:txEl>
                                              <p:pRg st="1" end="1"/>
                                            </p:txEl>
                                          </p:spTgt>
                                        </p:tgtEl>
                                        <p:attrNameLst>
                                          <p:attrName>style.visibility</p:attrName>
                                        </p:attrNameLst>
                                      </p:cBhvr>
                                      <p:to>
                                        <p:strVal val="visible"/>
                                      </p:to>
                                    </p:set>
                                    <p:animEffect transition="in" filter="wipe(down)">
                                      <p:cBhvr>
                                        <p:cTn id="19" dur="500"/>
                                        <p:tgtEl>
                                          <p:spTgt spid="36868">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6868">
                                            <p:txEl>
                                              <p:pRg st="2" end="2"/>
                                            </p:txEl>
                                          </p:spTgt>
                                        </p:tgtEl>
                                        <p:attrNameLst>
                                          <p:attrName>style.visibility</p:attrName>
                                        </p:attrNameLst>
                                      </p:cBhvr>
                                      <p:to>
                                        <p:strVal val="visible"/>
                                      </p:to>
                                    </p:set>
                                    <p:animEffect transition="in" filter="wipe(down)">
                                      <p:cBhvr>
                                        <p:cTn id="24" dur="500"/>
                                        <p:tgtEl>
                                          <p:spTgt spid="36868">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36868">
                                            <p:txEl>
                                              <p:pRg st="3" end="3"/>
                                            </p:txEl>
                                          </p:spTgt>
                                        </p:tgtEl>
                                        <p:attrNameLst>
                                          <p:attrName>style.visibility</p:attrName>
                                        </p:attrNameLst>
                                      </p:cBhvr>
                                      <p:to>
                                        <p:strVal val="visible"/>
                                      </p:to>
                                    </p:set>
                                    <p:animEffect transition="in" filter="wipe(down)">
                                      <p:cBhvr>
                                        <p:cTn id="29" dur="500"/>
                                        <p:tgtEl>
                                          <p:spTgt spid="3686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p:bldP spid="36868"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37890" name="Slide Number Placeholder 1">
            <a:extLst>
              <a:ext uri="{FF2B5EF4-FFF2-40B4-BE49-F238E27FC236}">
                <a16:creationId xmlns:a16="http://schemas.microsoft.com/office/drawing/2014/main" id="{1E26ED33-E84E-4E48-9046-F852F275CDF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70FFE4E5-13D0-47A5-91CC-3614B0F1AFAF}" type="slidenum">
              <a:rPr lang="en-US" altLang="en-US" sz="1000">
                <a:solidFill>
                  <a:srgbClr val="66CCFF"/>
                </a:solidFill>
              </a:rPr>
              <a:pPr/>
              <a:t>36</a:t>
            </a:fld>
            <a:endParaRPr lang="en-US" altLang="en-US" sz="1000">
              <a:solidFill>
                <a:srgbClr val="66CCFF"/>
              </a:solidFill>
            </a:endParaRPr>
          </a:p>
        </p:txBody>
      </p:sp>
      <p:sp>
        <p:nvSpPr>
          <p:cNvPr id="37891" name="Rectangle 4">
            <a:extLst>
              <a:ext uri="{FF2B5EF4-FFF2-40B4-BE49-F238E27FC236}">
                <a16:creationId xmlns:a16="http://schemas.microsoft.com/office/drawing/2014/main" id="{13690879-34C8-4660-990B-B3D473155B18}"/>
              </a:ext>
            </a:extLst>
          </p:cNvPr>
          <p:cNvSpPr>
            <a:spLocks noGrp="1" noChangeArrowheads="1"/>
          </p:cNvSpPr>
          <p:nvPr>
            <p:ph type="title" idx="4294967295"/>
          </p:nvPr>
        </p:nvSpPr>
        <p:spPr>
          <a:xfrm>
            <a:off x="304800" y="844550"/>
            <a:ext cx="7772400" cy="3968750"/>
          </a:xfrm>
          <a:noFill/>
        </p:spPr>
        <p:txBody>
          <a:bodyPr>
            <a:spAutoFit/>
          </a:bodyPr>
          <a:lstStyle/>
          <a:p>
            <a:pPr eaLnBrk="1" hangingPunct="1"/>
            <a:r>
              <a:rPr lang="ja-JP" altLang="en-US" sz="3600" dirty="0"/>
              <a:t>“</a:t>
            </a:r>
            <a:r>
              <a:rPr lang="en-US" altLang="ja-JP" sz="3600" dirty="0">
                <a:solidFill>
                  <a:schemeClr val="bg1"/>
                </a:solidFill>
              </a:rPr>
              <a:t>If you don’t invest in the brand as an asset like anything else, just like you would a factory, then you are going to lose market share and leadership. You have to maintain and replenish a brand over time.</a:t>
            </a:r>
            <a:r>
              <a:rPr lang="ja-JP" altLang="en-US" sz="3600" dirty="0"/>
              <a:t>”</a:t>
            </a:r>
            <a:endParaRPr lang="en-US" altLang="en-US" sz="3600" dirty="0"/>
          </a:p>
        </p:txBody>
      </p:sp>
      <p:sp>
        <p:nvSpPr>
          <p:cNvPr id="37892" name="Text Box 5">
            <a:extLst>
              <a:ext uri="{FF2B5EF4-FFF2-40B4-BE49-F238E27FC236}">
                <a16:creationId xmlns:a16="http://schemas.microsoft.com/office/drawing/2014/main" id="{4A2AD12D-2F7D-4375-BB82-4FB68FB80B45}"/>
              </a:ext>
            </a:extLst>
          </p:cNvPr>
          <p:cNvSpPr txBox="1">
            <a:spLocks noChangeArrowheads="1"/>
          </p:cNvSpPr>
          <p:nvPr/>
        </p:nvSpPr>
        <p:spPr bwMode="auto">
          <a:xfrm>
            <a:off x="304800" y="4876800"/>
            <a:ext cx="76739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a:r>
              <a:rPr lang="en-US" altLang="en-US" sz="2000" b="1" dirty="0">
                <a:solidFill>
                  <a:srgbClr val="66CCFF"/>
                </a:solidFill>
              </a:rPr>
              <a:t>Don E. Schultz, Professor of Integrated Marketing Communications</a:t>
            </a:r>
            <a:br>
              <a:rPr lang="en-US" altLang="en-US" sz="2000" b="1" dirty="0">
                <a:solidFill>
                  <a:srgbClr val="66CCFF"/>
                </a:solidFill>
              </a:rPr>
            </a:br>
            <a:r>
              <a:rPr lang="en-US" altLang="en-US" sz="2000" b="1" dirty="0">
                <a:solidFill>
                  <a:srgbClr val="66CCFF"/>
                </a:solidFill>
              </a:rPr>
              <a:t>Northwestern University</a:t>
            </a:r>
          </a:p>
        </p:txBody>
      </p:sp>
      <p:sp>
        <p:nvSpPr>
          <p:cNvPr id="37893" name="Rectangle 5">
            <a:extLst>
              <a:ext uri="{FF2B5EF4-FFF2-40B4-BE49-F238E27FC236}">
                <a16:creationId xmlns:a16="http://schemas.microsoft.com/office/drawing/2014/main" id="{1B51C1BB-3E6A-4D4C-97AE-6814592A4734}"/>
              </a:ext>
            </a:extLst>
          </p:cNvPr>
          <p:cNvSpPr>
            <a:spLocks noChangeArrowheads="1"/>
          </p:cNvSpPr>
          <p:nvPr/>
        </p:nvSpPr>
        <p:spPr bwMode="auto">
          <a:xfrm>
            <a:off x="6858000" y="5715000"/>
            <a:ext cx="2133600" cy="1066800"/>
          </a:xfrm>
          <a:prstGeom prst="rect">
            <a:avLst/>
          </a:prstGeom>
          <a:solidFill>
            <a:srgbClr val="012A5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7891"/>
                                        </p:tgtEl>
                                        <p:attrNameLst>
                                          <p:attrName>style.visibility</p:attrName>
                                        </p:attrNameLst>
                                      </p:cBhvr>
                                      <p:to>
                                        <p:strVal val="visible"/>
                                      </p:to>
                                    </p:set>
                                    <p:animEffect transition="in" filter="fade">
                                      <p:cBhvr>
                                        <p:cTn id="7" dur="1000"/>
                                        <p:tgtEl>
                                          <p:spTgt spid="37891"/>
                                        </p:tgtEl>
                                      </p:cBhvr>
                                    </p:animEffect>
                                    <p:anim calcmode="lin" valueType="num">
                                      <p:cBhvr>
                                        <p:cTn id="8" dur="1000" fill="hold"/>
                                        <p:tgtEl>
                                          <p:spTgt spid="37891"/>
                                        </p:tgtEl>
                                        <p:attrNameLst>
                                          <p:attrName>ppt_x</p:attrName>
                                        </p:attrNameLst>
                                      </p:cBhvr>
                                      <p:tavLst>
                                        <p:tav tm="0">
                                          <p:val>
                                            <p:strVal val="#ppt_x"/>
                                          </p:val>
                                        </p:tav>
                                        <p:tav tm="100000">
                                          <p:val>
                                            <p:strVal val="#ppt_x"/>
                                          </p:val>
                                        </p:tav>
                                      </p:tavLst>
                                    </p:anim>
                                    <p:anim calcmode="lin" valueType="num">
                                      <p:cBhvr>
                                        <p:cTn id="9" dur="1000" fill="hold"/>
                                        <p:tgtEl>
                                          <p:spTgt spid="3789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7892"/>
                                        </p:tgtEl>
                                        <p:attrNameLst>
                                          <p:attrName>style.visibility</p:attrName>
                                        </p:attrNameLst>
                                      </p:cBhvr>
                                      <p:to>
                                        <p:strVal val="visible"/>
                                      </p:to>
                                    </p:set>
                                    <p:animEffect transition="in" filter="wipe(down)">
                                      <p:cBhvr>
                                        <p:cTn id="14" dur="500"/>
                                        <p:tgtEl>
                                          <p:spTgt spid="378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p:bldP spid="37892"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0242" name="Slide Number Placeholder 2">
            <a:extLst>
              <a:ext uri="{FF2B5EF4-FFF2-40B4-BE49-F238E27FC236}">
                <a16:creationId xmlns:a16="http://schemas.microsoft.com/office/drawing/2014/main" id="{0F9C1806-19D4-4725-874B-40FF097BB2B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76D22862-F336-4C6C-9418-BF4E0846F190}" type="slidenum">
              <a:rPr lang="en-US" altLang="en-US" sz="1000">
                <a:solidFill>
                  <a:srgbClr val="66CCFF"/>
                </a:solidFill>
              </a:rPr>
              <a:pPr/>
              <a:t>37</a:t>
            </a:fld>
            <a:endParaRPr lang="en-US" altLang="en-US" sz="1000">
              <a:solidFill>
                <a:srgbClr val="66CCFF"/>
              </a:solidFill>
            </a:endParaRPr>
          </a:p>
        </p:txBody>
      </p:sp>
      <p:sp>
        <p:nvSpPr>
          <p:cNvPr id="10244" name="Rectangle 11">
            <a:extLst>
              <a:ext uri="{FF2B5EF4-FFF2-40B4-BE49-F238E27FC236}">
                <a16:creationId xmlns:a16="http://schemas.microsoft.com/office/drawing/2014/main" id="{F83A1A8E-2545-4D68-91CD-96EF49B6A7ED}"/>
              </a:ext>
            </a:extLst>
          </p:cNvPr>
          <p:cNvSpPr>
            <a:spLocks noChangeArrowheads="1"/>
          </p:cNvSpPr>
          <p:nvPr/>
        </p:nvSpPr>
        <p:spPr bwMode="auto">
          <a:xfrm>
            <a:off x="4724400" y="833600"/>
            <a:ext cx="39624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eaLnBrk="1" hangingPunct="1"/>
            <a:r>
              <a:rPr lang="en-US" altLang="en-US" sz="5800" b="1" dirty="0">
                <a:solidFill>
                  <a:schemeClr val="bg1"/>
                </a:solidFill>
              </a:rPr>
              <a:t>ONLINE Branding</a:t>
            </a:r>
          </a:p>
        </p:txBody>
      </p:sp>
      <p:sp>
        <p:nvSpPr>
          <p:cNvPr id="10245" name="Rectangle 5">
            <a:extLst>
              <a:ext uri="{FF2B5EF4-FFF2-40B4-BE49-F238E27FC236}">
                <a16:creationId xmlns:a16="http://schemas.microsoft.com/office/drawing/2014/main" id="{73F90B18-EDAC-4809-97F3-D3C92CDE6C8B}"/>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
        <p:nvSpPr>
          <p:cNvPr id="2" name="Title 1">
            <a:extLst>
              <a:ext uri="{FF2B5EF4-FFF2-40B4-BE49-F238E27FC236}">
                <a16:creationId xmlns:a16="http://schemas.microsoft.com/office/drawing/2014/main" id="{FC2D931B-891D-48E5-87D8-2EFFD5686E19}"/>
              </a:ext>
            </a:extLst>
          </p:cNvPr>
          <p:cNvSpPr>
            <a:spLocks noGrp="1"/>
          </p:cNvSpPr>
          <p:nvPr>
            <p:ph type="title"/>
          </p:nvPr>
        </p:nvSpPr>
        <p:spPr>
          <a:xfrm>
            <a:off x="304800" y="152400"/>
            <a:ext cx="8382000" cy="801688"/>
          </a:xfrm>
        </p:spPr>
        <p:txBody>
          <a:bodyPr/>
          <a:lstStyle/>
          <a:p>
            <a:r>
              <a:rPr lang="en-US" dirty="0"/>
              <a:t>Types &amp; Platforms of BRANDING</a:t>
            </a:r>
          </a:p>
        </p:txBody>
      </p:sp>
      <p:sp>
        <p:nvSpPr>
          <p:cNvPr id="7" name="Rectangle 10">
            <a:extLst>
              <a:ext uri="{FF2B5EF4-FFF2-40B4-BE49-F238E27FC236}">
                <a16:creationId xmlns:a16="http://schemas.microsoft.com/office/drawing/2014/main" id="{BE6EC67B-9F8E-4EDB-A1EC-1C9EF8AC7B04}"/>
              </a:ext>
            </a:extLst>
          </p:cNvPr>
          <p:cNvSpPr txBox="1">
            <a:spLocks noChangeArrowheads="1"/>
          </p:cNvSpPr>
          <p:nvPr/>
        </p:nvSpPr>
        <p:spPr bwMode="auto">
          <a:xfrm>
            <a:off x="609600" y="819318"/>
            <a:ext cx="3505199"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lvl1pPr algn="l" rtl="0" eaLnBrk="0" fontAlgn="base" hangingPunct="0">
              <a:spcBef>
                <a:spcPct val="0"/>
              </a:spcBef>
              <a:spcAft>
                <a:spcPct val="0"/>
              </a:spcAft>
              <a:defRPr sz="4000" b="1">
                <a:solidFill>
                  <a:srgbClr val="66CCFF"/>
                </a:solidFill>
                <a:latin typeface="+mj-lt"/>
                <a:ea typeface="MS PGothic" pitchFamily="34" charset="-128"/>
                <a:cs typeface="ＭＳ Ｐゴシック" charset="0"/>
              </a:defRPr>
            </a:lvl1pPr>
            <a:lvl2pPr algn="l" rtl="0" eaLnBrk="0" fontAlgn="base" hangingPunct="0">
              <a:spcBef>
                <a:spcPct val="0"/>
              </a:spcBef>
              <a:spcAft>
                <a:spcPct val="0"/>
              </a:spcAft>
              <a:defRPr sz="4000" b="1">
                <a:solidFill>
                  <a:srgbClr val="66CCFF"/>
                </a:solidFill>
                <a:latin typeface="Century Gothic" pitchFamily="-65" charset="0"/>
                <a:ea typeface="MS PGothic" pitchFamily="34" charset="-128"/>
                <a:cs typeface="ＭＳ Ｐゴシック" charset="0"/>
              </a:defRPr>
            </a:lvl2pPr>
            <a:lvl3pPr algn="l" rtl="0" eaLnBrk="0" fontAlgn="base" hangingPunct="0">
              <a:spcBef>
                <a:spcPct val="0"/>
              </a:spcBef>
              <a:spcAft>
                <a:spcPct val="0"/>
              </a:spcAft>
              <a:defRPr sz="4000" b="1">
                <a:solidFill>
                  <a:srgbClr val="66CCFF"/>
                </a:solidFill>
                <a:latin typeface="Century Gothic" pitchFamily="-65" charset="0"/>
                <a:ea typeface="MS PGothic" pitchFamily="34" charset="-128"/>
                <a:cs typeface="ＭＳ Ｐゴシック" charset="0"/>
              </a:defRPr>
            </a:lvl3pPr>
            <a:lvl4pPr algn="l" rtl="0" eaLnBrk="0" fontAlgn="base" hangingPunct="0">
              <a:spcBef>
                <a:spcPct val="0"/>
              </a:spcBef>
              <a:spcAft>
                <a:spcPct val="0"/>
              </a:spcAft>
              <a:defRPr sz="4000" b="1">
                <a:solidFill>
                  <a:srgbClr val="66CCFF"/>
                </a:solidFill>
                <a:latin typeface="Century Gothic" pitchFamily="-65" charset="0"/>
                <a:ea typeface="MS PGothic" pitchFamily="34" charset="-128"/>
                <a:cs typeface="ＭＳ Ｐゴシック" charset="0"/>
              </a:defRPr>
            </a:lvl4pPr>
            <a:lvl5pPr algn="l" rtl="0" eaLnBrk="0" fontAlgn="base" hangingPunct="0">
              <a:spcBef>
                <a:spcPct val="0"/>
              </a:spcBef>
              <a:spcAft>
                <a:spcPct val="0"/>
              </a:spcAft>
              <a:defRPr sz="4000" b="1">
                <a:solidFill>
                  <a:srgbClr val="66CCFF"/>
                </a:solidFill>
                <a:latin typeface="Century Gothic" pitchFamily="-65" charset="0"/>
                <a:ea typeface="MS PGothic" pitchFamily="34" charset="-128"/>
                <a:cs typeface="ＭＳ Ｐゴシック" charset="0"/>
              </a:defRPr>
            </a:lvl5pPr>
            <a:lvl6pPr marL="457200" algn="l" rtl="0" fontAlgn="base">
              <a:spcBef>
                <a:spcPct val="0"/>
              </a:spcBef>
              <a:spcAft>
                <a:spcPct val="0"/>
              </a:spcAft>
              <a:defRPr sz="4000" b="1">
                <a:solidFill>
                  <a:srgbClr val="66CCFF"/>
                </a:solidFill>
                <a:latin typeface="Century Gothic" pitchFamily="-65" charset="0"/>
              </a:defRPr>
            </a:lvl6pPr>
            <a:lvl7pPr marL="914400" algn="l" rtl="0" fontAlgn="base">
              <a:spcBef>
                <a:spcPct val="0"/>
              </a:spcBef>
              <a:spcAft>
                <a:spcPct val="0"/>
              </a:spcAft>
              <a:defRPr sz="4000" b="1">
                <a:solidFill>
                  <a:srgbClr val="66CCFF"/>
                </a:solidFill>
                <a:latin typeface="Century Gothic" pitchFamily="-65" charset="0"/>
              </a:defRPr>
            </a:lvl7pPr>
            <a:lvl8pPr marL="1371600" algn="l" rtl="0" fontAlgn="base">
              <a:spcBef>
                <a:spcPct val="0"/>
              </a:spcBef>
              <a:spcAft>
                <a:spcPct val="0"/>
              </a:spcAft>
              <a:defRPr sz="4000" b="1">
                <a:solidFill>
                  <a:srgbClr val="66CCFF"/>
                </a:solidFill>
                <a:latin typeface="Century Gothic" pitchFamily="-65" charset="0"/>
              </a:defRPr>
            </a:lvl8pPr>
            <a:lvl9pPr marL="1828800" algn="l" rtl="0" fontAlgn="base">
              <a:spcBef>
                <a:spcPct val="0"/>
              </a:spcBef>
              <a:spcAft>
                <a:spcPct val="0"/>
              </a:spcAft>
              <a:defRPr sz="4000" b="1">
                <a:solidFill>
                  <a:srgbClr val="66CCFF"/>
                </a:solidFill>
                <a:latin typeface="Century Gothic" pitchFamily="-65" charset="0"/>
              </a:defRPr>
            </a:lvl9pPr>
          </a:lstStyle>
          <a:p>
            <a:pPr algn="ctr" eaLnBrk="1" hangingPunct="1"/>
            <a:r>
              <a:rPr lang="en-US" altLang="en-US" sz="5800" kern="0" dirty="0">
                <a:solidFill>
                  <a:schemeClr val="bg1"/>
                </a:solidFill>
              </a:rPr>
              <a:t>OFFLINE Branding</a:t>
            </a:r>
          </a:p>
        </p:txBody>
      </p:sp>
      <p:pic>
        <p:nvPicPr>
          <p:cNvPr id="5122" name="Picture 2" descr="Curriculum vitae - Free business icons">
            <a:extLst>
              <a:ext uri="{FF2B5EF4-FFF2-40B4-BE49-F238E27FC236}">
                <a16:creationId xmlns:a16="http://schemas.microsoft.com/office/drawing/2014/main" id="{DE359D30-FE56-4CBF-82DE-B16B53AFD3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28303" y="2696755"/>
            <a:ext cx="2376897" cy="2376897"/>
          </a:xfrm>
          <a:prstGeom prst="rect">
            <a:avLst/>
          </a:prstGeom>
          <a:solidFill>
            <a:schemeClr val="accent3"/>
          </a:solidFill>
        </p:spPr>
      </p:pic>
      <p:pic>
        <p:nvPicPr>
          <p:cNvPr id="5124" name="Picture 4">
            <a:extLst>
              <a:ext uri="{FF2B5EF4-FFF2-40B4-BE49-F238E27FC236}">
                <a16:creationId xmlns:a16="http://schemas.microsoft.com/office/drawing/2014/main" id="{737C5563-76A8-48B4-AB94-EC80E1EB276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4443" y="2969496"/>
            <a:ext cx="4291366" cy="1165225"/>
          </a:xfrm>
          <a:prstGeom prst="rect">
            <a:avLst/>
          </a:prstGeom>
          <a:solidFill>
            <a:schemeClr val="accent3"/>
          </a:solidFill>
        </p:spPr>
      </p:pic>
      <p:pic>
        <p:nvPicPr>
          <p:cNvPr id="5128" name="Picture 8" descr="Rendering Notebooks on GitHub | by Project Jupyter | Jupyter Blog">
            <a:extLst>
              <a:ext uri="{FF2B5EF4-FFF2-40B4-BE49-F238E27FC236}">
                <a16:creationId xmlns:a16="http://schemas.microsoft.com/office/drawing/2014/main" id="{79A0C2C8-76C1-4332-B411-B8325E00E72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4584936"/>
            <a:ext cx="4322298" cy="1060397"/>
          </a:xfrm>
          <a:prstGeom prst="rect">
            <a:avLst/>
          </a:prstGeom>
          <a:solidFill>
            <a:schemeClr val="accent3"/>
          </a:solidFill>
        </p:spPr>
      </p:pic>
      <p:pic>
        <p:nvPicPr>
          <p:cNvPr id="5134" name="Picture 14" descr="Resume Logo | Free Name Design Tool from Flaming Text">
            <a:extLst>
              <a:ext uri="{FF2B5EF4-FFF2-40B4-BE49-F238E27FC236}">
                <a16:creationId xmlns:a16="http://schemas.microsoft.com/office/drawing/2014/main" id="{041744E3-6FE2-40D9-A30B-7F87CF6179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36330" y="5215970"/>
            <a:ext cx="3918937" cy="9420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618425"/>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2" presetClass="entr" presetSubtype="4" fill="hold" nodeType="clickEffect">
                                  <p:stCondLst>
                                    <p:cond delay="0"/>
                                  </p:stCondLst>
                                  <p:childTnLst>
                                    <p:set>
                                      <p:cBhvr>
                                        <p:cTn id="20" dur="1" fill="hold">
                                          <p:stCondLst>
                                            <p:cond delay="0"/>
                                          </p:stCondLst>
                                        </p:cTn>
                                        <p:tgtEl>
                                          <p:spTgt spid="5122"/>
                                        </p:tgtEl>
                                        <p:attrNameLst>
                                          <p:attrName>style.visibility</p:attrName>
                                        </p:attrNameLst>
                                      </p:cBhvr>
                                      <p:to>
                                        <p:strVal val="visible"/>
                                      </p:to>
                                    </p:set>
                                    <p:animEffect transition="in" filter="wipe(down)">
                                      <p:cBhvr>
                                        <p:cTn id="21" dur="500"/>
                                        <p:tgtEl>
                                          <p:spTgt spid="512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5134"/>
                                        </p:tgtEl>
                                        <p:attrNameLst>
                                          <p:attrName>style.visibility</p:attrName>
                                        </p:attrNameLst>
                                      </p:cBhvr>
                                      <p:to>
                                        <p:strVal val="visible"/>
                                      </p:to>
                                    </p:set>
                                    <p:animEffect transition="in" filter="wipe(down)">
                                      <p:cBhvr>
                                        <p:cTn id="26" dur="500"/>
                                        <p:tgtEl>
                                          <p:spTgt spid="5134"/>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0244"/>
                                        </p:tgtEl>
                                        <p:attrNameLst>
                                          <p:attrName>style.visibility</p:attrName>
                                        </p:attrNameLst>
                                      </p:cBhvr>
                                      <p:to>
                                        <p:strVal val="visible"/>
                                      </p:to>
                                    </p:set>
                                    <p:animEffect transition="in" filter="fade">
                                      <p:cBhvr>
                                        <p:cTn id="31" dur="1000"/>
                                        <p:tgtEl>
                                          <p:spTgt spid="10244"/>
                                        </p:tgtEl>
                                      </p:cBhvr>
                                    </p:animEffect>
                                    <p:anim calcmode="lin" valueType="num">
                                      <p:cBhvr>
                                        <p:cTn id="32" dur="1000" fill="hold"/>
                                        <p:tgtEl>
                                          <p:spTgt spid="10244"/>
                                        </p:tgtEl>
                                        <p:attrNameLst>
                                          <p:attrName>ppt_x</p:attrName>
                                        </p:attrNameLst>
                                      </p:cBhvr>
                                      <p:tavLst>
                                        <p:tav tm="0">
                                          <p:val>
                                            <p:strVal val="#ppt_x"/>
                                          </p:val>
                                        </p:tav>
                                        <p:tav tm="100000">
                                          <p:val>
                                            <p:strVal val="#ppt_x"/>
                                          </p:val>
                                        </p:tav>
                                      </p:tavLst>
                                    </p:anim>
                                    <p:anim calcmode="lin" valueType="num">
                                      <p:cBhvr>
                                        <p:cTn id="33" dur="1000" fill="hold"/>
                                        <p:tgtEl>
                                          <p:spTgt spid="10244"/>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5124"/>
                                        </p:tgtEl>
                                        <p:attrNameLst>
                                          <p:attrName>style.visibility</p:attrName>
                                        </p:attrNameLst>
                                      </p:cBhvr>
                                      <p:to>
                                        <p:strVal val="visible"/>
                                      </p:to>
                                    </p:set>
                                    <p:animEffect transition="in" filter="wipe(down)">
                                      <p:cBhvr>
                                        <p:cTn id="38" dur="500"/>
                                        <p:tgtEl>
                                          <p:spTgt spid="512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5128"/>
                                        </p:tgtEl>
                                        <p:attrNameLst>
                                          <p:attrName>style.visibility</p:attrName>
                                        </p:attrNameLst>
                                      </p:cBhvr>
                                      <p:to>
                                        <p:strVal val="visible"/>
                                      </p:to>
                                    </p:set>
                                    <p:animEffect transition="in" filter="wipe(down)">
                                      <p:cBhvr>
                                        <p:cTn id="43" dur="500"/>
                                        <p:tgtEl>
                                          <p:spTgt spid="5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4" grpId="0"/>
      <p:bldP spid="2" grpId="0"/>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8914" name="Slide Number Placeholder 3">
            <a:extLst>
              <a:ext uri="{FF2B5EF4-FFF2-40B4-BE49-F238E27FC236}">
                <a16:creationId xmlns:a16="http://schemas.microsoft.com/office/drawing/2014/main" id="{ED4A55A6-3C0B-4E0D-A35E-9B250D3E397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5F65E2FC-8225-4A2F-81EF-98759694558E}" type="slidenum">
              <a:rPr lang="en-US" altLang="en-US" sz="1000">
                <a:solidFill>
                  <a:srgbClr val="66CCFF"/>
                </a:solidFill>
              </a:rPr>
              <a:pPr/>
              <a:t>38</a:t>
            </a:fld>
            <a:endParaRPr lang="en-US" altLang="en-US" sz="1000">
              <a:solidFill>
                <a:srgbClr val="66CCFF"/>
              </a:solidFill>
            </a:endParaRPr>
          </a:p>
        </p:txBody>
      </p:sp>
      <p:sp>
        <p:nvSpPr>
          <p:cNvPr id="38915" name="Rectangle 3">
            <a:extLst>
              <a:ext uri="{FF2B5EF4-FFF2-40B4-BE49-F238E27FC236}">
                <a16:creationId xmlns:a16="http://schemas.microsoft.com/office/drawing/2014/main" id="{3A724A3A-8BC9-483F-A4C9-8C60AEB88F9A}"/>
              </a:ext>
            </a:extLst>
          </p:cNvPr>
          <p:cNvSpPr>
            <a:spLocks noChangeArrowheads="1"/>
          </p:cNvSpPr>
          <p:nvPr/>
        </p:nvSpPr>
        <p:spPr bwMode="auto">
          <a:xfrm>
            <a:off x="1016000" y="1258888"/>
            <a:ext cx="8128000" cy="4316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a:endParaRPr lang="en-US" altLang="en-US" sz="3600" b="1">
              <a:latin typeface="Helvetica" panose="020B0604020202020204" pitchFamily="34" charset="0"/>
            </a:endParaRPr>
          </a:p>
          <a:p>
            <a:pPr algn="l"/>
            <a:endParaRPr lang="en-US" altLang="en-US" sz="3600" b="1">
              <a:latin typeface="Helvetica" panose="020B0604020202020204" pitchFamily="34" charset="0"/>
            </a:endParaRPr>
          </a:p>
        </p:txBody>
      </p:sp>
      <p:sp>
        <p:nvSpPr>
          <p:cNvPr id="38916" name="Rectangle 7">
            <a:extLst>
              <a:ext uri="{FF2B5EF4-FFF2-40B4-BE49-F238E27FC236}">
                <a16:creationId xmlns:a16="http://schemas.microsoft.com/office/drawing/2014/main" id="{0E174A25-64A8-4EF9-B3B7-947167DEDCF6}"/>
              </a:ext>
            </a:extLst>
          </p:cNvPr>
          <p:cNvSpPr>
            <a:spLocks noGrp="1" noChangeArrowheads="1"/>
          </p:cNvSpPr>
          <p:nvPr>
            <p:ph type="title"/>
          </p:nvPr>
        </p:nvSpPr>
        <p:spPr/>
        <p:txBody>
          <a:bodyPr/>
          <a:lstStyle/>
          <a:p>
            <a:pPr eaLnBrk="1" hangingPunct="1"/>
            <a:r>
              <a:rPr lang="en-US" altLang="en-US" dirty="0"/>
              <a:t>Next Steps</a:t>
            </a:r>
          </a:p>
        </p:txBody>
      </p:sp>
      <p:sp>
        <p:nvSpPr>
          <p:cNvPr id="38917" name="Rectangle 8">
            <a:extLst>
              <a:ext uri="{FF2B5EF4-FFF2-40B4-BE49-F238E27FC236}">
                <a16:creationId xmlns:a16="http://schemas.microsoft.com/office/drawing/2014/main" id="{EDFFBF58-1101-4A94-BA1D-B974924F8F25}"/>
              </a:ext>
            </a:extLst>
          </p:cNvPr>
          <p:cNvSpPr>
            <a:spLocks noGrp="1" noChangeArrowheads="1"/>
          </p:cNvSpPr>
          <p:nvPr>
            <p:ph type="body" idx="1"/>
          </p:nvPr>
        </p:nvSpPr>
        <p:spPr/>
        <p:txBody>
          <a:bodyPr/>
          <a:lstStyle/>
          <a:p>
            <a:pPr eaLnBrk="1" hangingPunct="1"/>
            <a:r>
              <a:rPr lang="en-US" altLang="en-US" b="1" dirty="0"/>
              <a:t>Daily</a:t>
            </a:r>
            <a:r>
              <a:rPr lang="en-US" altLang="en-US" dirty="0"/>
              <a:t>:  Keep a </a:t>
            </a:r>
            <a:r>
              <a:rPr lang="en-US" altLang="en-US" b="1" dirty="0"/>
              <a:t>log</a:t>
            </a:r>
            <a:r>
              <a:rPr lang="en-US" altLang="en-US" dirty="0"/>
              <a:t> about recent </a:t>
            </a:r>
            <a:r>
              <a:rPr lang="en-US" altLang="en-US" b="1" dirty="0"/>
              <a:t>meetings</a:t>
            </a:r>
            <a:r>
              <a:rPr lang="en-US" altLang="en-US" dirty="0"/>
              <a:t> and </a:t>
            </a:r>
            <a:r>
              <a:rPr lang="en-US" altLang="en-US" b="1" dirty="0"/>
              <a:t>presentations</a:t>
            </a:r>
            <a:r>
              <a:rPr lang="en-US" altLang="en-US" dirty="0"/>
              <a:t>.</a:t>
            </a:r>
          </a:p>
          <a:p>
            <a:pPr eaLnBrk="1" hangingPunct="1"/>
            <a:r>
              <a:rPr lang="en-US" altLang="en-US" dirty="0"/>
              <a:t>Have my </a:t>
            </a:r>
            <a:r>
              <a:rPr lang="en-US" altLang="en-US" b="1" dirty="0"/>
              <a:t>actions</a:t>
            </a:r>
            <a:r>
              <a:rPr lang="en-US" altLang="en-US" dirty="0"/>
              <a:t> </a:t>
            </a:r>
            <a:r>
              <a:rPr lang="en-US" altLang="en-US" b="1" dirty="0"/>
              <a:t>enhanced</a:t>
            </a:r>
            <a:r>
              <a:rPr lang="en-US" altLang="en-US" dirty="0"/>
              <a:t> my </a:t>
            </a:r>
            <a:r>
              <a:rPr lang="en-US" altLang="en-US" b="1" dirty="0"/>
              <a:t>image</a:t>
            </a:r>
            <a:r>
              <a:rPr lang="en-US" altLang="en-US" dirty="0"/>
              <a:t> of </a:t>
            </a:r>
            <a:r>
              <a:rPr lang="en-US" altLang="en-US" b="1" dirty="0"/>
              <a:t>trustworthiness</a:t>
            </a:r>
            <a:r>
              <a:rPr lang="en-US" altLang="en-US" dirty="0"/>
              <a:t> and </a:t>
            </a:r>
            <a:r>
              <a:rPr lang="en-US" altLang="en-US" b="1" dirty="0"/>
              <a:t>credibility</a:t>
            </a:r>
            <a:r>
              <a:rPr lang="en-US" altLang="en-US" dirty="0"/>
              <a:t>? </a:t>
            </a:r>
            <a:r>
              <a:rPr lang="en-US" altLang="en-US" b="1" dirty="0"/>
              <a:t>Explicitly</a:t>
            </a:r>
            <a:r>
              <a:rPr lang="en-US" altLang="en-US" dirty="0"/>
              <a:t> or </a:t>
            </a:r>
            <a:r>
              <a:rPr lang="en-US" altLang="en-US" b="1" dirty="0"/>
              <a:t>implicitly</a:t>
            </a:r>
            <a:r>
              <a:rPr lang="en-US" altLang="en-US" dirty="0"/>
              <a:t>? </a:t>
            </a:r>
          </a:p>
          <a:p>
            <a:pPr eaLnBrk="1" hangingPunct="1"/>
            <a:r>
              <a:rPr lang="en-US" altLang="en-US" dirty="0"/>
              <a:t>Take the </a:t>
            </a:r>
            <a:r>
              <a:rPr lang="en-US" altLang="en-US" b="1" dirty="0"/>
              <a:t>opportunity</a:t>
            </a:r>
            <a:r>
              <a:rPr lang="en-US" altLang="en-US" dirty="0"/>
              <a:t> to </a:t>
            </a:r>
            <a:r>
              <a:rPr lang="en-US" altLang="en-US" b="1" dirty="0"/>
              <a:t>ask</a:t>
            </a:r>
            <a:r>
              <a:rPr lang="en-US" altLang="en-US" dirty="0"/>
              <a:t> more </a:t>
            </a:r>
            <a:r>
              <a:rPr lang="en-US" altLang="en-US" b="1" dirty="0"/>
              <a:t>people</a:t>
            </a:r>
            <a:r>
              <a:rPr lang="en-US" altLang="en-US" dirty="0"/>
              <a:t> to </a:t>
            </a:r>
            <a:r>
              <a:rPr lang="en-US" altLang="en-US" b="1" dirty="0"/>
              <a:t>describe</a:t>
            </a:r>
            <a:r>
              <a:rPr lang="en-US" altLang="en-US" dirty="0"/>
              <a:t>  you – You will become </a:t>
            </a:r>
            <a:r>
              <a:rPr lang="en-US" altLang="en-US" b="1" dirty="0"/>
              <a:t>clearer</a:t>
            </a:r>
            <a:r>
              <a:rPr lang="en-US" altLang="en-US" dirty="0"/>
              <a:t> about </a:t>
            </a:r>
            <a:r>
              <a:rPr lang="en-US" altLang="en-US" b="1" dirty="0"/>
              <a:t>your</a:t>
            </a:r>
            <a:r>
              <a:rPr lang="en-US" altLang="en-US" dirty="0"/>
              <a:t> default  </a:t>
            </a:r>
            <a:r>
              <a:rPr lang="en-US" altLang="en-US" b="1" dirty="0"/>
              <a:t>brand</a:t>
            </a:r>
            <a:r>
              <a:rPr lang="en-US" altLang="en-US" dirty="0"/>
              <a:t>.</a:t>
            </a:r>
          </a:p>
        </p:txBody>
      </p:sp>
      <p:sp>
        <p:nvSpPr>
          <p:cNvPr id="38918" name="Rectangle 6">
            <a:extLst>
              <a:ext uri="{FF2B5EF4-FFF2-40B4-BE49-F238E27FC236}">
                <a16:creationId xmlns:a16="http://schemas.microsoft.com/office/drawing/2014/main" id="{E478E308-0A4D-443A-859F-01579B4DF064}"/>
              </a:ext>
            </a:extLst>
          </p:cNvPr>
          <p:cNvSpPr>
            <a:spLocks noChangeArrowheads="1"/>
          </p:cNvSpPr>
          <p:nvPr/>
        </p:nvSpPr>
        <p:spPr bwMode="auto">
          <a:xfrm>
            <a:off x="6934200" y="5791200"/>
            <a:ext cx="2057400" cy="990600"/>
          </a:xfrm>
          <a:prstGeom prst="rect">
            <a:avLst/>
          </a:prstGeom>
          <a:solidFill>
            <a:srgbClr val="AA0942"/>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endParaRPr lang="en-US" altLang="en-US"/>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8916"/>
                                        </p:tgtEl>
                                        <p:attrNameLst>
                                          <p:attrName>style.visibility</p:attrName>
                                        </p:attrNameLst>
                                      </p:cBhvr>
                                      <p:to>
                                        <p:strVal val="visible"/>
                                      </p:to>
                                    </p:set>
                                    <p:animEffect transition="in" filter="fade">
                                      <p:cBhvr>
                                        <p:cTn id="7" dur="1000"/>
                                        <p:tgtEl>
                                          <p:spTgt spid="38916"/>
                                        </p:tgtEl>
                                      </p:cBhvr>
                                    </p:animEffect>
                                    <p:anim calcmode="lin" valueType="num">
                                      <p:cBhvr>
                                        <p:cTn id="8" dur="1000" fill="hold"/>
                                        <p:tgtEl>
                                          <p:spTgt spid="38916"/>
                                        </p:tgtEl>
                                        <p:attrNameLst>
                                          <p:attrName>ppt_x</p:attrName>
                                        </p:attrNameLst>
                                      </p:cBhvr>
                                      <p:tavLst>
                                        <p:tav tm="0">
                                          <p:val>
                                            <p:strVal val="#ppt_x"/>
                                          </p:val>
                                        </p:tav>
                                        <p:tav tm="100000">
                                          <p:val>
                                            <p:strVal val="#ppt_x"/>
                                          </p:val>
                                        </p:tav>
                                      </p:tavLst>
                                    </p:anim>
                                    <p:anim calcmode="lin" valueType="num">
                                      <p:cBhvr>
                                        <p:cTn id="9" dur="1000" fill="hold"/>
                                        <p:tgtEl>
                                          <p:spTgt spid="3891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8917">
                                            <p:txEl>
                                              <p:pRg st="0" end="0"/>
                                            </p:txEl>
                                          </p:spTgt>
                                        </p:tgtEl>
                                        <p:attrNameLst>
                                          <p:attrName>style.visibility</p:attrName>
                                        </p:attrNameLst>
                                      </p:cBhvr>
                                      <p:to>
                                        <p:strVal val="visible"/>
                                      </p:to>
                                    </p:set>
                                    <p:animEffect transition="in" filter="wipe(down)">
                                      <p:cBhvr>
                                        <p:cTn id="14" dur="500"/>
                                        <p:tgtEl>
                                          <p:spTgt spid="38917">
                                            <p:txEl>
                                              <p:pRg st="0" end="0"/>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0" nodeType="clickEffect">
                                  <p:stCondLst>
                                    <p:cond delay="0"/>
                                  </p:stCondLst>
                                  <p:childTnLst>
                                    <p:set>
                                      <p:cBhvr>
                                        <p:cTn id="18" dur="1" fill="hold">
                                          <p:stCondLst>
                                            <p:cond delay="0"/>
                                          </p:stCondLst>
                                        </p:cTn>
                                        <p:tgtEl>
                                          <p:spTgt spid="38917">
                                            <p:txEl>
                                              <p:pRg st="1" end="1"/>
                                            </p:txEl>
                                          </p:spTgt>
                                        </p:tgtEl>
                                        <p:attrNameLst>
                                          <p:attrName>style.visibility</p:attrName>
                                        </p:attrNameLst>
                                      </p:cBhvr>
                                      <p:to>
                                        <p:strVal val="visible"/>
                                      </p:to>
                                    </p:set>
                                    <p:animEffect transition="in" filter="wipe(down)">
                                      <p:cBhvr>
                                        <p:cTn id="19" dur="500"/>
                                        <p:tgtEl>
                                          <p:spTgt spid="38917">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38917">
                                            <p:txEl>
                                              <p:pRg st="2" end="2"/>
                                            </p:txEl>
                                          </p:spTgt>
                                        </p:tgtEl>
                                        <p:attrNameLst>
                                          <p:attrName>style.visibility</p:attrName>
                                        </p:attrNameLst>
                                      </p:cBhvr>
                                      <p:to>
                                        <p:strVal val="visible"/>
                                      </p:to>
                                    </p:set>
                                    <p:animEffect transition="in" filter="wipe(down)">
                                      <p:cBhvr>
                                        <p:cTn id="24" dur="500"/>
                                        <p:tgtEl>
                                          <p:spTgt spid="3891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16" grpId="0"/>
      <p:bldP spid="38917"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3464340F-8450-473C-B6E6-2AD654F34E64}"/>
              </a:ext>
            </a:extLst>
          </p:cNvPr>
          <p:cNvSpPr>
            <a:spLocks noChangeArrowheads="1"/>
          </p:cNvSpPr>
          <p:nvPr/>
        </p:nvSpPr>
        <p:spPr bwMode="auto">
          <a:xfrm>
            <a:off x="4038600" y="0"/>
            <a:ext cx="5105400" cy="6858000"/>
          </a:xfrm>
          <a:prstGeom prst="rect">
            <a:avLst/>
          </a:prstGeom>
          <a:solidFill>
            <a:srgbClr val="003C6E"/>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marL="117475">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pPr algn="l" eaLnBrk="1" hangingPunct="1">
              <a:lnSpc>
                <a:spcPct val="95000"/>
              </a:lnSpc>
            </a:pPr>
            <a:r>
              <a:rPr lang="ja-JP" altLang="en-US" sz="3200" b="1" dirty="0">
                <a:solidFill>
                  <a:srgbClr val="66CCFF"/>
                </a:solidFill>
              </a:rPr>
              <a:t>“</a:t>
            </a:r>
            <a:r>
              <a:rPr lang="en-US" altLang="ja-JP" sz="3200" b="1" dirty="0">
                <a:solidFill>
                  <a:schemeClr val="bg1"/>
                </a:solidFill>
              </a:rPr>
              <a:t>Our deepest fear is not that we are inadequate. Our deepest fear is that we are powerful beyond measure.</a:t>
            </a:r>
          </a:p>
          <a:p>
            <a:pPr algn="l" eaLnBrk="1" hangingPunct="1">
              <a:lnSpc>
                <a:spcPct val="95000"/>
              </a:lnSpc>
            </a:pPr>
            <a:r>
              <a:rPr lang="en-US" altLang="ja-JP" sz="3200" b="1" dirty="0">
                <a:solidFill>
                  <a:schemeClr val="bg1"/>
                </a:solidFill>
              </a:rPr>
              <a:t>It is our light, not our darkness that most frightens us.</a:t>
            </a:r>
          </a:p>
          <a:p>
            <a:pPr algn="l" eaLnBrk="1" hangingPunct="1">
              <a:lnSpc>
                <a:spcPct val="95000"/>
              </a:lnSpc>
            </a:pPr>
            <a:r>
              <a:rPr lang="en-US" altLang="ja-JP" sz="3200" b="1" dirty="0">
                <a:solidFill>
                  <a:schemeClr val="bg1"/>
                </a:solidFill>
              </a:rPr>
              <a:t>We ask ourselves, who am I to be brilliant, gorgeous, talented, and fabulous? Actually, who are you not to be?</a:t>
            </a:r>
            <a:r>
              <a:rPr lang="ja-JP" altLang="en-US" sz="3200" b="1" dirty="0">
                <a:solidFill>
                  <a:srgbClr val="66CCFF"/>
                </a:solidFill>
              </a:rPr>
              <a:t>”</a:t>
            </a:r>
            <a:endParaRPr lang="en-US" altLang="en-US" b="1" dirty="0">
              <a:solidFill>
                <a:srgbClr val="66CCFF"/>
              </a:solidFill>
            </a:endParaRPr>
          </a:p>
        </p:txBody>
      </p:sp>
      <p:sp>
        <p:nvSpPr>
          <p:cNvPr id="39939" name="Text Box 3">
            <a:extLst>
              <a:ext uri="{FF2B5EF4-FFF2-40B4-BE49-F238E27FC236}">
                <a16:creationId xmlns:a16="http://schemas.microsoft.com/office/drawing/2014/main" id="{2DBC0BB8-AB3E-4C8B-8368-69AEF9DCBE56}"/>
              </a:ext>
            </a:extLst>
          </p:cNvPr>
          <p:cNvSpPr txBox="1">
            <a:spLocks noChangeArrowheads="1"/>
          </p:cNvSpPr>
          <p:nvPr/>
        </p:nvSpPr>
        <p:spPr bwMode="auto">
          <a:xfrm>
            <a:off x="4114800" y="6248400"/>
            <a:ext cx="26050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r>
              <a:rPr lang="en-US" altLang="en-US" b="1" dirty="0">
                <a:solidFill>
                  <a:srgbClr val="66CCFF"/>
                </a:solidFill>
              </a:rPr>
              <a:t>Nelson Mandela</a:t>
            </a:r>
          </a:p>
        </p:txBody>
      </p:sp>
      <p:sp>
        <p:nvSpPr>
          <p:cNvPr id="39940" name="Slide Number Placeholder 1">
            <a:extLst>
              <a:ext uri="{FF2B5EF4-FFF2-40B4-BE49-F238E27FC236}">
                <a16:creationId xmlns:a16="http://schemas.microsoft.com/office/drawing/2014/main" id="{D8525B12-B6FA-4E3E-A570-BC9075FC85B3}"/>
              </a:ext>
            </a:extLst>
          </p:cNvPr>
          <p:cNvSpPr>
            <a:spLocks noGrp="1"/>
          </p:cNvSpPr>
          <p:nvPr>
            <p:ph type="sldNum" sz="quarter" idx="10"/>
          </p:nvPr>
        </p:nvSpPr>
        <p:spPr>
          <a:xfrm>
            <a:off x="3505200" y="6575425"/>
            <a:ext cx="2133600" cy="2063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Century Gothic" panose="020B0502020202020204" pitchFamily="34" charset="0"/>
                <a:ea typeface="MS PGothic" panose="020B0600070205080204" pitchFamily="34" charset="-128"/>
              </a:defRPr>
            </a:lvl1pPr>
            <a:lvl2pPr marL="742950" indent="-285750">
              <a:defRPr sz="2400">
                <a:solidFill>
                  <a:schemeClr val="tx1"/>
                </a:solidFill>
                <a:latin typeface="Century Gothic" panose="020B0502020202020204" pitchFamily="34" charset="0"/>
                <a:ea typeface="MS PGothic" panose="020B0600070205080204" pitchFamily="34" charset="-128"/>
              </a:defRPr>
            </a:lvl2pPr>
            <a:lvl3pPr marL="1143000" indent="-228600">
              <a:defRPr sz="2400">
                <a:solidFill>
                  <a:schemeClr val="tx1"/>
                </a:solidFill>
                <a:latin typeface="Century Gothic" panose="020B0502020202020204" pitchFamily="34" charset="0"/>
                <a:ea typeface="MS PGothic" panose="020B0600070205080204" pitchFamily="34" charset="-128"/>
              </a:defRPr>
            </a:lvl3pPr>
            <a:lvl4pPr marL="1600200" indent="-228600">
              <a:defRPr sz="2400">
                <a:solidFill>
                  <a:schemeClr val="tx1"/>
                </a:solidFill>
                <a:latin typeface="Century Gothic" panose="020B0502020202020204" pitchFamily="34" charset="0"/>
                <a:ea typeface="MS PGothic" panose="020B0600070205080204" pitchFamily="34" charset="-128"/>
              </a:defRPr>
            </a:lvl4pPr>
            <a:lvl5pPr marL="2057400" indent="-228600">
              <a:defRPr sz="2400">
                <a:solidFill>
                  <a:schemeClr val="tx1"/>
                </a:solidFill>
                <a:latin typeface="Century Gothic" panose="020B0502020202020204" pitchFamily="34" charset="0"/>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Century Gothic" panose="020B0502020202020204" pitchFamily="34" charset="0"/>
                <a:ea typeface="MS PGothic" panose="020B0600070205080204" pitchFamily="34" charset="-128"/>
              </a:defRPr>
            </a:lvl9pPr>
          </a:lstStyle>
          <a:p>
            <a:fld id="{E57C4612-919B-465E-AEAB-F19A4A968F8A}" type="slidenum">
              <a:rPr lang="en-US" altLang="en-US" sz="1000" smtClean="0">
                <a:solidFill>
                  <a:srgbClr val="66CCFF"/>
                </a:solidFill>
              </a:rPr>
              <a:pPr/>
              <a:t>39</a:t>
            </a:fld>
            <a:endParaRPr lang="en-US" altLang="en-US" sz="1000" dirty="0">
              <a:solidFill>
                <a:srgbClr val="66CCFF"/>
              </a:solidFill>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9938"/>
                                        </p:tgtEl>
                                        <p:attrNameLst>
                                          <p:attrName>style.visibility</p:attrName>
                                        </p:attrNameLst>
                                      </p:cBhvr>
                                      <p:to>
                                        <p:strVal val="visible"/>
                                      </p:to>
                                    </p:set>
                                    <p:animEffect transition="in" filter="fade">
                                      <p:cBhvr>
                                        <p:cTn id="7" dur="1000"/>
                                        <p:tgtEl>
                                          <p:spTgt spid="39938"/>
                                        </p:tgtEl>
                                      </p:cBhvr>
                                    </p:animEffect>
                                    <p:anim calcmode="lin" valueType="num">
                                      <p:cBhvr>
                                        <p:cTn id="8" dur="1000" fill="hold"/>
                                        <p:tgtEl>
                                          <p:spTgt spid="39938"/>
                                        </p:tgtEl>
                                        <p:attrNameLst>
                                          <p:attrName>ppt_x</p:attrName>
                                        </p:attrNameLst>
                                      </p:cBhvr>
                                      <p:tavLst>
                                        <p:tav tm="0">
                                          <p:val>
                                            <p:strVal val="#ppt_x"/>
                                          </p:val>
                                        </p:tav>
                                        <p:tav tm="100000">
                                          <p:val>
                                            <p:strVal val="#ppt_x"/>
                                          </p:val>
                                        </p:tav>
                                      </p:tavLst>
                                    </p:anim>
                                    <p:anim calcmode="lin" valueType="num">
                                      <p:cBhvr>
                                        <p:cTn id="9" dur="1000" fill="hold"/>
                                        <p:tgtEl>
                                          <p:spTgt spid="3993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9939"/>
                                        </p:tgtEl>
                                        <p:attrNameLst>
                                          <p:attrName>style.visibility</p:attrName>
                                        </p:attrNameLst>
                                      </p:cBhvr>
                                      <p:to>
                                        <p:strVal val="visible"/>
                                      </p:to>
                                    </p:set>
                                    <p:animEffect transition="in" filter="wipe(down)">
                                      <p:cBhvr>
                                        <p:cTn id="14" dur="500"/>
                                        <p:tgtEl>
                                          <p:spTgt spid="399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38" grpId="0" animBg="1"/>
      <p:bldP spid="39939" grpId="0"/>
    </p:bld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lank Presentation">
      <a:majorFont>
        <a:latin typeface="Century Gothic"/>
        <a:ea typeface=""/>
        <a:cs typeface=""/>
      </a:majorFont>
      <a:minorFont>
        <a:latin typeface="Century Gothic"/>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Century Gothic" pitchFamily="-65"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Century Gothic" pitchFamily="-65" charset="0"/>
          </a:defRPr>
        </a:defPPr>
      </a:lstStyle>
    </a:lnDef>
  </a:objectDefaults>
  <a:extraClrSchemeLst>
    <a:extraClrScheme>
      <a:clrScheme name="Blank Presentatio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ank Presentatio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ank Presentatio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ank Presentation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ank Presentatio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ank Presentatio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ank Presentatio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ank Presentatio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ank Presentatio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cil template Jan 05</Template>
  <TotalTime>22812</TotalTime>
  <Words>2302</Words>
  <Application>Microsoft Office PowerPoint</Application>
  <PresentationFormat>On-screen Show (4:3)</PresentationFormat>
  <Paragraphs>277</Paragraphs>
  <Slides>39</Slides>
  <Notes>28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Century Gothic</vt:lpstr>
      <vt:lpstr>Helvetica</vt:lpstr>
      <vt:lpstr>Times</vt:lpstr>
      <vt:lpstr>Times New Roman</vt:lpstr>
      <vt:lpstr>Verdana</vt:lpstr>
      <vt:lpstr>Wingdings</vt:lpstr>
      <vt:lpstr>Blank Presentation</vt:lpstr>
      <vt:lpstr>PERSONAL BRANDING</vt:lpstr>
      <vt:lpstr>Objectives</vt:lpstr>
      <vt:lpstr>Agenda</vt:lpstr>
      <vt:lpstr>PowerPoint Presentation</vt:lpstr>
      <vt:lpstr>PowerPoint Presentation</vt:lpstr>
      <vt:lpstr>PowerPoint Presentation</vt:lpstr>
      <vt:lpstr>PowerPoint Presentation</vt:lpstr>
      <vt:lpstr>What is my distinct brand? </vt:lpstr>
      <vt:lpstr>PowerPoint Presentation</vt:lpstr>
      <vt:lpstr>PowerPoint Presentation</vt:lpstr>
      <vt:lpstr>Five Tips to Brand Yourself</vt:lpstr>
      <vt:lpstr>PowerPoint Presentation</vt:lpstr>
      <vt:lpstr>      </vt:lpstr>
      <vt:lpstr>      </vt:lpstr>
      <vt:lpstr>      </vt:lpstr>
      <vt:lpstr>      </vt:lpstr>
      <vt:lpstr>Debrief: Justify</vt:lpstr>
      <vt:lpstr>“A great brand taps into emotions. Emotions drive most, if not all, of our decisions. A brand reaches out with a powerful connecting experience. It’s an emotional connecting point that transcends the product.”</vt:lpstr>
      <vt:lpstr>What Makes  a Brand Distinct?</vt:lpstr>
      <vt:lpstr>Building Your Personal Brand</vt:lpstr>
      <vt:lpstr>Why:  Perception is Everything</vt:lpstr>
      <vt:lpstr>Brand is Defined By</vt:lpstr>
      <vt:lpstr>“If there is nothing very special about your work, no matter how hard you apply yourself, you won’t get noticed and that increasingly means you won’t get paid much, either.”</vt:lpstr>
      <vt:lpstr>Contribution/Talent Inventory</vt:lpstr>
      <vt:lpstr>ACTIVITY 2 Are YOU Distinct?  or  Extinct?</vt:lpstr>
      <vt:lpstr>Why Do People Choose You?</vt:lpstr>
      <vt:lpstr>Personal Brand Distinction</vt:lpstr>
      <vt:lpstr>Four Descriptive Words</vt:lpstr>
      <vt:lpstr>Debrief: In pairs, discuss…</vt:lpstr>
      <vt:lpstr>Your Brand?</vt:lpstr>
      <vt:lpstr>Distinct Contribution/Talent</vt:lpstr>
      <vt:lpstr>PowerPoint Presentation</vt:lpstr>
      <vt:lpstr>Brand Promise</vt:lpstr>
      <vt:lpstr>“You are the storyteller of your own life, and you can create your own legend or not.”</vt:lpstr>
      <vt:lpstr>Develop Your Brand Promise</vt:lpstr>
      <vt:lpstr>“If you don’t invest in the brand as an asset like anything else, just like you would a factory, then you are going to lose market share and leadership. You have to maintain and replenish a brand over time.”</vt:lpstr>
      <vt:lpstr>Types &amp; Platforms of BRANDING</vt:lpstr>
      <vt:lpstr>Next Steps</vt:lpstr>
      <vt:lpstr>PowerPoint Presentation</vt:lpstr>
    </vt:vector>
  </TitlesOfParts>
  <Company>Andrea Zintz and Associates,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Mentoring</dc:title>
  <dc:creator>Andrea Zintz</dc:creator>
  <cp:lastModifiedBy>Kartikain Shivam</cp:lastModifiedBy>
  <cp:revision>226</cp:revision>
  <dcterms:created xsi:type="dcterms:W3CDTF">2012-01-17T13:44:14Z</dcterms:created>
  <dcterms:modified xsi:type="dcterms:W3CDTF">2023-10-24T12:46:16Z</dcterms:modified>
</cp:coreProperties>
</file>